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c3a0c2739ef45a8" /><Relationship Type="http://schemas.openxmlformats.org/officeDocument/2006/relationships/extended-properties" Target="/docProps/app.xml" Id="R88322129d2e34307" /><Relationship Type="http://schemas.openxmlformats.org/officeDocument/2006/relationships/officeDocument" Target="/ppt/presentation.xml" Id="R862591d30b0b47f6" /></Relationships>
</file>

<file path=ppt/presentation.xml><?xml version="1.0" encoding="utf-8"?>
<p:presentation xmlns:p="http://schemas.openxmlformats.org/presentationml/2006/main">
  <p:sldMasterIdLst>
    <p:sldMasterId xmlns:r="http://schemas.openxmlformats.org/officeDocument/2006/relationships" id="2147483648" r:id="R1b25525d9ab0420e"/>
  </p:sldMasterIdLst>
  <p:notesMasterIdLst>
    <p:notesMasterId xmlns:r="http://schemas.openxmlformats.org/officeDocument/2006/relationships" r:id="R76a6a1ce59a94f61"/>
  </p:notesMasterIdLst>
  <p:sldIdLst>
    <p:sldId xmlns:r="http://schemas.openxmlformats.org/officeDocument/2006/relationships" id="256" r:id="R9b6a331e1ae84b95"/>
    <p:sldId xmlns:r="http://schemas.openxmlformats.org/officeDocument/2006/relationships" id="257" r:id="Rdbc90dc29de4408b"/>
    <p:sldId xmlns:r="http://schemas.openxmlformats.org/officeDocument/2006/relationships" id="258" r:id="R9974d378833841d9"/>
    <p:sldId xmlns:r="http://schemas.openxmlformats.org/officeDocument/2006/relationships" id="259" r:id="R3c2cc46e652840cd"/>
    <p:sldId xmlns:r="http://schemas.openxmlformats.org/officeDocument/2006/relationships" id="260" r:id="R413e6dafa98441e6"/>
    <p:sldId xmlns:r="http://schemas.openxmlformats.org/officeDocument/2006/relationships" id="261" r:id="R2e7a30b89a3149d9"/>
    <p:sldId xmlns:r="http://schemas.openxmlformats.org/officeDocument/2006/relationships" id="262" r:id="R6e485b6784d34e4e"/>
    <p:sldId xmlns:r="http://schemas.openxmlformats.org/officeDocument/2006/relationships" id="263" r:id="R1f326417f5424f9b"/>
    <p:sldId xmlns:r="http://schemas.openxmlformats.org/officeDocument/2006/relationships" id="264" r:id="R2434b2dadbb543a0"/>
    <p:sldId xmlns:r="http://schemas.openxmlformats.org/officeDocument/2006/relationships" id="265" r:id="R023f7f3d74954fb3"/>
    <p:sldId xmlns:r="http://schemas.openxmlformats.org/officeDocument/2006/relationships" id="266" r:id="Rfae2982f73e84a68"/>
    <p:sldId xmlns:r="http://schemas.openxmlformats.org/officeDocument/2006/relationships" id="267" r:id="R1b807a03f9f54bc6"/>
    <p:sldId xmlns:r="http://schemas.openxmlformats.org/officeDocument/2006/relationships" id="268" r:id="R7e5d95c744a4421c"/>
    <p:sldId xmlns:r="http://schemas.openxmlformats.org/officeDocument/2006/relationships" id="269" r:id="R3266bf5892f84510"/>
    <p:sldId xmlns:r="http://schemas.openxmlformats.org/officeDocument/2006/relationships" id="270" r:id="Rfef967a520b441f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0cd61657ba4780" /><Relationship Type="http://schemas.openxmlformats.org/officeDocument/2006/relationships/slideMaster" Target="/ppt/slideMasters/slideMaster1.xml" Id="R1b25525d9ab0420e" /><Relationship Type="http://schemas.openxmlformats.org/officeDocument/2006/relationships/notesMaster" Target="/ppt/notesMasters/notesMaster1.xml" Id="R76a6a1ce59a94f61" /><Relationship Type="http://schemas.openxmlformats.org/officeDocument/2006/relationships/presProps" Target="/ppt/presProps.xml" Id="Rc65b54c7322a49e9" /><Relationship Type="http://schemas.openxmlformats.org/officeDocument/2006/relationships/tableStyles" Target="/ppt/tableStyles.xml" Id="R197af0399bc24d84" /><Relationship Type="http://schemas.openxmlformats.org/officeDocument/2006/relationships/slide" Target="/ppt/slides/slide1.xml" Id="R9b6a331e1ae84b95" /><Relationship Type="http://schemas.openxmlformats.org/officeDocument/2006/relationships/slide" Target="/ppt/slides/slide2.xml" Id="Rdbc90dc29de4408b" /><Relationship Type="http://schemas.openxmlformats.org/officeDocument/2006/relationships/slide" Target="/ppt/slides/slide3.xml" Id="R9974d378833841d9" /><Relationship Type="http://schemas.openxmlformats.org/officeDocument/2006/relationships/slide" Target="/ppt/slides/slide4.xml" Id="R3c2cc46e652840cd" /><Relationship Type="http://schemas.openxmlformats.org/officeDocument/2006/relationships/slide" Target="/ppt/slides/slide5.xml" Id="R413e6dafa98441e6" /><Relationship Type="http://schemas.openxmlformats.org/officeDocument/2006/relationships/slide" Target="/ppt/slides/slide6.xml" Id="R2e7a30b89a3149d9" /><Relationship Type="http://schemas.openxmlformats.org/officeDocument/2006/relationships/slide" Target="/ppt/slides/slide7.xml" Id="R6e485b6784d34e4e" /><Relationship Type="http://schemas.openxmlformats.org/officeDocument/2006/relationships/slide" Target="/ppt/slides/slide8.xml" Id="R1f326417f5424f9b" /><Relationship Type="http://schemas.openxmlformats.org/officeDocument/2006/relationships/slide" Target="/ppt/slides/slide9.xml" Id="R2434b2dadbb543a0" /><Relationship Type="http://schemas.openxmlformats.org/officeDocument/2006/relationships/slide" Target="/ppt/slides/slide10.xml" Id="R023f7f3d74954fb3" /><Relationship Type="http://schemas.openxmlformats.org/officeDocument/2006/relationships/slide" Target="/ppt/slides/slide11.xml" Id="Rfae2982f73e84a68" /><Relationship Type="http://schemas.openxmlformats.org/officeDocument/2006/relationships/slide" Target="/ppt/slides/slide12.xml" Id="R1b807a03f9f54bc6" /><Relationship Type="http://schemas.openxmlformats.org/officeDocument/2006/relationships/slide" Target="/ppt/slides/slide13.xml" Id="R7e5d95c744a4421c" /><Relationship Type="http://schemas.openxmlformats.org/officeDocument/2006/relationships/slide" Target="/ppt/slides/slide14.xml" Id="R3266bf5892f84510" /><Relationship Type="http://schemas.openxmlformats.org/officeDocument/2006/relationships/slide" Target="/ppt/slides/slide15.xml" Id="Rfef967a520b441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e0d9f6957e48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d67d1fef974246" /><Relationship Type="http://schemas.openxmlformats.org/officeDocument/2006/relationships/notesMaster" Target="/ppt/notesMasters/notesMaster1.xml" Id="R36fcbfa78acf4c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5e7513c0c14080" /><Relationship Type="http://schemas.openxmlformats.org/officeDocument/2006/relationships/notesMaster" Target="/ppt/notesMasters/notesMaster1.xml" Id="R1f665d66f29241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525385c0b14923" /><Relationship Type="http://schemas.openxmlformats.org/officeDocument/2006/relationships/notesMaster" Target="/ppt/notesMasters/notesMaster1.xml" Id="Rf3ec3899a1c546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aafd576f3e4e51" /><Relationship Type="http://schemas.openxmlformats.org/officeDocument/2006/relationships/notesMaster" Target="/ppt/notesMasters/notesMaster1.xml" Id="Rbcd8ee635e004e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d42d98192d54b6e" /><Relationship Type="http://schemas.openxmlformats.org/officeDocument/2006/relationships/notesMaster" Target="/ppt/notesMasters/notesMaster1.xml" Id="R9f44c1b2bc3347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496def9aa24c42" /><Relationship Type="http://schemas.openxmlformats.org/officeDocument/2006/relationships/notesMaster" Target="/ppt/notesMasters/notesMaster1.xml" Id="Ra8f5aea36b7348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d6eef64159f4bda" /><Relationship Type="http://schemas.openxmlformats.org/officeDocument/2006/relationships/notesMaster" Target="/ppt/notesMasters/notesMaster1.xml" Id="Rf1225a59833d4e81"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4a92c980884b68" /><Relationship Type="http://schemas.openxmlformats.org/officeDocument/2006/relationships/notesMaster" Target="/ppt/notesMasters/notesMaster1.xml" Id="Rc5dfb58de1ee426b" /></Relationships>
</file>

<file path=ppt/notesSlides/_rels/notesSlide9.xml.rels>&#65279;<?xml version="1.0" encoding="utf-8"?><Relationships xmlns="http://schemas.openxmlformats.org/package/2006/relationships"><Relationship Type="http://schemas.openxmlformats.org/officeDocument/2006/relationships/slide" Target="/ppt/slides/slide9.xml" Id="R6bec7bfe912c4db8" /><Relationship Type="http://schemas.openxmlformats.org/officeDocument/2006/relationships/notesMaster" Target="/ppt/notesMasters/notesMaster1.xml" Id="R03ca65de421e4f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72544d9ac894ce5" /><Relationship Type="http://schemas.openxmlformats.org/officeDocument/2006/relationships/notesMaster" Target="/ppt/notesMasters/notesMaster1.xml" Id="R9a620fea763d472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56e57f86ba648f6" /><Relationship Type="http://schemas.openxmlformats.org/officeDocument/2006/relationships/notesMaster" Target="/ppt/notesMasters/notesMaster1.xml" Id="R74e7846dd3c74a9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798734490424950" /><Relationship Type="http://schemas.openxmlformats.org/officeDocument/2006/relationships/notesMaster" Target="/ppt/notesMasters/notesMaster1.xml" Id="R9d694092bf0549d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4df67b4d885424b" /><Relationship Type="http://schemas.openxmlformats.org/officeDocument/2006/relationships/notesMaster" Target="/ppt/notesMasters/notesMaster1.xml" Id="Re926f4394034457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b44c5f3ce0f4d46" /><Relationship Type="http://schemas.openxmlformats.org/officeDocument/2006/relationships/notesMaster" Target="/ppt/notesMasters/notesMaster1.xml" Id="R446e4b166f5e4b5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ea303fab1fa4217" /><Relationship Type="http://schemas.openxmlformats.org/officeDocument/2006/relationships/notesMaster" Target="/ppt/notesMasters/notesMaster1.xml" Id="R7dac24299c2e409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Wenn wir von PLEXON sprechen, meinen wir nicht das nächste isolierte AI-Tool. Die Grundidee ist ein System spezialisierter Fähigkeiten: ECHON versteht Marktsignale, AUDION macht Zielgruppenwissen dialogfähig, CREATION visualisiert digitale Erlebnisse, BRANDION operationalisiert Marke und CHECKION prüft Qualität. PLEXON verbindet diese Fähigkeiten mit Daten, Rollen und Ergebnissen in einem gemeinsamen Kontext. Neue Zusammenhänge entstehen dabei nicht unkontrolliert, sondern in ausgelösten oder konfigurierten agentischen Workflows. Für Kunden heißt das: Vorhandene Systeme bleiben relevant, aber Wissen kann schneller von der Analyse in die Anwendung gelangen.</a:t>
            </a:r>
          </a:p>
          <a:p xmlns:a="http://schemas.openxmlformats.org/drawingml/2006/main">
            <a:r>
              <a:t/>
            </a:r>
          </a:p>
          <a:p xmlns:a="http://schemas.openxmlformats.org/drawingml/2006/main">
            <a:r>
              <a:t>ÜBERGANG</a:t>
            </a:r>
          </a:p>
          <a:p xmlns:a="http://schemas.openxmlformats.org/drawingml/2006/main">
            <a:r>
              <a:t>Warum das nötig ist, zeigt ein Blick auf die heutige Arbeitsrealität.</a:t>
            </a:r>
          </a:p>
          <a:p xmlns:a="http://schemas.openxmlformats.org/drawingml/2006/main">
            <a:r>
              <a:t/>
            </a:r>
          </a:p>
          <a:p xmlns:a="http://schemas.openxmlformats.org/drawingml/2006/main">
            <a:r>
              <a:t>[Sources]</a:t>
            </a:r>
          </a:p>
          <a:p xmlns:a="http://schemas.openxmlformats.org/drawingml/2006/main">
            <a:r>
              <a:t>- AI-generated visual asset created specifically for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Die meisten Unternehmen haben viele der benötigten Werkzeuge und Daten bereits. Marktforschung liegt in Studien und Tabellen, Marktsignale in Monitoring-Systemen, Brandwissen in Guidelines oder DAMs, Kreation in Design- und CMS-Prozessen und Qualitätsdaten wieder an anderer Stelle. Das Problem entsteht an den Übergaben: Eine Zielgruppenbeobachtung erreicht die Kreation zu spät, eine Brandregel wird erst vor der Freigabe geprüft oder ein Finding nach dem Launch fließt nicht zurück in das nächste Briefing. PLEXON adressiert deshalb nicht primär das einzelne Tool, sondern den Verlust von Kontext zwischen Disziplinen und Prozessschritten.</a:t>
            </a:r>
          </a:p>
          <a:p xmlns:a="http://schemas.openxmlformats.org/drawingml/2006/main">
            <a:r>
              <a:t/>
            </a:r>
          </a:p>
          <a:p xmlns:a="http://schemas.openxmlformats.org/drawingml/2006/main">
            <a:r>
              <a:t>ÜBERGANG</a:t>
            </a:r>
          </a:p>
          <a:p xmlns:a="http://schemas.openxmlformats.org/drawingml/2006/main">
            <a:r>
              <a:t>Wie daraus ein konkreter Arbeitsablauf wird, zeigt der folgende Landingpage-Case.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Der Prozess kann an zwei Stellen beginnen: mit einem neuen Marktsignal aus ECHON oder mit einem bereits vorhandenen Kunden- beziehungsweise Kampagnenbriefing. PLEXON hält den gemeinsamen Kontext und stellt daraus nur die Fähigkeiten zusammen, die dieser Use Case wirklich braucht. AUDION kann Zielgruppenannahmen hinterfragen, CREATION macht Varianten früh sichtbar, BRANDION prüft die Markenregeln und CHECKION bewertet SEO, GEO, Content und technische Qualität. Das Ergebnis ist kein automatisch veröffentlichtes Endprodukt, sondern ein validierter, markenkonformer und messbarer Prototyp. Die Übergabe an ein CMS ist möglich, wird aber je nach System und Projekt konkret angebunden.</a:t>
            </a:r>
          </a:p>
          <a:p xmlns:a="http://schemas.openxmlformats.org/drawingml/2006/main">
            <a:r>
              <a:t/>
            </a:r>
          </a:p>
          <a:p xmlns:a="http://schemas.openxmlformats.org/drawingml/2006/main">
            <a:r>
              <a:t>ÜBERGANG</a:t>
            </a:r>
          </a:p>
          <a:p xmlns:a="http://schemas.openxmlformats.org/drawingml/2006/main">
            <a:r>
              <a:t>Entscheidend ist dabei nicht nur die Kette, sondern der Rückfluss der Ergebnisse.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Jede spezialisierte Fähigkeit produziert ein greifbares Ergebnis für den nächsten Schritt: ECHON einen Research Brief, AUDION eine Evidence Matrix, CREATION einen Prototyp, BRANDION eine nachvollziehbare Markenprüfung und CHECKION konkrete Findings. PLEXON hält diese Ergebnisse im gemeinsamen Arbeitskontext zusammen. Nach dem Launch endet der Prozess nicht: Qualitätsdaten und neue Reaktionen fließen zurück und können das nächste Briefing, die Persona-Fragen oder eine neue Variante beeinflussen. Wichtig ist: Das ist kein Pflichtparcours. Je nach Aufgabe können einzelne Fähigkeiten ausgelassen, anders angeordnet oder durch externe Tools ergänzt werden. PLEXON steht für diese Interkonnektivität und den lernenden Arbeitskreislauf.</a:t>
            </a:r>
          </a:p>
          <a:p xmlns:a="http://schemas.openxmlformats.org/drawingml/2006/main">
            <a:r>
              <a:t/>
            </a:r>
          </a:p>
          <a:p xmlns:a="http://schemas.openxmlformats.org/drawingml/2006/main">
            <a:r>
              <a:t>ÜBERGANG</a:t>
            </a:r>
          </a:p>
          <a:p xmlns:a="http://schemas.openxmlformats.org/drawingml/2006/main">
            <a:r>
              <a:t>Damit wird klar, welche eigenständige Rolle PLEXON im Ökosystem übernimmt.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PLEXON ist die Orchestrierungs- und Kontextebene. Es verbindet Quellen, Personas, Apps, Ergebnisse und Entscheidungen in definierten Workflows. Heute sind typisierte Abläufe, Assistant- und MCP-Zugänge, UI-, Webhook- und Service-Trigger, Run-Historien sowie definierte Freigabeschritte vorhanden. PLEXON ersetzt dabei keine führenden Systeme wie CMS, DAM oder CRM. Es organisiert, welche Fähigkeit mit welchem Kontext arbeitet und wie ein Ergebnis weitergegeben wird. Auch das 'Entdecken neuer Zusammenhänge' geschieht nicht permanent und grenzenlos, sondern innerhalb ausgelöster oder konfigurierter agentischer Abläufe. Im Pilot wäre eine zentrale Wirkungsgröße deshalb die Zeit von einer Frage bis zu einer belastbaren, handlungsfähigen Erkenntnis.</a:t>
            </a:r>
          </a:p>
          <a:p xmlns:a="http://schemas.openxmlformats.org/drawingml/2006/main">
            <a:r>
              <a:t/>
            </a:r>
          </a:p>
          <a:p xmlns:a="http://schemas.openxmlformats.org/drawingml/2006/main">
            <a:r>
              <a:t>ÜBERGANG</a:t>
            </a:r>
          </a:p>
          <a:p xmlns:a="http://schemas.openxmlformats.org/drawingml/2006/main">
            <a:r>
              <a:t>Wie viel Autonomie ein solcher Ablauf bekommt, lässt sich im Workflow Builder steuern.</a:t>
            </a:r>
          </a:p>
          <a:p xmlns:a="http://schemas.openxmlformats.org/drawingml/2006/main">
            <a:r>
              <a:t/>
            </a:r>
          </a:p>
          <a:p xmlns:a="http://schemas.openxmlformats.org/drawingml/2006/main">
            <a:r>
              <a:t>[Sources]</a:t>
            </a:r>
          </a:p>
          <a:p xmlns:a="http://schemas.openxmlformats.org/drawingml/2006/main">
            <a:r>
              <a:t>- AI-generated visual asset created specifically for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Der Workflow Builder macht Autonomie steuerbar. Ein Ablauf beginnt mit einem Trigger, kombiniert spezialisierte Agents und externe Werkzeuge, kann menschliche Freigaben einbauen und anschließend eine definierte Aktion ausführen. Heute können solche Flows über UI, Assistant, Webhook oder Service angestoßen und über ihre Run-Historie nachvollzogen werden. Projektspezifische Adapter und externe Zeitsteuerungen lassen sich ergänzen. Native Zeitpläne, universelle Tool-Nodes und vollständig autonome Dauer-Loops sind dagegen Erweiterungs- beziehungsweise Roadmap-Themen. Der wichtige Punkt ist: Autonomie ist keine Alles-oder-nichts-Entscheidung. Sie kann vom Vorschlag über Analyse und Freigabe bis zu begrenztem autonomen Handeln abgestuft werden.</a:t>
            </a:r>
          </a:p>
          <a:p xmlns:a="http://schemas.openxmlformats.org/drawingml/2006/main">
            <a:r>
              <a:t/>
            </a:r>
          </a:p>
          <a:p xmlns:a="http://schemas.openxmlformats.org/drawingml/2006/main">
            <a:r>
              <a:t>ÜBERGANG</a:t>
            </a:r>
          </a:p>
          <a:p xmlns:a="http://schemas.openxmlformats.org/drawingml/2006/main">
            <a:r>
              <a:t>Die folgenden Folien zeigen, was die einzelnen Spezialfähigkeiten in diesem Rahmen beitragen.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ECHON beobachtet Markt- und Pressesignale und verdichtet sie zu Watchlists, Szenarien und zitierbaren Research Briefings. Der Mehrwert liegt nicht in einem weiteren Newsfeed, sondern in der Priorisierung: Welche Bewegung ist für unser Geschäft oder eine konkrete Zielgruppe tatsächlich relevant? Eine solche Persona-Relevanzprüfung kann über PLEXON mit AUDION ergänzt werden. ECHON liefert dabei keine sichere Vorhersage der Zukunft. Es macht Signale, Quellen und mögliche Konsequenzen strukturiert diskutierbar. Produktnah messen lassen sich etwa Zahl und Qualität der Signale, Quellenabdeckung und erzeugte Briefings. Im Pilot wäre zusätzlich interessant, wie stark sich die Zeit vom Signal bis zu einem entscheidungsfähigen Brief verkürzt.</a:t>
            </a:r>
          </a:p>
          <a:p xmlns:a="http://schemas.openxmlformats.org/drawingml/2006/main">
            <a:r>
              <a:t/>
            </a:r>
          </a:p>
          <a:p xmlns:a="http://schemas.openxmlformats.org/drawingml/2006/main">
            <a:r>
              <a:t>ÜBERGANG</a:t>
            </a:r>
          </a:p>
          <a:p xmlns:a="http://schemas.openxmlformats.org/drawingml/2006/main">
            <a:r>
              <a:t>Für die Zielgruppenperspektive kommt AUDION ins Spiel.</a:t>
            </a:r>
          </a:p>
          <a:p xmlns:a="http://schemas.openxmlformats.org/drawingml/2006/main">
            <a:r>
              <a:t/>
            </a:r>
          </a:p>
          <a:p xmlns:a="http://schemas.openxmlformats.org/drawingml/2006/main">
            <a:r>
              <a:t>[Sources]</a:t>
            </a:r>
          </a:p>
          <a:p xmlns:a="http://schemas.openxmlformats.org/drawingml/2006/main">
            <a:r>
              <a:t>- AI-generated visual asset created specifically for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AUDION macht Zielgruppenwissen dialogfähig. Marktforschungsdaten, Studien und weitere Quellen werden zu research-basierten Personas und einer Evidence Matrix verdichtet. Dabei bleibt sichtbar, was eine Quelle tatsächlich sagt, was daraus interpretiert wurde und was eine synthetische Persona simuliert. Heute ist der Textdialog verfügbar; Video-Interaktion kann mit konfigurierter Integration persönlich erlebbar werden, während Voice noch in Vorbereitung ist. Besonders relevant ist die Nutzung über AUDION hinaus: Personas können Fragen für CHECKION-GEO-Checks liefern, Marktsignale in ECHON aus Zielgruppensicht bewerten oder Resonanzfeedback für CREATION und BRANDION geben. Sie ergänzen empirische Forschung, ersetzen sie aber nicht.</a:t>
            </a:r>
          </a:p>
          <a:p xmlns:a="http://schemas.openxmlformats.org/drawingml/2006/main">
            <a:r>
              <a:t/>
            </a:r>
          </a:p>
          <a:p xmlns:a="http://schemas.openxmlformats.org/drawingml/2006/main">
            <a:r>
              <a:t>ÜBERGANG</a:t>
            </a:r>
          </a:p>
          <a:p xmlns:a="http://schemas.openxmlformats.org/drawingml/2006/main">
            <a:r>
              <a:t>Diese Zielgruppenperspektive wird besonders wertvoll, wenn Ideen früh sichtbar werden.</a:t>
            </a:r>
          </a:p>
          <a:p xmlns:a="http://schemas.openxmlformats.org/drawingml/2006/main">
            <a:r>
              <a:t/>
            </a:r>
          </a:p>
          <a:p xmlns:a="http://schemas.openxmlformats.org/drawingml/2006/main">
            <a:r>
              <a:t>[Sources]</a:t>
            </a:r>
          </a:p>
          <a:p xmlns:a="http://schemas.openxmlformats.org/drawingml/2006/main">
            <a:r>
              <a:t>- AI-generated visual asset created specifically for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CREATION ist bewusst kein universelles Produktionsstudio. Die Kernaufgabe ist Rapid Prototyping für Landingpages und Produktdetailseiten: Ein Briefing wird schnell in sichtbare Varianten übersetzt, damit Zielgruppe, Marke und Stakeholder früher über etwas Konkretes entscheiden können. Heute gehören dazu ein visueller Editor, HTML-Import sowie die Übergabe in wiederverwendbare React-Site-Kit- und Storybook-Bausteine. Dadurch wird aus einer Idee ein anschlussfähiger Prototyp, bevor viel Zeit in die finale Produktion fließt. Direkte Synchronisationen mit Contentful, Storyblok, AEM oder anderen CMS sind keine pauschale Standardfunktion, sondern werden projektspezifisch angebunden.</a:t>
            </a:r>
          </a:p>
          <a:p xmlns:a="http://schemas.openxmlformats.org/drawingml/2006/main">
            <a:r>
              <a:t/>
            </a:r>
          </a:p>
          <a:p xmlns:a="http://schemas.openxmlformats.org/drawingml/2006/main">
            <a:r>
              <a:t>ÜBERGANG</a:t>
            </a:r>
          </a:p>
          <a:p xmlns:a="http://schemas.openxmlformats.org/drawingml/2006/main">
            <a:r>
              <a:t>Bevor eine Variante weitergegeben wird, muss sie zur Marke passen.</a:t>
            </a:r>
          </a:p>
          <a:p xmlns:a="http://schemas.openxmlformats.org/drawingml/2006/main">
            <a:r>
              <a:t/>
            </a:r>
          </a:p>
          <a:p xmlns:a="http://schemas.openxmlformats.org/drawingml/2006/main">
            <a:r>
              <a:t>[Sources]</a:t>
            </a:r>
          </a:p>
          <a:p xmlns:a="http://schemas.openxmlformats.org/drawingml/2006/main">
            <a:r>
              <a:t>- AI-generated visual asset created specifically for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BRANDION macht Marke zu nutzbarem Systemwissen. Farben, Typografie, Layoutregeln, Sprache, Logos und weitere Guidelines können zentral hinterlegt und an anderen Stellen wiederverwendet werden. Geprüft werden digitale sowie klassische druckfertige PDF- und Bild-Assets – Print ist also ausdrücklich Teil des Anwendungsfalls. Wichtig ist die Reihenfolge: Zuerst steht die regelbasierte Brand-Compliance. Danach kann über PLEXON und AUDION eine synthetische Persona-Einschätzung ergänzt werden, etwa ob eine zulässige Secondary-Farbe bei einer Zielgruppe besser resoniert. Compliance und Zielgruppenwirkung sind zwei unterschiedliche Aussagen. BRANDION unterstützt die Prüfung, ersetzt aber keine strategische, rechtliche oder finale menschliche Freigabe.</a:t>
            </a:r>
          </a:p>
          <a:p xmlns:a="http://schemas.openxmlformats.org/drawingml/2006/main">
            <a:r>
              <a:t/>
            </a:r>
          </a:p>
          <a:p xmlns:a="http://schemas.openxmlformats.org/drawingml/2006/main">
            <a:r>
              <a:t>ÜBERGANG</a:t>
            </a:r>
          </a:p>
          <a:p xmlns:a="http://schemas.openxmlformats.org/drawingml/2006/main">
            <a:r>
              <a:t>Neben Markenkonformität braucht ein digitales Erlebnis kontinuierliche Qualitätskontrolle.</a:t>
            </a:r>
          </a:p>
          <a:p xmlns:a="http://schemas.openxmlformats.org/drawingml/2006/main">
            <a:r>
              <a:t/>
            </a:r>
          </a:p>
          <a:p xmlns:a="http://schemas.openxmlformats.org/drawingml/2006/main">
            <a:r>
              <a:t>[Sources]</a:t>
            </a:r>
          </a:p>
          <a:p xmlns:a="http://schemas.openxmlformats.org/drawingml/2006/main">
            <a:r>
              <a:t>- AI-generated visual asset created specifically for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CHECKION betrachtet Website-Qualität über mehrere Linsen: SEO, GEO, Content, Accessibility, Performance und technische Signale. Der Nutzen entsteht durch die Wiederholbarkeit. CHECKION kann als Release Gate vor dem Launch, als Re-Run nach Anpassungen oder für die Beobachtung mehrerer Sites eingesetzt werden. Re-Runs sind heute vorhanden; regelmäßige Ausführungen lassen sich über PLEXON oder externe Trigger konfigurieren. Native Wochen- oder Monatspläne und ein vollständiger Regressionsticket-Lifecycle sind Roadmap-Themen. CHECKION liefert messbare Issues, Coverage und Pass-Rates, garantiert aber weder Rankings noch AI-Zitationen oder Conversion. Im Pilot können zusätzlich Lösungszeit und wiederkehrende Regressionen betrachtet werden.</a:t>
            </a:r>
          </a:p>
          <a:p xmlns:a="http://schemas.openxmlformats.org/drawingml/2006/main">
            <a:r>
              <a:t/>
            </a:r>
          </a:p>
          <a:p xmlns:a="http://schemas.openxmlformats.org/drawingml/2006/main">
            <a:r>
              <a:t>ÜBERGANG</a:t>
            </a:r>
          </a:p>
          <a:p xmlns:a="http://schemas.openxmlformats.org/drawingml/2006/main">
            <a:r>
              <a:t>Diese Fähigkeiten müssen nicht in einem geschlossenen MSQ-DX-Stack bleiben.</a:t>
            </a:r>
          </a:p>
          <a:p xmlns:a="http://schemas.openxmlformats.org/drawingml/2006/main">
            <a:r>
              <a:t/>
            </a:r>
          </a:p>
          <a:p xmlns:a="http://schemas.openxmlformats.org/drawingml/2006/main">
            <a:r>
              <a:t>[Sources]</a:t>
            </a:r>
          </a:p>
          <a:p xmlns:a="http://schemas.openxmlformats.org/drawingml/2006/main">
            <a:r>
              <a:t>- Local CHECKION product tutorial screenshots from knowledge/tutorials/assets/checkion-article/.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PLEXON ist als offenes Ökosystem gedacht. Marktforschung, Marktmonitoring, Design, Brand Management, CMS, Analytics, Collaboration und eigene Systeme können über MCP, APIs oder Webhooks eingebunden werden. Beispiele sind Brandwatch oder Qualtrics auf der Research-Seite, Figma oder Bynder für Brand und Design sowie Contentful, Storyblok oder AEM für Experience-Prozesse. Die Toolnamen auf der Folie sind Integrationsziele, keine Zusage, dass jede Verbindung ohne Aufwand sofort produktiv ist. Je System braucht es einen Adapter oder eine Konfiguration sowie passende Lizenzen und Berechtigungen. Das Ziel ist nicht, den vorhandenen Stack zu ersetzen, sondern Daten hinein-, Aktionen hinaus- und Erkenntnisse wieder zurückfließen zu lassen.</a:t>
            </a:r>
          </a:p>
          <a:p xmlns:a="http://schemas.openxmlformats.org/drawingml/2006/main">
            <a:r>
              <a:t/>
            </a:r>
          </a:p>
          <a:p xmlns:a="http://schemas.openxmlformats.org/drawingml/2006/main">
            <a:r>
              <a:t>ÜBERGANG</a:t>
            </a:r>
          </a:p>
          <a:p xmlns:a="http://schemas.openxmlformats.org/drawingml/2006/main">
            <a:r>
              <a:t>Je offener und autonomer das System wird, desto wichtiger wird Governance.</a:t>
            </a:r>
          </a:p>
          <a:p xmlns:a="http://schemas.openxmlformats.org/drawingml/2006/main">
            <a:r>
              <a:t/>
            </a:r>
          </a:p>
          <a:p xmlns:a="http://schemas.openxmlformats.org/drawingml/2006/main">
            <a:r>
              <a:t>[Sources]</a:t>
            </a:r>
          </a:p>
          <a:p xmlns:a="http://schemas.openxmlformats.org/drawingml/2006/main">
            <a:r>
              <a:t>- https://developers.brandwatch.com/</a:t>
            </a:r>
          </a:p>
          <a:p xmlns:a="http://schemas.openxmlformats.org/drawingml/2006/main">
            <a:r>
              <a:t>- https://developer.meltwater.com/docs/</a:t>
            </a:r>
          </a:p>
          <a:p xmlns:a="http://schemas.openxmlformats.org/drawingml/2006/main">
            <a:r>
              <a:t>- https://developers.similarweb.com/docs/similarweb-web-traffic-api</a:t>
            </a:r>
          </a:p>
          <a:p xmlns:a="http://schemas.openxmlformats.org/drawingml/2006/main">
            <a:r>
              <a:t>- https://api.qualtrics.com/</a:t>
            </a:r>
          </a:p>
          <a:p xmlns:a="http://schemas.openxmlformats.org/drawingml/2006/main">
            <a:r>
              <a:t>- https://www.typeform.com/developers/</a:t>
            </a:r>
          </a:p>
          <a:p xmlns:a="http://schemas.openxmlformats.org/drawingml/2006/main">
            <a:r>
              <a:t>- https://developer.surveymonkey.com/api/v3/</a:t>
            </a:r>
          </a:p>
          <a:p xmlns:a="http://schemas.openxmlformats.org/drawingml/2006/main">
            <a:r>
              <a:t>- https://developers.google.com/webmaster-tools/v1/api_reference_index</a:t>
            </a:r>
          </a:p>
          <a:p xmlns:a="http://schemas.openxmlformats.org/drawingml/2006/main">
            <a:r>
              <a:t>- https://developers.google.com/speed/docs/insights/v5/get-started</a:t>
            </a:r>
          </a:p>
          <a:p xmlns:a="http://schemas.openxmlformats.org/drawingml/2006/main">
            <a:r>
              <a:t>- https://developer.siteimprove.com/</a:t>
            </a:r>
          </a:p>
          <a:p xmlns:a="http://schemas.openxmlformats.org/drawingml/2006/main">
            <a:r>
              <a:t>- https://developers.figma.com/docs/rest-api/</a:t>
            </a:r>
          </a:p>
          <a:p xmlns:a="http://schemas.openxmlformats.org/drawingml/2006/main">
            <a:r>
              <a:t>- https://developer.frontify.com/</a:t>
            </a:r>
          </a:p>
          <a:p xmlns:a="http://schemas.openxmlformats.org/drawingml/2006/main">
            <a:r>
              <a:t>- https://developers.bynder.com/</a:t>
            </a:r>
          </a:p>
          <a:p xmlns:a="http://schemas.openxmlformats.org/drawingml/2006/main">
            <a:r>
              <a:t>- https://www.contentful.com/developers/docs/references/api-basics/</a:t>
            </a:r>
          </a:p>
          <a:p xmlns:a="http://schemas.openxmlformats.org/drawingml/2006/main">
            <a:r>
              <a:t>- https://www.storyblok.com/docs/api/management</a:t>
            </a:r>
          </a:p>
          <a:p xmlns:a="http://schemas.openxmlformats.org/drawingml/2006/main">
            <a:r>
              <a:t>- https://experienceleague.adobe.com/en/docs/experience-manager-cloud-service/content/headless/introduction</a:t>
            </a:r>
          </a:p>
          <a:p xmlns:a="http://schemas.openxmlformats.org/drawingml/2006/main">
            <a:r>
              <a:t>- https://developers.webflow.com/data/reference/content-management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Governance beginnt bei der Herkunft einer Aussage. Wir müssen erkennen können, aus welcher Quelle sie stammt, wie aktuell sie ist und ob wir über einen Fakt, eine Interpretation, eine Hypothese oder eine Simulation sprechen. Danach folgen Rollen und Freigaben: Wer darf nur analysieren, wer darf eine Aktion auslösen und an welcher Stelle ist ein menschliches Gate erforderlich? Die Run-Historie und ein Audit Trail machen Entscheidungen nachträglich nachvollziehbar. So lassen sich auch MaFo-basierte Governance-Prozesse abbilden – beispielsweise eine automatisierte Vorprüfung gegen Brandregeln mit anschließender menschlicher Freigabe. Die Grenzen bleiben klar: Modellantwort ist nicht Fakt, Persona ist kein empirischer Nachweis und Automation ist keine unbeschränkte Autonomie.</a:t>
            </a:r>
          </a:p>
          <a:p xmlns:a="http://schemas.openxmlformats.org/drawingml/2006/main">
            <a:r>
              <a:t/>
            </a:r>
          </a:p>
          <a:p xmlns:a="http://schemas.openxmlformats.org/drawingml/2006/main">
            <a:r>
              <a:t>ÜBERGANG</a:t>
            </a:r>
          </a:p>
          <a:p xmlns:a="http://schemas.openxmlformats.org/drawingml/2006/main">
            <a:r>
              <a:t>Damit Governance nicht nur formal bleibt, muss die Wirkung messbar werden.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Wir unterscheiden bewusst zwischen Produkt-KPIs und Pilot- beziehungsweise Business-KPIs. Produkt-KPIs zeigen, ob eine Fähigkeit technisch und fachlich liefert: beispielsweise Signal bis Research Brief, Evidence Coverage, Persona-Feedback, Pass-Rate, Issues oder Prüf-Coverage. Pilot-KPIs beantworten die geschäftliche Frage: Entscheiden wir schneller, validieren wir früher und reduzieren wir Freigabeschleifen oder Regressionen? Dafür behaupten wir keine pauschalen Prozentwerte. Wir messen zunächst eine Baseline im echten Prozess und legen anschließend gemeinsam einen Zielkorridor fest. So wird sichtbar, ob PLEXON tatsächlich schnelleres Entscheiden, relevantere Gestaltung und sichereres Ausspielen unterstützt.</a:t>
            </a:r>
          </a:p>
          <a:p xmlns:a="http://schemas.openxmlformats.org/drawingml/2006/main">
            <a:r>
              <a:t/>
            </a:r>
          </a:p>
          <a:p xmlns:a="http://schemas.openxmlformats.org/drawingml/2006/main">
            <a:r>
              <a:t>ÜBERGANG</a:t>
            </a:r>
          </a:p>
          <a:p xmlns:a="http://schemas.openxmlformats.org/drawingml/2006/main">
            <a:r>
              <a:t>Der sinnvollste nächste Schritt ist deshalb kein Big Bang, sondern ein klar abgegrenzter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SPRECHERTEXT (ca. 45–60 Sek.)</a:t>
            </a:r>
          </a:p>
          <a:p xmlns:a="http://schemas.openxmlformats.org/drawingml/2006/main">
            <a:r>
              <a:t/>
            </a:r>
          </a:p>
          <a:p xmlns:a="http://schemas.openxmlformats.org/drawingml/2006/main">
            <a:r>
              <a:t>Wir sollten nicht mit allen Apps und Integrationen gleichzeitig beginnen. Ein guter Pilot nimmt einen realen, wiederkehrenden und ausreichend relevanten Prozess mit klarer Fragestellung. Zuerst erfassen wir die Baseline und definieren, was sich verbessern soll. Dann bauen wir den kleinsten messbaren Workflow, prüfen Datenqualität, Rollen, Grenzen und Wirkung im Alltag und entscheiden anschließend mit Evidenz: skalieren, erweitern oder stoppen. Besonders geeignet ist ein Use Case, bei dem heute spürbarer Kontextverlust zwischen Research, Zielgruppe, Kreation, Marke und Qualität entsteht. Damit würde ich gern in die Diskussion gehen: Welchen konkreten Prozess nehmen wir zuerst?</a:t>
            </a:r>
          </a:p>
          <a:p xmlns:a="http://schemas.openxmlformats.org/drawingml/2006/main">
            <a:r>
              <a:t/>
            </a:r>
          </a:p>
          <a:p xmlns:a="http://schemas.openxmlformats.org/drawingml/2006/main">
            <a:r>
              <a:t>ÜBERGANG</a:t>
            </a:r>
          </a:p>
          <a:p xmlns:a="http://schemas.openxmlformats.org/drawingml/2006/main">
            <a:r>
              <a:t>Diskussion und Auswahl des Pilotprozesses.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05bb53079746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c05b97a6c94d72" /><Relationship Type="http://schemas.openxmlformats.org/officeDocument/2006/relationships/slideLayout" Target="/ppt/slideLayouts/slideLayout1.xml" Id="R4ccf96f4c40b4c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cf96f4c40b4c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e9ef6049a342bc" /><Relationship Type="http://schemas.openxmlformats.org/officeDocument/2006/relationships/image" Target="/ppt/media/image.png" Id="R775dd3361e46418f" /><Relationship Type="http://schemas.openxmlformats.org/officeDocument/2006/relationships/image" Target="/ppt/media/image2.png" Id="Ra0f628e2b5e74d1d" /><Relationship Type="http://schemas.openxmlformats.org/officeDocument/2006/relationships/notesSlide" Target="/ppt/notesSlides/notesSlide1.xml" Id="Ra6f8048e93534a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155724199d74264" /><Relationship Type="http://schemas.openxmlformats.org/officeDocument/2006/relationships/image" Target="/ppt/media/image3.png" Id="R58f4975118344f70" /><Relationship Type="http://schemas.openxmlformats.org/officeDocument/2006/relationships/notesSlide" Target="/ppt/notesSlides/notesSlide2.xml" Id="Rc5a778c60ce346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7fdf22e721c4963" /><Relationship Type="http://schemas.openxmlformats.org/officeDocument/2006/relationships/image" Target="/ppt/media/image4.png" Id="Rb326742d58c84735" /><Relationship Type="http://schemas.openxmlformats.org/officeDocument/2006/relationships/notesSlide" Target="/ppt/notesSlides/notesSlide3.xml" Id="R577fbea6705f4e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a501fa4f8544254" /><Relationship Type="http://schemas.openxmlformats.org/officeDocument/2006/relationships/image" Target="/ppt/media/image5.png" Id="R9ec24ec98eda4d63" /><Relationship Type="http://schemas.openxmlformats.org/officeDocument/2006/relationships/notesSlide" Target="/ppt/notesSlides/notesSlide4.xml" Id="R4662f85ca6c14d3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481d91f54584527" /><Relationship Type="http://schemas.openxmlformats.org/officeDocument/2006/relationships/image" Target="/ppt/media/image6.png" Id="Ra22c09aed52c421f" /><Relationship Type="http://schemas.openxmlformats.org/officeDocument/2006/relationships/image" Target="/ppt/media/image7.png" Id="R2452752f398c4d4e" /><Relationship Type="http://schemas.openxmlformats.org/officeDocument/2006/relationships/notesSlide" Target="/ppt/notesSlides/notesSlide5.xml" Id="R7619f76ff86e40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a321e863391497d" /><Relationship Type="http://schemas.openxmlformats.org/officeDocument/2006/relationships/image" Target="/ppt/media/image8.png" Id="R31113c1f548d48b8" /><Relationship Type="http://schemas.openxmlformats.org/officeDocument/2006/relationships/notesSlide" Target="/ppt/notesSlides/notesSlide6.xml" Id="Rba920e68ea6c40b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7295d3f0c094fed" /><Relationship Type="http://schemas.openxmlformats.org/officeDocument/2006/relationships/image" Target="/ppt/media/image9.png" Id="R4cc5ed8f1d144b8d" /><Relationship Type="http://schemas.openxmlformats.org/officeDocument/2006/relationships/image" Target="/ppt/media/image10.png" Id="R62996def16484619" /><Relationship Type="http://schemas.openxmlformats.org/officeDocument/2006/relationships/notesSlide" Target="/ppt/notesSlides/notesSlide7.xml" Id="Rf1e70e3c7108439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3e0613b769c44ba" /><Relationship Type="http://schemas.openxmlformats.org/officeDocument/2006/relationships/image" Target="/ppt/media/image11.png" Id="Rc0397273579b49f8" /><Relationship Type="http://schemas.openxmlformats.org/officeDocument/2006/relationships/image" Target="/ppt/media/image12.png" Id="R4726a22fa2a94f17" /><Relationship Type="http://schemas.openxmlformats.org/officeDocument/2006/relationships/notesSlide" Target="/ppt/notesSlides/notesSlide8.xml" Id="Rf4865eb77b74442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f6f112cfee14cd0" /><Relationship Type="http://schemas.openxmlformats.org/officeDocument/2006/relationships/image" Target="/ppt/media/image13.png" Id="Rdd22b630c8064df3" /><Relationship Type="http://schemas.openxmlformats.org/officeDocument/2006/relationships/image" Target="/ppt/media/image14.png" Id="R11eaecbd91b54160" /><Relationship Type="http://schemas.openxmlformats.org/officeDocument/2006/relationships/notesSlide" Target="/ppt/notesSlides/notesSlide9.xml" Id="R18a5c22d0e974ff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9e9e93794ba467c" /><Relationship Type="http://schemas.openxmlformats.org/officeDocument/2006/relationships/image" Target="/ppt/media/image15.png" Id="R3fc9d74456e14042" /><Relationship Type="http://schemas.openxmlformats.org/officeDocument/2006/relationships/image" Target="/ppt/media/image16.png" Id="R377197766a044423" /><Relationship Type="http://schemas.openxmlformats.org/officeDocument/2006/relationships/notesSlide" Target="/ppt/notesSlides/notesSlide10.xml" Id="R4c534d78fec5466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30dd4d8890246ef" /><Relationship Type="http://schemas.openxmlformats.org/officeDocument/2006/relationships/image" Target="/ppt/media/image17.png" Id="R72f749b2083b4706" /><Relationship Type="http://schemas.openxmlformats.org/officeDocument/2006/relationships/image" Target="/ppt/media/image.jpeg" Id="R48567ca2f8ea4037" /><Relationship Type="http://schemas.openxmlformats.org/officeDocument/2006/relationships/image" Target="/ppt/media/image2.jpeg" Id="R298d5a926ca44ffe" /><Relationship Type="http://schemas.openxmlformats.org/officeDocument/2006/relationships/image" Target="/ppt/media/image3.jpeg" Id="Re5672649dffe47b1" /><Relationship Type="http://schemas.openxmlformats.org/officeDocument/2006/relationships/notesSlide" Target="/ppt/notesSlides/notesSlide11.xml" Id="Rc3c1a89c7d274ba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14a1f69809a4961" /><Relationship Type="http://schemas.openxmlformats.org/officeDocument/2006/relationships/image" Target="/ppt/media/image18.png" Id="R8dde7a9fd73e4a91" /><Relationship Type="http://schemas.openxmlformats.org/officeDocument/2006/relationships/notesSlide" Target="/ppt/notesSlides/notesSlide12.xml" Id="R601040a7bafd4a0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3e88b86d3f2402f" /><Relationship Type="http://schemas.openxmlformats.org/officeDocument/2006/relationships/image" Target="/ppt/media/image19.png" Id="R1be25ab49f2d458c" /><Relationship Type="http://schemas.openxmlformats.org/officeDocument/2006/relationships/notesSlide" Target="/ppt/notesSlides/notesSlide13.xml" Id="R05a41b61f63041d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e37eabeae0748f2" /><Relationship Type="http://schemas.openxmlformats.org/officeDocument/2006/relationships/image" Target="/ppt/media/image20.png" Id="R9cc56f7ad5ee4583" /><Relationship Type="http://schemas.openxmlformats.org/officeDocument/2006/relationships/notesSlide" Target="/ppt/notesSlides/notesSlide14.xml" Id="R33737d184971491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fd4e433a48b43b9" /><Relationship Type="http://schemas.openxmlformats.org/officeDocument/2006/relationships/image" Target="/ppt/media/image21.png" Id="R1373e910204b4706" /><Relationship Type="http://schemas.openxmlformats.org/officeDocument/2006/relationships/notesSlide" Target="/ppt/notesSlides/notesSlide15.xml" Id="Rb9a77c14bd674240" /></Relationships>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75dd3361e46418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35BD810-B576-41A0-A815-1620ADEC45DA}"/>
              </a:ext>
            </a:extLst>
          </p:cNvPr>
          <p:cNvSpPr>
            <a:spLocks xmlns:a="http://schemas.openxmlformats.org/drawingml/2006/main" noGrp="1"/>
          </p:cNvSpPr>
          <p:nvPr/>
        </p:nvSpPr>
        <p:spPr>
          <a:xfrm xmlns:a="http://schemas.openxmlformats.org/drawingml/2006/main">
            <a:off x="0" y="0"/>
            <a:ext cx="4953000" cy="68580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6AF27924-CBB5-4AF4-A304-A90BCA9507F0}"/>
              </a:ext>
            </a:extLst>
          </p:cNvPr>
          <p:cNvSpPr>
            <a:spLocks xmlns:a="http://schemas.openxmlformats.org/drawingml/2006/main" noGrp="1"/>
          </p:cNvSpPr>
          <p:nvPr/>
        </p:nvSpPr>
        <p:spPr>
          <a:xfrm xmlns:a="http://schemas.openxmlformats.org/drawingml/2006/main">
            <a:off x="457200" y="381000"/>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F256B6"/>
                </a:solidFill>
                <a:latin typeface="IBM Plex Mono"/>
                <a:ea typeface="IBM Plex Mono"/>
                <a:cs typeface="IBM Plex Mono"/>
              </a:defRPr>
            </a:pPr>
            <a:r>
              <a:rPr sz="825" b="1">
                <a:solidFill>
                  <a:srgbClr val="F256B6"/>
                </a:solidFill>
                <a:latin typeface="IBM Plex Mono"/>
                <a:ea typeface="IBM Plex Mono"/>
                <a:cs typeface="IBM Plex Mono"/>
              </a:rPr>
              <a:t>PLEXON AI SUITE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0f628e2b5e74d1d"/>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29B4966-378C-4CD0-A093-C455CDA958EC}"/>
              </a:ext>
            </a:extLst>
          </p:cNvPr>
          <p:cNvSpPr>
            <a:spLocks xmlns:a="http://schemas.openxmlformats.org/drawingml/2006/main" noGrp="1"/>
          </p:cNvSpPr>
          <p:nvPr/>
        </p:nvSpPr>
        <p:spPr>
          <a:xfrm xmlns:a="http://schemas.openxmlformats.org/drawingml/2006/main">
            <a:off x="457200" y="1238250"/>
            <a:ext cx="47625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600" b="1">
                <a:solidFill>
                  <a:srgbClr val="FFFFFF"/>
                </a:solidFill>
                <a:latin typeface="Noto Sans JP"/>
                <a:ea typeface="Noto Sans JP"/>
                <a:cs typeface="Noto Sans JP"/>
              </a:defRPr>
            </a:pPr>
            <a:r>
              <a:rPr sz="3600" b="1">
                <a:solidFill>
                  <a:srgbClr val="FFFFFF"/>
                </a:solidFill>
                <a:latin typeface="Noto Sans JP"/>
                <a:ea typeface="Noto Sans JP"/>
                <a:cs typeface="Noto Sans JP"/>
              </a:rPr>
              <a:t>Spezialisierte</a:t>
            </a:r>
          </a:p>
          <a:p xmlns:a="http://schemas.openxmlformats.org/drawingml/2006/main">
            <a:pPr algn="l">
              <a:buNone/>
              <a:defRPr sz="3600" b="1">
                <a:solidFill>
                  <a:srgbClr val="FFFFFF"/>
                </a:solidFill>
                <a:latin typeface="Noto Sans JP"/>
                <a:ea typeface="Noto Sans JP"/>
                <a:cs typeface="Noto Sans JP"/>
              </a:defRPr>
            </a:pPr>
            <a:r>
              <a:rPr sz="3600" b="1">
                <a:solidFill>
                  <a:srgbClr val="FFFFFF"/>
                </a:solidFill>
                <a:latin typeface="Noto Sans JP"/>
                <a:ea typeface="Noto Sans JP"/>
                <a:cs typeface="Noto Sans JP"/>
              </a:rPr>
              <a:t>Fähigkeiten.</a:t>
            </a:r>
          </a:p>
          <a:p xmlns:a="http://schemas.openxmlformats.org/drawingml/2006/main">
            <a:pPr algn="l">
              <a:buNone/>
              <a:defRPr sz="3600" b="1">
                <a:solidFill>
                  <a:srgbClr val="FFFFFF"/>
                </a:solidFill>
                <a:latin typeface="Noto Sans JP"/>
                <a:ea typeface="Noto Sans JP"/>
                <a:cs typeface="Noto Sans JP"/>
              </a:defRPr>
            </a:pPr>
            <a:r>
              <a:rPr sz="3600" b="1">
                <a:solidFill>
                  <a:srgbClr val="FFFFFF"/>
                </a:solidFill>
                <a:latin typeface="Noto Sans JP"/>
                <a:ea typeface="Noto Sans JP"/>
                <a:cs typeface="Noto Sans JP"/>
              </a:rPr>
              <a:t>Gemeinsame</a:t>
            </a:r>
          </a:p>
          <a:p xmlns:a="http://schemas.openxmlformats.org/drawingml/2006/main">
            <a:pPr algn="l">
              <a:buNone/>
              <a:defRPr sz="3600" b="1">
                <a:solidFill>
                  <a:srgbClr val="FFFFFF"/>
                </a:solidFill>
                <a:latin typeface="Noto Sans JP"/>
                <a:ea typeface="Noto Sans JP"/>
                <a:cs typeface="Noto Sans JP"/>
              </a:defRPr>
            </a:pPr>
            <a:r>
              <a:rPr sz="3600" b="1">
                <a:solidFill>
                  <a:srgbClr val="FFFFFF"/>
                </a:solidFill>
                <a:latin typeface="Noto Sans JP"/>
                <a:ea typeface="Noto Sans JP"/>
                <a:cs typeface="Noto Sans JP"/>
              </a:rPr>
              <a:t>Intelligenz.</a:t>
            </a:r>
          </a:p>
        </p:txBody>
      </p:sp>
      <p:sp>
        <p:nvSpPr>
          <p:cNvPr id="6" name="">
            <a:extLst xmlns:a="http://schemas.openxmlformats.org/drawingml/2006/main">
              <a:ext uri="{FF2B5EF4-FFF2-40B4-BE49-F238E27FC236}">
                <a16:creationId xmlns:a16="http://schemas.microsoft.com/office/drawing/2014/main" id="{361FC747-48CD-4DE4-A781-380FF4F3FF03}"/>
              </a:ext>
            </a:extLst>
          </p:cNvPr>
          <p:cNvSpPr>
            <a:spLocks xmlns:a="http://schemas.openxmlformats.org/drawingml/2006/main" noGrp="1"/>
          </p:cNvSpPr>
          <p:nvPr/>
        </p:nvSpPr>
        <p:spPr>
          <a:xfrm xmlns:a="http://schemas.openxmlformats.org/drawingml/2006/main">
            <a:off x="457200" y="4171950"/>
            <a:ext cx="4238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331"/>
          </a:bodyPr>
          <a:lstStyle xmlns:a="http://schemas.openxmlformats.org/drawingml/2006/main"/>
          <a:p xmlns:a="http://schemas.openxmlformats.org/drawingml/2006/main">
            <a:pPr algn="l">
              <a:buNone/>
              <a:defRPr sz="1350" b="1">
                <a:solidFill>
                  <a:srgbClr val="FFFFFF"/>
                </a:solidFill>
                <a:latin typeface="Noto Sans JP Light"/>
                <a:ea typeface="Noto Sans JP Light"/>
                <a:cs typeface="Noto Sans JP Light"/>
              </a:defRPr>
            </a:pPr>
            <a:r>
              <a:rPr sz="1350" b="1">
                <a:solidFill>
                  <a:srgbClr val="FFFFFF"/>
                </a:solidFill>
                <a:latin typeface="Noto Sans JP Light"/>
                <a:ea typeface="Noto Sans JP Light"/>
                <a:cs typeface="Noto Sans JP Light"/>
              </a:rPr>
              <a:t>PLEXON verbindet Wissen in agentischen Workflows – und macht neue Zusammenhänge nutzbar.</a:t>
            </a:r>
          </a:p>
        </p:txBody>
      </p:sp>
      <p:sp>
        <p:nvSpPr>
          <p:cNvPr id="7" name="">
            <a:extLst xmlns:a="http://schemas.openxmlformats.org/drawingml/2006/main">
              <a:ext uri="{FF2B5EF4-FFF2-40B4-BE49-F238E27FC236}">
                <a16:creationId xmlns:a16="http://schemas.microsoft.com/office/drawing/2014/main" id="{5231BEDB-86C9-41C4-A474-617164C539ED}"/>
              </a:ext>
            </a:extLst>
          </p:cNvPr>
          <p:cNvSpPr>
            <a:spLocks xmlns:a="http://schemas.openxmlformats.org/drawingml/2006/main" noGrp="1"/>
          </p:cNvSpPr>
          <p:nvPr/>
        </p:nvSpPr>
        <p:spPr>
          <a:xfrm xmlns:a="http://schemas.openxmlformats.org/drawingml/2006/main">
            <a:off x="457200" y="5334000"/>
            <a:ext cx="1619250" cy="38100"/>
          </a:xfrm>
          <a:prstGeom xmlns:a="http://schemas.openxmlformats.org/drawingml/2006/main" prst="rect">
            <a:avLst/>
          </a:prstGeom>
          <a:solidFill xmlns:a="http://schemas.openxmlformats.org/drawingml/2006/main">
            <a:srgbClr val="F256B6"/>
          </a:solidFill>
          <a:ln xmlns:a="http://schemas.openxmlformats.org/drawingml/2006/main" w="0">
            <a:solidFill>
              <a:srgbClr val="F256B6"/>
            </a:solidFill>
            <a:prstDash val="solid"/>
          </a:ln>
        </p:spPr>
      </p:sp>
      <p:sp>
        <p:nvSpPr>
          <p:cNvPr id="8" name="">
            <a:extLst xmlns:a="http://schemas.openxmlformats.org/drawingml/2006/main">
              <a:ext uri="{FF2B5EF4-FFF2-40B4-BE49-F238E27FC236}">
                <a16:creationId xmlns:a16="http://schemas.microsoft.com/office/drawing/2014/main" id="{C8A1ECEA-9D54-4A2F-98D3-5240CE9487A6}"/>
              </a:ext>
            </a:extLst>
          </p:cNvPr>
          <p:cNvSpPr>
            <a:spLocks xmlns:a="http://schemas.openxmlformats.org/drawingml/2006/main" noGrp="1"/>
          </p:cNvSpPr>
          <p:nvPr/>
        </p:nvSpPr>
        <p:spPr>
          <a:xfrm xmlns:a="http://schemas.openxmlformats.org/drawingml/2006/main">
            <a:off x="457200" y="55245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0">
                <a:solidFill>
                  <a:srgbClr val="FFFFFF"/>
                </a:solidFill>
                <a:latin typeface="IBM Plex Mono"/>
                <a:ea typeface="IBM Plex Mono"/>
                <a:cs typeface="IBM Plex Mono"/>
              </a:defRPr>
            </a:pPr>
            <a:r>
              <a:rPr sz="750" b="0">
                <a:solidFill>
                  <a:srgbClr val="FFFFFF"/>
                </a:solidFill>
                <a:latin typeface="IBM Plex Mono"/>
                <a:ea typeface="IBM Plex Mono"/>
                <a:cs typeface="IBM Plex Mono"/>
              </a:rPr>
              <a:t>MSQ DX · 2026</a:t>
            </a:r>
          </a:p>
        </p:txBody>
      </p:sp>
      <p:sp>
        <p:nvSpPr>
          <p:cNvPr id="9" name="">
            <a:extLst xmlns:a="http://schemas.openxmlformats.org/drawingml/2006/main">
              <a:ext uri="{FF2B5EF4-FFF2-40B4-BE49-F238E27FC236}">
                <a16:creationId xmlns:a16="http://schemas.microsoft.com/office/drawing/2014/main" id="{843E71B6-E53A-4A96-80EB-034C687BFC26}"/>
              </a:ext>
            </a:extLst>
          </p:cNvPr>
          <p:cNvSpPr>
            <a:spLocks xmlns:a="http://schemas.openxmlformats.org/drawingml/2006/main" noGrp="1"/>
          </p:cNvSpPr>
          <p:nvPr/>
        </p:nvSpPr>
        <p:spPr>
          <a:xfrm xmlns:a="http://schemas.openxmlformats.org/drawingml/2006/main">
            <a:off x="457200" y="6438900"/>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0">
                <a:solidFill>
                  <a:srgbClr val="B9B9B9"/>
                </a:solidFill>
                <a:latin typeface="IBM Plex Mono"/>
                <a:ea typeface="IBM Plex Mono"/>
                <a:cs typeface="IBM Plex Mono"/>
              </a:defRPr>
            </a:pPr>
            <a:r>
              <a:rPr sz="675" b="0">
                <a:solidFill>
                  <a:srgbClr val="B9B9B9"/>
                </a:solidFill>
                <a:latin typeface="IBM Plex Mono"/>
                <a:ea typeface="IBM Plex Mono"/>
                <a:cs typeface="IBM Plex Mono"/>
              </a:rPr>
              <a:t>KUNDENPRÄSENTATION</a:t>
            </a:r>
          </a:p>
        </p:txBody>
      </p:sp>
    </p:spTree>
    <p:extLst>
      <p:ext uri="{BB962C8B-B14F-4D97-AF65-F5344CB8AC3E}">
        <p14:creationId xmlns:p14="http://schemas.microsoft.com/office/powerpoint/2010/main" val="17075830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4A7BDDB-C0EE-488A-B824-A8FEC89107D3}"/>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AUSGANGSLAGE</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58f4975118344f70"/>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C6A54B1-BEF2-40D4-A8D8-544D483A449C}"/>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686868"/>
                </a:solidFill>
                <a:latin typeface="IBM Plex Mono"/>
                <a:ea typeface="IBM Plex Mono"/>
                <a:cs typeface="IBM Plex Mono"/>
              </a:defRPr>
            </a:pPr>
            <a:r>
              <a:rPr sz="675" b="0">
                <a:solidFill>
                  <a:srgbClr val="686868"/>
                </a:solidFill>
                <a:latin typeface="IBM Plex Mono"/>
                <a:ea typeface="IBM Plex Mono"/>
                <a:cs typeface="IBM Plex Mono"/>
              </a:rPr>
              <a:t>02</a:t>
            </a:r>
          </a:p>
        </p:txBody>
      </p:sp>
      <p:sp>
        <p:nvSpPr>
          <p:cNvPr id="4" name="">
            <a:extLst xmlns:a="http://schemas.openxmlformats.org/drawingml/2006/main">
              <a:ext uri="{FF2B5EF4-FFF2-40B4-BE49-F238E27FC236}">
                <a16:creationId xmlns:a16="http://schemas.microsoft.com/office/drawing/2014/main" id="{E8F2F660-14B1-4978-B477-1DFC885EDF31}"/>
              </a:ext>
            </a:extLst>
          </p:cNvPr>
          <p:cNvSpPr>
            <a:spLocks xmlns:a="http://schemas.openxmlformats.org/drawingml/2006/main" noGrp="1"/>
          </p:cNvSpPr>
          <p:nvPr/>
        </p:nvSpPr>
        <p:spPr>
          <a:xfrm xmlns:a="http://schemas.openxmlformats.org/drawingml/2006/main">
            <a:off x="457200" y="7810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850" b="1">
                <a:solidFill>
                  <a:srgbClr val="111111"/>
                </a:solidFill>
                <a:latin typeface="Noto Sans JP"/>
                <a:ea typeface="Noto Sans JP"/>
                <a:cs typeface="Noto Sans JP"/>
              </a:defRPr>
            </a:pPr>
            <a:r>
              <a:rPr sz="2850" b="1">
                <a:solidFill>
                  <a:srgbClr val="111111"/>
                </a:solidFill>
                <a:latin typeface="Noto Sans JP"/>
                <a:ea typeface="Noto Sans JP"/>
                <a:cs typeface="Noto Sans JP"/>
              </a:rPr>
              <a:t>Mehr Tools schaffen noch keinen gemeinsamen Kontext.</a:t>
            </a:r>
          </a:p>
        </p:txBody>
      </p:sp>
      <p:sp>
        <p:nvSpPr>
          <p:cNvPr id="5" name="">
            <a:extLst xmlns:a="http://schemas.openxmlformats.org/drawingml/2006/main">
              <a:ext uri="{FF2B5EF4-FFF2-40B4-BE49-F238E27FC236}">
                <a16:creationId xmlns:a16="http://schemas.microsoft.com/office/drawing/2014/main" id="{58BF7D2E-FE8E-4C54-87C1-66623D041980}"/>
              </a:ext>
            </a:extLst>
          </p:cNvPr>
          <p:cNvSpPr>
            <a:spLocks xmlns:a="http://schemas.openxmlformats.org/drawingml/2006/main" noGrp="1"/>
          </p:cNvSpPr>
          <p:nvPr/>
        </p:nvSpPr>
        <p:spPr>
          <a:xfrm xmlns:a="http://schemas.openxmlformats.org/drawingml/2006/main">
            <a:off x="457200" y="14859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a:solidFill>
                  <a:srgbClr val="111111"/>
                </a:solidFill>
                <a:latin typeface="Noto Sans JP Light"/>
                <a:ea typeface="Noto Sans JP Light"/>
                <a:cs typeface="Noto Sans JP Light"/>
              </a:defRPr>
            </a:pPr>
            <a:r>
              <a:rPr sz="1275" b="1">
                <a:solidFill>
                  <a:srgbClr val="111111"/>
                </a:solidFill>
                <a:latin typeface="Noto Sans JP Light"/>
                <a:ea typeface="Noto Sans JP Light"/>
                <a:cs typeface="Noto Sans JP Light"/>
              </a:rPr>
              <a:t>MaFo, Marktsignale, Brandwissen, Kreation und Qualitätsdaten liegen oft nebeneinander. Die Übergaben kosten Herkunft, Tempo und Wirkung.</a:t>
            </a:r>
          </a:p>
        </p:txBody>
      </p:sp>
      <p:sp>
        <p:nvSpPr>
          <p:cNvPr id="6" name="">
            <a:extLst xmlns:a="http://schemas.openxmlformats.org/drawingml/2006/main">
              <a:ext uri="{FF2B5EF4-FFF2-40B4-BE49-F238E27FC236}">
                <a16:creationId xmlns:a16="http://schemas.microsoft.com/office/drawing/2014/main" id="{3C45BBEF-7C39-4C6D-84F0-F707B2BAE505}"/>
              </a:ext>
            </a:extLst>
          </p:cNvPr>
          <p:cNvSpPr>
            <a:spLocks xmlns:a="http://schemas.openxmlformats.org/drawingml/2006/main" noGrp="1"/>
          </p:cNvSpPr>
          <p:nvPr/>
        </p:nvSpPr>
        <p:spPr>
          <a:xfrm xmlns:a="http://schemas.openxmlformats.org/drawingml/2006/main">
            <a:off x="2152650" y="4457700"/>
            <a:ext cx="1905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7" name="">
            <a:extLst xmlns:a="http://schemas.openxmlformats.org/drawingml/2006/main">
              <a:ext uri="{FF2B5EF4-FFF2-40B4-BE49-F238E27FC236}">
                <a16:creationId xmlns:a16="http://schemas.microsoft.com/office/drawing/2014/main" id="{19503A42-0A0C-4A7E-8208-248CABDB16C3}"/>
              </a:ext>
            </a:extLst>
          </p:cNvPr>
          <p:cNvSpPr>
            <a:spLocks xmlns:a="http://schemas.openxmlformats.org/drawingml/2006/main" noGrp="1"/>
          </p:cNvSpPr>
          <p:nvPr/>
        </p:nvSpPr>
        <p:spPr>
          <a:xfrm xmlns:a="http://schemas.openxmlformats.org/drawingml/2006/main">
            <a:off x="4095750" y="4667250"/>
            <a:ext cx="1905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8" name="">
            <a:extLst xmlns:a="http://schemas.openxmlformats.org/drawingml/2006/main">
              <a:ext uri="{FF2B5EF4-FFF2-40B4-BE49-F238E27FC236}">
                <a16:creationId xmlns:a16="http://schemas.microsoft.com/office/drawing/2014/main" id="{6CD15978-2A0E-42F0-9719-03A4993F8CFF}"/>
              </a:ext>
            </a:extLst>
          </p:cNvPr>
          <p:cNvSpPr>
            <a:spLocks xmlns:a="http://schemas.openxmlformats.org/drawingml/2006/main" noGrp="1"/>
          </p:cNvSpPr>
          <p:nvPr/>
        </p:nvSpPr>
        <p:spPr>
          <a:xfrm xmlns:a="http://schemas.openxmlformats.org/drawingml/2006/main">
            <a:off x="6038850" y="4457700"/>
            <a:ext cx="1905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9" name="">
            <a:extLst xmlns:a="http://schemas.openxmlformats.org/drawingml/2006/main">
              <a:ext uri="{FF2B5EF4-FFF2-40B4-BE49-F238E27FC236}">
                <a16:creationId xmlns:a16="http://schemas.microsoft.com/office/drawing/2014/main" id="{1DD04011-9359-4545-89A1-6180338AB2A6}"/>
              </a:ext>
            </a:extLst>
          </p:cNvPr>
          <p:cNvSpPr>
            <a:spLocks xmlns:a="http://schemas.openxmlformats.org/drawingml/2006/main" noGrp="1"/>
          </p:cNvSpPr>
          <p:nvPr/>
        </p:nvSpPr>
        <p:spPr>
          <a:xfrm xmlns:a="http://schemas.openxmlformats.org/drawingml/2006/main">
            <a:off x="7981950" y="4667250"/>
            <a:ext cx="1905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10" name="">
            <a:extLst xmlns:a="http://schemas.openxmlformats.org/drawingml/2006/main">
              <a:ext uri="{FF2B5EF4-FFF2-40B4-BE49-F238E27FC236}">
                <a16:creationId xmlns:a16="http://schemas.microsoft.com/office/drawing/2014/main" id="{12E7C9CA-580E-48FD-943A-716F000BA66B}"/>
              </a:ext>
            </a:extLst>
          </p:cNvPr>
          <p:cNvSpPr>
            <a:spLocks xmlns:a="http://schemas.openxmlformats.org/drawingml/2006/main" noGrp="1"/>
          </p:cNvSpPr>
          <p:nvPr/>
        </p:nvSpPr>
        <p:spPr>
          <a:xfrm xmlns:a="http://schemas.openxmlformats.org/drawingml/2006/main">
            <a:off x="457200" y="2819400"/>
            <a:ext cx="1695450" cy="2076450"/>
          </a:xfrm>
          <a:prstGeom xmlns:a="http://schemas.openxmlformats.org/drawingml/2006/main" prst="rect">
            <a:avLst/>
          </a:prstGeom>
          <a:solidFill xmlns:a="http://schemas.openxmlformats.org/drawingml/2006/main">
            <a:srgbClr val="F8CBE7"/>
          </a:solidFill>
          <a:ln xmlns:a="http://schemas.openxmlformats.org/drawingml/2006/main" w="0">
            <a:solidFill>
              <a:srgbClr val="F8CBE7"/>
            </a:solidFill>
            <a:prstDash val="solid"/>
          </a:ln>
        </p:spPr>
      </p:sp>
      <p:sp>
        <p:nvSpPr>
          <p:cNvPr id="11" name="">
            <a:extLst xmlns:a="http://schemas.openxmlformats.org/drawingml/2006/main">
              <a:ext uri="{FF2B5EF4-FFF2-40B4-BE49-F238E27FC236}">
                <a16:creationId xmlns:a16="http://schemas.microsoft.com/office/drawing/2014/main" id="{A274991E-B088-4B81-8302-E82CD503F5AA}"/>
              </a:ext>
            </a:extLst>
          </p:cNvPr>
          <p:cNvSpPr>
            <a:spLocks xmlns:a="http://schemas.openxmlformats.org/drawingml/2006/main" noGrp="1"/>
          </p:cNvSpPr>
          <p:nvPr/>
        </p:nvSpPr>
        <p:spPr>
          <a:xfrm xmlns:a="http://schemas.openxmlformats.org/drawingml/2006/main">
            <a:off x="609600" y="29718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686868"/>
                </a:solidFill>
                <a:latin typeface="IBM Plex Mono"/>
                <a:ea typeface="IBM Plex Mono"/>
                <a:cs typeface="IBM Plex Mono"/>
              </a:defRPr>
            </a:pPr>
            <a:r>
              <a:rPr sz="750" b="1">
                <a:solidFill>
                  <a:srgbClr val="686868"/>
                </a:solidFill>
                <a:latin typeface="IBM Plex Mono"/>
                <a:ea typeface="IBM Plex Mono"/>
                <a:cs typeface="IBM Plex Mono"/>
              </a:rPr>
              <a:t>01</a:t>
            </a:r>
          </a:p>
        </p:txBody>
      </p:sp>
      <p:sp>
        <p:nvSpPr>
          <p:cNvPr id="12" name="">
            <a:extLst xmlns:a="http://schemas.openxmlformats.org/drawingml/2006/main">
              <a:ext uri="{FF2B5EF4-FFF2-40B4-BE49-F238E27FC236}">
                <a16:creationId xmlns:a16="http://schemas.microsoft.com/office/drawing/2014/main" id="{6EDEEFCA-F47A-4753-8A04-712822240C7F}"/>
              </a:ext>
            </a:extLst>
          </p:cNvPr>
          <p:cNvSpPr>
            <a:spLocks xmlns:a="http://schemas.openxmlformats.org/drawingml/2006/main" noGrp="1"/>
          </p:cNvSpPr>
          <p:nvPr/>
        </p:nvSpPr>
        <p:spPr>
          <a:xfrm xmlns:a="http://schemas.openxmlformats.org/drawingml/2006/main">
            <a:off x="609600" y="3562350"/>
            <a:ext cx="1390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11111"/>
                </a:solidFill>
                <a:latin typeface="Noto Sans JP"/>
                <a:ea typeface="Noto Sans JP"/>
                <a:cs typeface="Noto Sans JP"/>
              </a:defRPr>
            </a:pPr>
            <a:r>
              <a:rPr sz="1875" b="1">
                <a:solidFill>
                  <a:srgbClr val="111111"/>
                </a:solidFill>
                <a:latin typeface="Noto Sans JP"/>
                <a:ea typeface="Noto Sans JP"/>
                <a:cs typeface="Noto Sans JP"/>
              </a:rPr>
              <a:t>MaFo</a:t>
            </a:r>
          </a:p>
        </p:txBody>
      </p:sp>
      <p:sp>
        <p:nvSpPr>
          <p:cNvPr id="13" name="">
            <a:extLst xmlns:a="http://schemas.openxmlformats.org/drawingml/2006/main">
              <a:ext uri="{FF2B5EF4-FFF2-40B4-BE49-F238E27FC236}">
                <a16:creationId xmlns:a16="http://schemas.microsoft.com/office/drawing/2014/main" id="{42220B02-8105-4DAB-9600-1BD012646908}"/>
              </a:ext>
            </a:extLst>
          </p:cNvPr>
          <p:cNvSpPr>
            <a:spLocks xmlns:a="http://schemas.openxmlformats.org/drawingml/2006/main" noGrp="1"/>
          </p:cNvSpPr>
          <p:nvPr/>
        </p:nvSpPr>
        <p:spPr>
          <a:xfrm xmlns:a="http://schemas.openxmlformats.org/drawingml/2006/main">
            <a:off x="609600" y="4229100"/>
            <a:ext cx="1390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975" b="1">
                <a:solidFill>
                  <a:srgbClr val="686868"/>
                </a:solidFill>
                <a:latin typeface="Noto Sans JP Light"/>
                <a:ea typeface="Noto Sans JP Light"/>
                <a:cs typeface="Noto Sans JP Light"/>
              </a:defRPr>
            </a:pPr>
            <a:r>
              <a:rPr sz="975" b="1">
                <a:solidFill>
                  <a:srgbClr val="686868"/>
                </a:solidFill>
                <a:latin typeface="Noto Sans JP Light"/>
                <a:ea typeface="Noto Sans JP Light"/>
                <a:cs typeface="Noto Sans JP Light"/>
              </a:rPr>
              <a:t>Studien · Segmente</a:t>
            </a:r>
          </a:p>
        </p:txBody>
      </p:sp>
      <p:sp>
        <p:nvSpPr>
          <p:cNvPr id="14" name="">
            <a:extLst xmlns:a="http://schemas.openxmlformats.org/drawingml/2006/main">
              <a:ext uri="{FF2B5EF4-FFF2-40B4-BE49-F238E27FC236}">
                <a16:creationId xmlns:a16="http://schemas.microsoft.com/office/drawing/2014/main" id="{D5FF9C05-3DB9-46F5-9D6C-B32584C57103}"/>
              </a:ext>
            </a:extLst>
          </p:cNvPr>
          <p:cNvSpPr>
            <a:spLocks xmlns:a="http://schemas.openxmlformats.org/drawingml/2006/main" noGrp="1"/>
          </p:cNvSpPr>
          <p:nvPr/>
        </p:nvSpPr>
        <p:spPr>
          <a:xfrm xmlns:a="http://schemas.openxmlformats.org/drawingml/2006/main">
            <a:off x="2400300" y="3219450"/>
            <a:ext cx="1695450" cy="2076450"/>
          </a:xfrm>
          <a:prstGeom xmlns:a="http://schemas.openxmlformats.org/drawingml/2006/main" prst="rect">
            <a:avLst/>
          </a:prstGeom>
          <a:solidFill xmlns:a="http://schemas.openxmlformats.org/drawingml/2006/main">
            <a:srgbClr val="BDEFCF"/>
          </a:solidFill>
          <a:ln xmlns:a="http://schemas.openxmlformats.org/drawingml/2006/main" w="0">
            <a:solidFill>
              <a:srgbClr val="BDEFCF"/>
            </a:solidFill>
            <a:prstDash val="solid"/>
          </a:ln>
        </p:spPr>
      </p:sp>
      <p:sp>
        <p:nvSpPr>
          <p:cNvPr id="15" name="">
            <a:extLst xmlns:a="http://schemas.openxmlformats.org/drawingml/2006/main">
              <a:ext uri="{FF2B5EF4-FFF2-40B4-BE49-F238E27FC236}">
                <a16:creationId xmlns:a16="http://schemas.microsoft.com/office/drawing/2014/main" id="{96CF5879-EF52-4E8A-90AD-884B0208B0BA}"/>
              </a:ext>
            </a:extLst>
          </p:cNvPr>
          <p:cNvSpPr>
            <a:spLocks xmlns:a="http://schemas.openxmlformats.org/drawingml/2006/main" noGrp="1"/>
          </p:cNvSpPr>
          <p:nvPr/>
        </p:nvSpPr>
        <p:spPr>
          <a:xfrm xmlns:a="http://schemas.openxmlformats.org/drawingml/2006/main">
            <a:off x="2552700" y="33718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686868"/>
                </a:solidFill>
                <a:latin typeface="IBM Plex Mono"/>
                <a:ea typeface="IBM Plex Mono"/>
                <a:cs typeface="IBM Plex Mono"/>
              </a:defRPr>
            </a:pPr>
            <a:r>
              <a:rPr sz="750" b="1">
                <a:solidFill>
                  <a:srgbClr val="686868"/>
                </a:solidFill>
                <a:latin typeface="IBM Plex Mono"/>
                <a:ea typeface="IBM Plex Mono"/>
                <a:cs typeface="IBM Plex Mono"/>
              </a:rPr>
              <a:t>02</a:t>
            </a:r>
          </a:p>
        </p:txBody>
      </p:sp>
      <p:sp>
        <p:nvSpPr>
          <p:cNvPr id="16" name="">
            <a:extLst xmlns:a="http://schemas.openxmlformats.org/drawingml/2006/main">
              <a:ext uri="{FF2B5EF4-FFF2-40B4-BE49-F238E27FC236}">
                <a16:creationId xmlns:a16="http://schemas.microsoft.com/office/drawing/2014/main" id="{D061170D-7861-44AD-8BFA-7FDDE8F02C3A}"/>
              </a:ext>
            </a:extLst>
          </p:cNvPr>
          <p:cNvSpPr>
            <a:spLocks xmlns:a="http://schemas.openxmlformats.org/drawingml/2006/main" noGrp="1"/>
          </p:cNvSpPr>
          <p:nvPr/>
        </p:nvSpPr>
        <p:spPr>
          <a:xfrm xmlns:a="http://schemas.openxmlformats.org/drawingml/2006/main">
            <a:off x="2552700" y="3962400"/>
            <a:ext cx="1390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11111"/>
                </a:solidFill>
                <a:latin typeface="Noto Sans JP"/>
                <a:ea typeface="Noto Sans JP"/>
                <a:cs typeface="Noto Sans JP"/>
              </a:defRPr>
            </a:pPr>
            <a:r>
              <a:rPr sz="1875" b="1">
                <a:solidFill>
                  <a:srgbClr val="111111"/>
                </a:solidFill>
                <a:latin typeface="Noto Sans JP"/>
                <a:ea typeface="Noto Sans JP"/>
                <a:cs typeface="Noto Sans JP"/>
              </a:rPr>
              <a:t>Markt</a:t>
            </a:r>
          </a:p>
        </p:txBody>
      </p:sp>
      <p:sp>
        <p:nvSpPr>
          <p:cNvPr id="17" name="">
            <a:extLst xmlns:a="http://schemas.openxmlformats.org/drawingml/2006/main">
              <a:ext uri="{FF2B5EF4-FFF2-40B4-BE49-F238E27FC236}">
                <a16:creationId xmlns:a16="http://schemas.microsoft.com/office/drawing/2014/main" id="{3B1C1899-BE44-47CB-88BB-C57B99AC7B80}"/>
              </a:ext>
            </a:extLst>
          </p:cNvPr>
          <p:cNvSpPr>
            <a:spLocks xmlns:a="http://schemas.openxmlformats.org/drawingml/2006/main" noGrp="1"/>
          </p:cNvSpPr>
          <p:nvPr/>
        </p:nvSpPr>
        <p:spPr>
          <a:xfrm xmlns:a="http://schemas.openxmlformats.org/drawingml/2006/main">
            <a:off x="2552700" y="4629150"/>
            <a:ext cx="1390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975" b="1">
                <a:solidFill>
                  <a:srgbClr val="686868"/>
                </a:solidFill>
                <a:latin typeface="Noto Sans JP Light"/>
                <a:ea typeface="Noto Sans JP Light"/>
                <a:cs typeface="Noto Sans JP Light"/>
              </a:defRPr>
            </a:pPr>
            <a:r>
              <a:rPr sz="975" b="1">
                <a:solidFill>
                  <a:srgbClr val="686868"/>
                </a:solidFill>
                <a:latin typeface="Noto Sans JP Light"/>
                <a:ea typeface="Noto Sans JP Light"/>
                <a:cs typeface="Noto Sans JP Light"/>
              </a:rPr>
              <a:t>Signale · Szenarien</a:t>
            </a:r>
          </a:p>
        </p:txBody>
      </p:sp>
      <p:sp>
        <p:nvSpPr>
          <p:cNvPr id="18" name="">
            <a:extLst xmlns:a="http://schemas.openxmlformats.org/drawingml/2006/main">
              <a:ext uri="{FF2B5EF4-FFF2-40B4-BE49-F238E27FC236}">
                <a16:creationId xmlns:a16="http://schemas.microsoft.com/office/drawing/2014/main" id="{106690F9-8BD2-401C-BB7A-57A2F5F9BEC1}"/>
              </a:ext>
            </a:extLst>
          </p:cNvPr>
          <p:cNvSpPr>
            <a:spLocks xmlns:a="http://schemas.openxmlformats.org/drawingml/2006/main" noGrp="1"/>
          </p:cNvSpPr>
          <p:nvPr/>
        </p:nvSpPr>
        <p:spPr>
          <a:xfrm xmlns:a="http://schemas.openxmlformats.org/drawingml/2006/main">
            <a:off x="4343400" y="2609850"/>
            <a:ext cx="1695450" cy="2076450"/>
          </a:xfrm>
          <a:prstGeom xmlns:a="http://schemas.openxmlformats.org/drawingml/2006/main" prst="rect">
            <a:avLst/>
          </a:prstGeom>
          <a:solidFill xmlns:a="http://schemas.openxmlformats.org/drawingml/2006/main">
            <a:srgbClr val="FFD0C1"/>
          </a:solidFill>
          <a:ln xmlns:a="http://schemas.openxmlformats.org/drawingml/2006/main" w="0">
            <a:solidFill>
              <a:srgbClr val="FFD0C1"/>
            </a:solidFill>
            <a:prstDash val="solid"/>
          </a:ln>
        </p:spPr>
      </p:sp>
      <p:sp>
        <p:nvSpPr>
          <p:cNvPr id="19" name="">
            <a:extLst xmlns:a="http://schemas.openxmlformats.org/drawingml/2006/main">
              <a:ext uri="{FF2B5EF4-FFF2-40B4-BE49-F238E27FC236}">
                <a16:creationId xmlns:a16="http://schemas.microsoft.com/office/drawing/2014/main" id="{A92D47CC-B74B-4A3F-8C17-CC2BE9D77E34}"/>
              </a:ext>
            </a:extLst>
          </p:cNvPr>
          <p:cNvSpPr>
            <a:spLocks xmlns:a="http://schemas.openxmlformats.org/drawingml/2006/main" noGrp="1"/>
          </p:cNvSpPr>
          <p:nvPr/>
        </p:nvSpPr>
        <p:spPr>
          <a:xfrm xmlns:a="http://schemas.openxmlformats.org/drawingml/2006/main">
            <a:off x="4495800" y="27622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686868"/>
                </a:solidFill>
                <a:latin typeface="IBM Plex Mono"/>
                <a:ea typeface="IBM Plex Mono"/>
                <a:cs typeface="IBM Plex Mono"/>
              </a:defRPr>
            </a:pPr>
            <a:r>
              <a:rPr sz="750" b="1">
                <a:solidFill>
                  <a:srgbClr val="686868"/>
                </a:solidFill>
                <a:latin typeface="IBM Plex Mono"/>
                <a:ea typeface="IBM Plex Mono"/>
                <a:cs typeface="IBM Plex Mono"/>
              </a:rPr>
              <a:t>03</a:t>
            </a:r>
          </a:p>
        </p:txBody>
      </p:sp>
      <p:sp>
        <p:nvSpPr>
          <p:cNvPr id="20" name="">
            <a:extLst xmlns:a="http://schemas.openxmlformats.org/drawingml/2006/main">
              <a:ext uri="{FF2B5EF4-FFF2-40B4-BE49-F238E27FC236}">
                <a16:creationId xmlns:a16="http://schemas.microsoft.com/office/drawing/2014/main" id="{4BEB5435-A8E3-4029-93D4-537906B05432}"/>
              </a:ext>
            </a:extLst>
          </p:cNvPr>
          <p:cNvSpPr>
            <a:spLocks xmlns:a="http://schemas.openxmlformats.org/drawingml/2006/main" noGrp="1"/>
          </p:cNvSpPr>
          <p:nvPr/>
        </p:nvSpPr>
        <p:spPr>
          <a:xfrm xmlns:a="http://schemas.openxmlformats.org/drawingml/2006/main">
            <a:off x="4495800" y="3352800"/>
            <a:ext cx="1390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11111"/>
                </a:solidFill>
                <a:latin typeface="Noto Sans JP"/>
                <a:ea typeface="Noto Sans JP"/>
                <a:cs typeface="Noto Sans JP"/>
              </a:defRPr>
            </a:pPr>
            <a:r>
              <a:rPr sz="1875" b="1">
                <a:solidFill>
                  <a:srgbClr val="111111"/>
                </a:solidFill>
                <a:latin typeface="Noto Sans JP"/>
                <a:ea typeface="Noto Sans JP"/>
                <a:cs typeface="Noto Sans JP"/>
              </a:rPr>
              <a:t>Marke</a:t>
            </a:r>
          </a:p>
        </p:txBody>
      </p:sp>
      <p:sp>
        <p:nvSpPr>
          <p:cNvPr id="21" name="">
            <a:extLst xmlns:a="http://schemas.openxmlformats.org/drawingml/2006/main">
              <a:ext uri="{FF2B5EF4-FFF2-40B4-BE49-F238E27FC236}">
                <a16:creationId xmlns:a16="http://schemas.microsoft.com/office/drawing/2014/main" id="{1F54FEE6-D084-4B70-B3CA-6608623F4EFE}"/>
              </a:ext>
            </a:extLst>
          </p:cNvPr>
          <p:cNvSpPr>
            <a:spLocks xmlns:a="http://schemas.openxmlformats.org/drawingml/2006/main" noGrp="1"/>
          </p:cNvSpPr>
          <p:nvPr/>
        </p:nvSpPr>
        <p:spPr>
          <a:xfrm xmlns:a="http://schemas.openxmlformats.org/drawingml/2006/main">
            <a:off x="4495800" y="4019550"/>
            <a:ext cx="1390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975" b="1">
                <a:solidFill>
                  <a:srgbClr val="686868"/>
                </a:solidFill>
                <a:latin typeface="Noto Sans JP Light"/>
                <a:ea typeface="Noto Sans JP Light"/>
                <a:cs typeface="Noto Sans JP Light"/>
              </a:defRPr>
            </a:pPr>
            <a:r>
              <a:rPr sz="975" b="1">
                <a:solidFill>
                  <a:srgbClr val="686868"/>
                </a:solidFill>
                <a:latin typeface="Noto Sans JP Light"/>
                <a:ea typeface="Noto Sans JP Light"/>
                <a:cs typeface="Noto Sans JP Light"/>
              </a:rPr>
              <a:t>Regeln · Assets</a:t>
            </a:r>
          </a:p>
        </p:txBody>
      </p:sp>
      <p:sp>
        <p:nvSpPr>
          <p:cNvPr id="22" name="">
            <a:extLst xmlns:a="http://schemas.openxmlformats.org/drawingml/2006/main">
              <a:ext uri="{FF2B5EF4-FFF2-40B4-BE49-F238E27FC236}">
                <a16:creationId xmlns:a16="http://schemas.microsoft.com/office/drawing/2014/main" id="{C31F40AC-C7E8-4715-897A-A4417F2A72B5}"/>
              </a:ext>
            </a:extLst>
          </p:cNvPr>
          <p:cNvSpPr>
            <a:spLocks xmlns:a="http://schemas.openxmlformats.org/drawingml/2006/main" noGrp="1"/>
          </p:cNvSpPr>
          <p:nvPr/>
        </p:nvSpPr>
        <p:spPr>
          <a:xfrm xmlns:a="http://schemas.openxmlformats.org/drawingml/2006/main">
            <a:off x="6286500" y="3124200"/>
            <a:ext cx="1695450" cy="2076450"/>
          </a:xfrm>
          <a:prstGeom xmlns:a="http://schemas.openxmlformats.org/drawingml/2006/main" prst="rect">
            <a:avLst/>
          </a:prstGeom>
          <a:solidFill xmlns:a="http://schemas.openxmlformats.org/drawingml/2006/main">
            <a:srgbClr val="FFF8AA"/>
          </a:solidFill>
          <a:ln xmlns:a="http://schemas.openxmlformats.org/drawingml/2006/main" w="0">
            <a:solidFill>
              <a:srgbClr val="FFF8AA"/>
            </a:solidFill>
            <a:prstDash val="solid"/>
          </a:ln>
        </p:spPr>
      </p:sp>
      <p:sp>
        <p:nvSpPr>
          <p:cNvPr id="23" name="">
            <a:extLst xmlns:a="http://schemas.openxmlformats.org/drawingml/2006/main">
              <a:ext uri="{FF2B5EF4-FFF2-40B4-BE49-F238E27FC236}">
                <a16:creationId xmlns:a16="http://schemas.microsoft.com/office/drawing/2014/main" id="{91723DD8-65C3-4B4F-ADBF-194C66155E43}"/>
              </a:ext>
            </a:extLst>
          </p:cNvPr>
          <p:cNvSpPr>
            <a:spLocks xmlns:a="http://schemas.openxmlformats.org/drawingml/2006/main" noGrp="1"/>
          </p:cNvSpPr>
          <p:nvPr/>
        </p:nvSpPr>
        <p:spPr>
          <a:xfrm xmlns:a="http://schemas.openxmlformats.org/drawingml/2006/main">
            <a:off x="6438900" y="32766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686868"/>
                </a:solidFill>
                <a:latin typeface="IBM Plex Mono"/>
                <a:ea typeface="IBM Plex Mono"/>
                <a:cs typeface="IBM Plex Mono"/>
              </a:defRPr>
            </a:pPr>
            <a:r>
              <a:rPr sz="750" b="1">
                <a:solidFill>
                  <a:srgbClr val="686868"/>
                </a:solidFill>
                <a:latin typeface="IBM Plex Mono"/>
                <a:ea typeface="IBM Plex Mono"/>
                <a:cs typeface="IBM Plex Mono"/>
              </a:rPr>
              <a:t>04</a:t>
            </a:r>
          </a:p>
        </p:txBody>
      </p:sp>
      <p:sp>
        <p:nvSpPr>
          <p:cNvPr id="24" name="">
            <a:extLst xmlns:a="http://schemas.openxmlformats.org/drawingml/2006/main">
              <a:ext uri="{FF2B5EF4-FFF2-40B4-BE49-F238E27FC236}">
                <a16:creationId xmlns:a16="http://schemas.microsoft.com/office/drawing/2014/main" id="{3400CBB1-FAE1-4CCC-9681-F16AEDA74F51}"/>
              </a:ext>
            </a:extLst>
          </p:cNvPr>
          <p:cNvSpPr>
            <a:spLocks xmlns:a="http://schemas.openxmlformats.org/drawingml/2006/main" noGrp="1"/>
          </p:cNvSpPr>
          <p:nvPr/>
        </p:nvSpPr>
        <p:spPr>
          <a:xfrm xmlns:a="http://schemas.openxmlformats.org/drawingml/2006/main">
            <a:off x="6438900" y="3867150"/>
            <a:ext cx="1390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11111"/>
                </a:solidFill>
                <a:latin typeface="Noto Sans JP"/>
                <a:ea typeface="Noto Sans JP"/>
                <a:cs typeface="Noto Sans JP"/>
              </a:defRPr>
            </a:pPr>
            <a:r>
              <a:rPr sz="1875" b="1">
                <a:solidFill>
                  <a:srgbClr val="111111"/>
                </a:solidFill>
                <a:latin typeface="Noto Sans JP"/>
                <a:ea typeface="Noto Sans JP"/>
                <a:cs typeface="Noto Sans JP"/>
              </a:rPr>
              <a:t>Kreation</a:t>
            </a:r>
          </a:p>
        </p:txBody>
      </p:sp>
      <p:sp>
        <p:nvSpPr>
          <p:cNvPr id="25" name="">
            <a:extLst xmlns:a="http://schemas.openxmlformats.org/drawingml/2006/main">
              <a:ext uri="{FF2B5EF4-FFF2-40B4-BE49-F238E27FC236}">
                <a16:creationId xmlns:a16="http://schemas.microsoft.com/office/drawing/2014/main" id="{94606B61-EFC4-4540-A68B-D87AE7500E33}"/>
              </a:ext>
            </a:extLst>
          </p:cNvPr>
          <p:cNvSpPr>
            <a:spLocks xmlns:a="http://schemas.openxmlformats.org/drawingml/2006/main" noGrp="1"/>
          </p:cNvSpPr>
          <p:nvPr/>
        </p:nvSpPr>
        <p:spPr>
          <a:xfrm xmlns:a="http://schemas.openxmlformats.org/drawingml/2006/main">
            <a:off x="6438900" y="4533900"/>
            <a:ext cx="1390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975" b="1">
                <a:solidFill>
                  <a:srgbClr val="686868"/>
                </a:solidFill>
                <a:latin typeface="Noto Sans JP Light"/>
                <a:ea typeface="Noto Sans JP Light"/>
                <a:cs typeface="Noto Sans JP Light"/>
              </a:defRPr>
            </a:pPr>
            <a:r>
              <a:rPr sz="975" b="1">
                <a:solidFill>
                  <a:srgbClr val="686868"/>
                </a:solidFill>
                <a:latin typeface="Noto Sans JP Light"/>
                <a:ea typeface="Noto Sans JP Light"/>
                <a:cs typeface="Noto Sans JP Light"/>
              </a:rPr>
              <a:t>Ideen · Prototypen</a:t>
            </a:r>
          </a:p>
        </p:txBody>
      </p:sp>
      <p:sp>
        <p:nvSpPr>
          <p:cNvPr id="26" name="">
            <a:extLst xmlns:a="http://schemas.openxmlformats.org/drawingml/2006/main">
              <a:ext uri="{FF2B5EF4-FFF2-40B4-BE49-F238E27FC236}">
                <a16:creationId xmlns:a16="http://schemas.microsoft.com/office/drawing/2014/main" id="{4FC321F7-3EC8-4B09-BDD2-7F3A2C16D0D5}"/>
              </a:ext>
            </a:extLst>
          </p:cNvPr>
          <p:cNvSpPr>
            <a:spLocks xmlns:a="http://schemas.openxmlformats.org/drawingml/2006/main" noGrp="1"/>
          </p:cNvSpPr>
          <p:nvPr/>
        </p:nvSpPr>
        <p:spPr>
          <a:xfrm xmlns:a="http://schemas.openxmlformats.org/drawingml/2006/main">
            <a:off x="8229600" y="2743200"/>
            <a:ext cx="1695450" cy="20764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2940AAE0-DC5F-4541-A484-EFA1CC195E93}"/>
              </a:ext>
            </a:extLst>
          </p:cNvPr>
          <p:cNvSpPr>
            <a:spLocks xmlns:a="http://schemas.openxmlformats.org/drawingml/2006/main" noGrp="1"/>
          </p:cNvSpPr>
          <p:nvPr/>
        </p:nvSpPr>
        <p:spPr>
          <a:xfrm xmlns:a="http://schemas.openxmlformats.org/drawingml/2006/main">
            <a:off x="8382000" y="28956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05</a:t>
            </a:r>
          </a:p>
        </p:txBody>
      </p:sp>
      <p:sp>
        <p:nvSpPr>
          <p:cNvPr id="28" name="">
            <a:extLst xmlns:a="http://schemas.openxmlformats.org/drawingml/2006/main">
              <a:ext uri="{FF2B5EF4-FFF2-40B4-BE49-F238E27FC236}">
                <a16:creationId xmlns:a16="http://schemas.microsoft.com/office/drawing/2014/main" id="{668BB84C-61DD-4B5B-9703-7E2D96E324A4}"/>
              </a:ext>
            </a:extLst>
          </p:cNvPr>
          <p:cNvSpPr>
            <a:spLocks xmlns:a="http://schemas.openxmlformats.org/drawingml/2006/main" noGrp="1"/>
          </p:cNvSpPr>
          <p:nvPr/>
        </p:nvSpPr>
        <p:spPr>
          <a:xfrm xmlns:a="http://schemas.openxmlformats.org/drawingml/2006/main">
            <a:off x="8382000" y="3486150"/>
            <a:ext cx="1390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FFFFFF"/>
                </a:solidFill>
                <a:latin typeface="Noto Sans JP"/>
                <a:ea typeface="Noto Sans JP"/>
                <a:cs typeface="Noto Sans JP"/>
              </a:defRPr>
            </a:pPr>
            <a:r>
              <a:rPr sz="1875" b="1">
                <a:solidFill>
                  <a:srgbClr val="FFFFFF"/>
                </a:solidFill>
                <a:latin typeface="Noto Sans JP"/>
                <a:ea typeface="Noto Sans JP"/>
                <a:cs typeface="Noto Sans JP"/>
              </a:rPr>
              <a:t>Qualität</a:t>
            </a:r>
          </a:p>
        </p:txBody>
      </p:sp>
      <p:sp>
        <p:nvSpPr>
          <p:cNvPr id="29" name="">
            <a:extLst xmlns:a="http://schemas.openxmlformats.org/drawingml/2006/main">
              <a:ext uri="{FF2B5EF4-FFF2-40B4-BE49-F238E27FC236}">
                <a16:creationId xmlns:a16="http://schemas.microsoft.com/office/drawing/2014/main" id="{39993E00-D925-463B-A57C-8D23CBC11CCA}"/>
              </a:ext>
            </a:extLst>
          </p:cNvPr>
          <p:cNvSpPr>
            <a:spLocks xmlns:a="http://schemas.openxmlformats.org/drawingml/2006/main" noGrp="1"/>
          </p:cNvSpPr>
          <p:nvPr/>
        </p:nvSpPr>
        <p:spPr>
          <a:xfrm xmlns:a="http://schemas.openxmlformats.org/drawingml/2006/main">
            <a:off x="8382000" y="4152900"/>
            <a:ext cx="1390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975" b="1">
                <a:solidFill>
                  <a:srgbClr val="FFFFFF"/>
                </a:solidFill>
                <a:latin typeface="Noto Sans JP Light"/>
                <a:ea typeface="Noto Sans JP Light"/>
                <a:cs typeface="Noto Sans JP Light"/>
              </a:defRPr>
            </a:pPr>
            <a:r>
              <a:rPr sz="975" b="1">
                <a:solidFill>
                  <a:srgbClr val="FFFFFF"/>
                </a:solidFill>
                <a:latin typeface="Noto Sans JP Light"/>
                <a:ea typeface="Noto Sans JP Light"/>
                <a:cs typeface="Noto Sans JP Light"/>
              </a:rPr>
              <a:t>SEO · GEO · Content</a:t>
            </a:r>
          </a:p>
        </p:txBody>
      </p:sp>
      <p:sp>
        <p:nvSpPr>
          <p:cNvPr id="30" name="">
            <a:extLst xmlns:a="http://schemas.openxmlformats.org/drawingml/2006/main">
              <a:ext uri="{FF2B5EF4-FFF2-40B4-BE49-F238E27FC236}">
                <a16:creationId xmlns:a16="http://schemas.microsoft.com/office/drawing/2014/main" id="{7D6BF639-5ABB-40B0-87B6-AF86B7039222}"/>
              </a:ext>
            </a:extLst>
          </p:cNvPr>
          <p:cNvSpPr>
            <a:spLocks xmlns:a="http://schemas.openxmlformats.org/drawingml/2006/main" noGrp="1"/>
          </p:cNvSpPr>
          <p:nvPr/>
        </p:nvSpPr>
        <p:spPr>
          <a:xfrm xmlns:a="http://schemas.openxmlformats.org/drawingml/2006/main">
            <a:off x="10191750" y="2819400"/>
            <a:ext cx="1543050" cy="2381250"/>
          </a:xfrm>
          <a:prstGeom xmlns:a="http://schemas.openxmlformats.org/drawingml/2006/main" prst="rect">
            <a:avLst/>
          </a:prstGeom>
          <a:solidFill xmlns:a="http://schemas.openxmlformats.org/drawingml/2006/main">
            <a:srgbClr val="F256B6"/>
          </a:solidFill>
          <a:ln xmlns:a="http://schemas.openxmlformats.org/drawingml/2006/main" w="0">
            <a:solidFill>
              <a:srgbClr val="F256B6"/>
            </a:solidFill>
            <a:prstDash val="solid"/>
          </a:ln>
        </p:spPr>
      </p:sp>
      <p:sp>
        <p:nvSpPr>
          <p:cNvPr id="31" name="">
            <a:extLst xmlns:a="http://schemas.openxmlformats.org/drawingml/2006/main">
              <a:ext uri="{FF2B5EF4-FFF2-40B4-BE49-F238E27FC236}">
                <a16:creationId xmlns:a16="http://schemas.microsoft.com/office/drawing/2014/main" id="{E7E14C85-15DC-4EC1-8300-CB1D7E8F996F}"/>
              </a:ext>
            </a:extLst>
          </p:cNvPr>
          <p:cNvSpPr>
            <a:spLocks xmlns:a="http://schemas.openxmlformats.org/drawingml/2006/main" noGrp="1"/>
          </p:cNvSpPr>
          <p:nvPr/>
        </p:nvSpPr>
        <p:spPr>
          <a:xfrm xmlns:a="http://schemas.openxmlformats.org/drawingml/2006/main">
            <a:off x="10334625" y="3219450"/>
            <a:ext cx="1257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a:solidFill>
                  <a:srgbClr val="111111"/>
                </a:solidFill>
                <a:latin typeface="Noto Sans JP"/>
                <a:ea typeface="Noto Sans JP"/>
                <a:cs typeface="Noto Sans JP"/>
              </a:defRPr>
            </a:pPr>
            <a:r>
              <a:rPr sz="1650" b="1">
                <a:solidFill>
                  <a:srgbClr val="111111"/>
                </a:solidFill>
                <a:latin typeface="Noto Sans JP"/>
                <a:ea typeface="Noto Sans JP"/>
                <a:cs typeface="Noto Sans JP"/>
              </a:rPr>
              <a:t>KONTEXT</a:t>
            </a:r>
          </a:p>
          <a:p xmlns:a="http://schemas.openxmlformats.org/drawingml/2006/main">
            <a:pPr algn="ctr">
              <a:buNone/>
              <a:defRPr sz="1650" b="1">
                <a:solidFill>
                  <a:srgbClr val="111111"/>
                </a:solidFill>
                <a:latin typeface="Noto Sans JP"/>
                <a:ea typeface="Noto Sans JP"/>
                <a:cs typeface="Noto Sans JP"/>
              </a:defRPr>
            </a:pPr>
            <a:r>
              <a:rPr sz="1650" b="1">
                <a:solidFill>
                  <a:srgbClr val="111111"/>
                </a:solidFill>
                <a:latin typeface="Noto Sans JP"/>
                <a:ea typeface="Noto Sans JP"/>
                <a:cs typeface="Noto Sans JP"/>
              </a:rPr>
              <a:t>VERLUST</a:t>
            </a:r>
          </a:p>
        </p:txBody>
      </p:sp>
      <p:sp>
        <p:nvSpPr>
          <p:cNvPr id="32" name="">
            <a:extLst xmlns:a="http://schemas.openxmlformats.org/drawingml/2006/main">
              <a:ext uri="{FF2B5EF4-FFF2-40B4-BE49-F238E27FC236}">
                <a16:creationId xmlns:a16="http://schemas.microsoft.com/office/drawing/2014/main" id="{8D439665-5770-4F5A-AFFA-217DC39B23D9}"/>
              </a:ext>
            </a:extLst>
          </p:cNvPr>
          <p:cNvSpPr>
            <a:spLocks xmlns:a="http://schemas.openxmlformats.org/drawingml/2006/main" noGrp="1"/>
          </p:cNvSpPr>
          <p:nvPr/>
        </p:nvSpPr>
        <p:spPr>
          <a:xfrm xmlns:a="http://schemas.openxmlformats.org/drawingml/2006/main">
            <a:off x="10401300" y="4305300"/>
            <a:ext cx="112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975" b="1">
                <a:solidFill>
                  <a:srgbClr val="111111"/>
                </a:solidFill>
                <a:latin typeface="IBM Plex Mono"/>
                <a:ea typeface="IBM Plex Mono"/>
                <a:cs typeface="IBM Plex Mono"/>
              </a:defRPr>
            </a:pPr>
            <a:r>
              <a:rPr sz="975" b="1">
                <a:solidFill>
                  <a:srgbClr val="111111"/>
                </a:solidFill>
                <a:latin typeface="IBM Plex Mono"/>
                <a:ea typeface="IBM Plex Mono"/>
                <a:cs typeface="IBM Plex Mono"/>
              </a:rPr>
              <a:t>an jeder</a:t>
            </a:r>
          </a:p>
          <a:p xmlns:a="http://schemas.openxmlformats.org/drawingml/2006/main">
            <a:pPr algn="ctr">
              <a:buNone/>
              <a:defRPr sz="975" b="1">
                <a:solidFill>
                  <a:srgbClr val="111111"/>
                </a:solidFill>
                <a:latin typeface="IBM Plex Mono"/>
                <a:ea typeface="IBM Plex Mono"/>
                <a:cs typeface="IBM Plex Mono"/>
              </a:defRPr>
            </a:pPr>
            <a:r>
              <a:rPr sz="975" b="1">
                <a:solidFill>
                  <a:srgbClr val="111111"/>
                </a:solidFill>
                <a:latin typeface="IBM Plex Mono"/>
                <a:ea typeface="IBM Plex Mono"/>
                <a:cs typeface="IBM Plex Mono"/>
              </a:rPr>
              <a:t>Übergabe</a:t>
            </a:r>
          </a:p>
        </p:txBody>
      </p:sp>
      <p:sp>
        <p:nvSpPr>
          <p:cNvPr id="33" name="">
            <a:extLst xmlns:a="http://schemas.openxmlformats.org/drawingml/2006/main">
              <a:ext uri="{FF2B5EF4-FFF2-40B4-BE49-F238E27FC236}">
                <a16:creationId xmlns:a16="http://schemas.microsoft.com/office/drawing/2014/main" id="{769B3038-5CF4-4BB1-BDC3-90A2B9E215DA}"/>
              </a:ext>
            </a:extLst>
          </p:cNvPr>
          <p:cNvSpPr>
            <a:spLocks xmlns:a="http://schemas.openxmlformats.org/drawingml/2006/main" noGrp="1"/>
          </p:cNvSpPr>
          <p:nvPr/>
        </p:nvSpPr>
        <p:spPr>
          <a:xfrm xmlns:a="http://schemas.openxmlformats.org/drawingml/2006/main">
            <a:off x="457200" y="5905500"/>
            <a:ext cx="990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a:solidFill>
                  <a:srgbClr val="111111"/>
                </a:solidFill>
                <a:latin typeface="Noto Sans JP"/>
                <a:ea typeface="Noto Sans JP"/>
                <a:cs typeface="Noto Sans JP"/>
              </a:defRPr>
            </a:pPr>
            <a:r>
              <a:rPr sz="1275" b="1">
                <a:solidFill>
                  <a:srgbClr val="111111"/>
                </a:solidFill>
                <a:latin typeface="Noto Sans JP"/>
                <a:ea typeface="Noto Sans JP"/>
                <a:cs typeface="Noto Sans JP"/>
              </a:rPr>
              <a:t>Das Problem ist nicht das einzelne Tool. Sondern der fehlende gemeinsame Arbeitskreislauf.</a:t>
            </a:r>
          </a:p>
        </p:txBody>
      </p:sp>
    </p:spTree>
    <p:extLst>
      <p:ext uri="{BB962C8B-B14F-4D97-AF65-F5344CB8AC3E}">
        <p14:creationId xmlns:p14="http://schemas.microsoft.com/office/powerpoint/2010/main" val="867621835"/>
      </p:ext>
    </p:extLst>
  </p:cSld>
</p:sld>
</file>

<file path=ppt/slides/slide3.xml><?xml version="1.0" encoding="utf-8"?>
<p:sld xmlns:p="http://schemas.openxmlformats.org/presentationml/2006/main">
  <p:cSld>
    <p:bg>
      <p:bgPr>
        <a:solidFill xmlns:a="http://schemas.openxmlformats.org/drawingml/2006/main">
          <a:srgbClr val="F256B6"/>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CAA25DC9-7495-41BF-A780-2C857133E5C2}"/>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HERO USE CASE</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b326742d58c84735"/>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032C297-34A9-4423-9E80-A329253E9B64}"/>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686868"/>
                </a:solidFill>
                <a:latin typeface="IBM Plex Mono"/>
                <a:ea typeface="IBM Plex Mono"/>
                <a:cs typeface="IBM Plex Mono"/>
              </a:defRPr>
            </a:pPr>
            <a:r>
              <a:rPr sz="675" b="0">
                <a:solidFill>
                  <a:srgbClr val="686868"/>
                </a:solidFill>
                <a:latin typeface="IBM Plex Mono"/>
                <a:ea typeface="IBM Plex Mono"/>
                <a:cs typeface="IBM Plex Mono"/>
              </a:rPr>
              <a:t>03</a:t>
            </a:r>
          </a:p>
        </p:txBody>
      </p:sp>
      <p:sp>
        <p:nvSpPr>
          <p:cNvPr id="4" name="">
            <a:extLst xmlns:a="http://schemas.openxmlformats.org/drawingml/2006/main">
              <a:ext uri="{FF2B5EF4-FFF2-40B4-BE49-F238E27FC236}">
                <a16:creationId xmlns:a16="http://schemas.microsoft.com/office/drawing/2014/main" id="{A47A6B76-5279-4261-9A6C-D80DF956DBFB}"/>
              </a:ext>
            </a:extLst>
          </p:cNvPr>
          <p:cNvSpPr>
            <a:spLocks xmlns:a="http://schemas.openxmlformats.org/drawingml/2006/main" noGrp="1"/>
          </p:cNvSpPr>
          <p:nvPr/>
        </p:nvSpPr>
        <p:spPr>
          <a:xfrm xmlns:a="http://schemas.openxmlformats.org/drawingml/2006/main">
            <a:off x="457200" y="7810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775" b="1">
                <a:solidFill>
                  <a:srgbClr val="111111"/>
                </a:solidFill>
                <a:latin typeface="Noto Sans JP"/>
                <a:ea typeface="Noto Sans JP"/>
                <a:cs typeface="Noto Sans JP"/>
              </a:defRPr>
            </a:pPr>
            <a:r>
              <a:rPr sz="2775" b="1">
                <a:solidFill>
                  <a:srgbClr val="111111"/>
                </a:solidFill>
                <a:latin typeface="Noto Sans JP"/>
                <a:ea typeface="Noto Sans JP"/>
                <a:cs typeface="Noto Sans JP"/>
              </a:rPr>
              <a:t>Vom Signal oder Briefing zur optimierten Landingpage.</a:t>
            </a:r>
          </a:p>
        </p:txBody>
      </p:sp>
      <p:sp>
        <p:nvSpPr>
          <p:cNvPr id="5" name="">
            <a:extLst xmlns:a="http://schemas.openxmlformats.org/drawingml/2006/main">
              <a:ext uri="{FF2B5EF4-FFF2-40B4-BE49-F238E27FC236}">
                <a16:creationId xmlns:a16="http://schemas.microsoft.com/office/drawing/2014/main" id="{BD8D0968-F0C5-4951-850E-4C582A22F317}"/>
              </a:ext>
            </a:extLst>
          </p:cNvPr>
          <p:cNvSpPr>
            <a:spLocks xmlns:a="http://schemas.openxmlformats.org/drawingml/2006/main" noGrp="1"/>
          </p:cNvSpPr>
          <p:nvPr/>
        </p:nvSpPr>
        <p:spPr>
          <a:xfrm xmlns:a="http://schemas.openxmlformats.org/drawingml/2006/main">
            <a:off x="457200" y="14287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a:solidFill>
                  <a:srgbClr val="111111"/>
                </a:solidFill>
                <a:latin typeface="Noto Sans JP Light"/>
                <a:ea typeface="Noto Sans JP Light"/>
                <a:cs typeface="Noto Sans JP Light"/>
              </a:defRPr>
            </a:pPr>
            <a:r>
              <a:rPr sz="1200" b="1">
                <a:solidFill>
                  <a:srgbClr val="111111"/>
                </a:solidFill>
                <a:latin typeface="Noto Sans JP Light"/>
                <a:ea typeface="Noto Sans JP Light"/>
                <a:cs typeface="Noto Sans JP Light"/>
              </a:rPr>
              <a:t>Zwei Einstiegspunkte. Ein gemeinsamer Kontext. Nur die Fähigkeiten, die der Use Case wirklich braucht.</a:t>
            </a:r>
          </a:p>
        </p:txBody>
      </p:sp>
      <p:sp>
        <p:nvSpPr>
          <p:cNvPr id="6" name="">
            <a:extLst xmlns:a="http://schemas.openxmlformats.org/drawingml/2006/main">
              <a:ext uri="{FF2B5EF4-FFF2-40B4-BE49-F238E27FC236}">
                <a16:creationId xmlns:a16="http://schemas.microsoft.com/office/drawing/2014/main" id="{6306815A-EE15-4D0E-ABF4-82AD28DF5571}"/>
              </a:ext>
            </a:extLst>
          </p:cNvPr>
          <p:cNvSpPr>
            <a:spLocks xmlns:a="http://schemas.openxmlformats.org/drawingml/2006/main" noGrp="1"/>
          </p:cNvSpPr>
          <p:nvPr/>
        </p:nvSpPr>
        <p:spPr>
          <a:xfrm xmlns:a="http://schemas.openxmlformats.org/drawingml/2006/main">
            <a:off x="2152650" y="2914650"/>
            <a:ext cx="1238250" cy="571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301F2D17-2742-4AA0-AC55-8DEADD36F555}"/>
              </a:ext>
            </a:extLst>
          </p:cNvPr>
          <p:cNvSpPr>
            <a:spLocks xmlns:a="http://schemas.openxmlformats.org/drawingml/2006/main" noGrp="1"/>
          </p:cNvSpPr>
          <p:nvPr/>
        </p:nvSpPr>
        <p:spPr>
          <a:xfrm xmlns:a="http://schemas.openxmlformats.org/drawingml/2006/main">
            <a:off x="2152650" y="4591050"/>
            <a:ext cx="1238250" cy="571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7281A5AC-5DB5-486B-AD18-F35E90F2572F}"/>
              </a:ext>
            </a:extLst>
          </p:cNvPr>
          <p:cNvSpPr>
            <a:spLocks xmlns:a="http://schemas.openxmlformats.org/drawingml/2006/main" noGrp="1"/>
          </p:cNvSpPr>
          <p:nvPr/>
        </p:nvSpPr>
        <p:spPr>
          <a:xfrm xmlns:a="http://schemas.openxmlformats.org/drawingml/2006/main">
            <a:off x="3390900" y="2914650"/>
            <a:ext cx="457200" cy="17335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F05630C7-D61E-4C55-8B1D-1D3CB0AC67CC}"/>
              </a:ext>
            </a:extLst>
          </p:cNvPr>
          <p:cNvSpPr>
            <a:spLocks xmlns:a="http://schemas.openxmlformats.org/drawingml/2006/main" noGrp="1"/>
          </p:cNvSpPr>
          <p:nvPr/>
        </p:nvSpPr>
        <p:spPr>
          <a:xfrm xmlns:a="http://schemas.openxmlformats.org/drawingml/2006/main">
            <a:off x="3848100" y="3752850"/>
            <a:ext cx="1866900" cy="571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AEF314D4-4531-4340-A479-C284036C4A4F}"/>
              </a:ext>
            </a:extLst>
          </p:cNvPr>
          <p:cNvSpPr>
            <a:spLocks xmlns:a="http://schemas.openxmlformats.org/drawingml/2006/main" noGrp="1"/>
          </p:cNvSpPr>
          <p:nvPr/>
        </p:nvSpPr>
        <p:spPr>
          <a:xfrm xmlns:a="http://schemas.openxmlformats.org/drawingml/2006/main">
            <a:off x="5715000" y="3752850"/>
            <a:ext cx="3429000" cy="571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5530E441-D47B-4B91-ACEF-5DA9DD332B28}"/>
              </a:ext>
            </a:extLst>
          </p:cNvPr>
          <p:cNvSpPr>
            <a:spLocks xmlns:a="http://schemas.openxmlformats.org/drawingml/2006/main" noGrp="1"/>
          </p:cNvSpPr>
          <p:nvPr/>
        </p:nvSpPr>
        <p:spPr>
          <a:xfrm xmlns:a="http://schemas.openxmlformats.org/drawingml/2006/main">
            <a:off x="8915400" y="3476625"/>
            <a:ext cx="552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2700" b="1">
                <a:solidFill>
                  <a:srgbClr val="111111"/>
                </a:solidFill>
                <a:latin typeface="Noto Sans JP"/>
                <a:ea typeface="Noto Sans JP"/>
                <a:cs typeface="Noto Sans JP"/>
              </a:defRPr>
            </a:pPr>
            <a:r>
              <a:rPr sz="2700" b="1">
                <a:solidFill>
                  <a:srgbClr val="111111"/>
                </a:solidFill>
                <a:latin typeface="Noto Sans JP"/>
                <a:ea typeface="Noto Sans JP"/>
                <a:cs typeface="Noto Sans JP"/>
              </a:rPr>
              <a:t>→</a:t>
            </a:r>
          </a:p>
        </p:txBody>
      </p:sp>
      <p:sp>
        <p:nvSpPr>
          <p:cNvPr id="12" name="">
            <a:extLst xmlns:a="http://schemas.openxmlformats.org/drawingml/2006/main">
              <a:ext uri="{FF2B5EF4-FFF2-40B4-BE49-F238E27FC236}">
                <a16:creationId xmlns:a16="http://schemas.microsoft.com/office/drawing/2014/main" id="{B6409B0D-4D0E-4FC5-813F-20C135068F98}"/>
              </a:ext>
            </a:extLst>
          </p:cNvPr>
          <p:cNvSpPr>
            <a:spLocks xmlns:a="http://schemas.openxmlformats.org/drawingml/2006/main" noGrp="1"/>
          </p:cNvSpPr>
          <p:nvPr/>
        </p:nvSpPr>
        <p:spPr>
          <a:xfrm xmlns:a="http://schemas.openxmlformats.org/drawingml/2006/main">
            <a:off x="457200" y="2419350"/>
            <a:ext cx="1695450" cy="1047750"/>
          </a:xfrm>
          <a:prstGeom xmlns:a="http://schemas.openxmlformats.org/drawingml/2006/main" prst="rect">
            <a:avLst/>
          </a:prstGeom>
          <a:solidFill xmlns:a="http://schemas.openxmlformats.org/drawingml/2006/main">
            <a:srgbClr val="00CA55"/>
          </a:solidFill>
          <a:ln xmlns:a="http://schemas.openxmlformats.org/drawingml/2006/main" w="0">
            <a:solidFill>
              <a:srgbClr val="00CA55"/>
            </a:solidFill>
            <a:prstDash val="solid"/>
          </a:ln>
        </p:spPr>
      </p:sp>
      <p:sp>
        <p:nvSpPr>
          <p:cNvPr id="13" name="">
            <a:extLst xmlns:a="http://schemas.openxmlformats.org/drawingml/2006/main">
              <a:ext uri="{FF2B5EF4-FFF2-40B4-BE49-F238E27FC236}">
                <a16:creationId xmlns:a16="http://schemas.microsoft.com/office/drawing/2014/main" id="{D7D5DCB7-BA63-4D99-825A-22F3E826C658}"/>
              </a:ext>
            </a:extLst>
          </p:cNvPr>
          <p:cNvSpPr>
            <a:spLocks xmlns:a="http://schemas.openxmlformats.org/drawingml/2006/main" noGrp="1"/>
          </p:cNvSpPr>
          <p:nvPr/>
        </p:nvSpPr>
        <p:spPr>
          <a:xfrm xmlns:a="http://schemas.openxmlformats.org/drawingml/2006/main">
            <a:off x="552450" y="2495550"/>
            <a:ext cx="15049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350" b="1">
                <a:solidFill>
                  <a:srgbClr val="111111"/>
                </a:solidFill>
                <a:latin typeface="Noto Sans JP"/>
                <a:ea typeface="Noto Sans JP"/>
                <a:cs typeface="Noto Sans JP"/>
              </a:defRPr>
            </a:pPr>
            <a:r>
              <a:rPr sz="1350" b="1">
                <a:solidFill>
                  <a:srgbClr val="111111"/>
                </a:solidFill>
                <a:latin typeface="Noto Sans JP"/>
                <a:ea typeface="Noto Sans JP"/>
                <a:cs typeface="Noto Sans JP"/>
              </a:rPr>
              <a:t>MARKTSIGNAL</a:t>
            </a:r>
          </a:p>
          <a:p xmlns:a="http://schemas.openxmlformats.org/drawingml/2006/main">
            <a:pPr algn="ctr">
              <a:buNone/>
              <a:defRPr sz="1350" b="1">
                <a:solidFill>
                  <a:srgbClr val="111111"/>
                </a:solidFill>
                <a:latin typeface="Noto Sans JP"/>
                <a:ea typeface="Noto Sans JP"/>
                <a:cs typeface="Noto Sans JP"/>
              </a:defRPr>
            </a:pPr>
            <a:r>
              <a:rPr sz="1350" b="1">
                <a:solidFill>
                  <a:srgbClr val="111111"/>
                </a:solidFill>
                <a:latin typeface="Noto Sans JP"/>
                <a:ea typeface="Noto Sans JP"/>
                <a:cs typeface="Noto Sans JP"/>
              </a:rPr>
              <a:t>ECHON</a:t>
            </a:r>
          </a:p>
        </p:txBody>
      </p:sp>
      <p:sp>
        <p:nvSpPr>
          <p:cNvPr id="14" name="">
            <a:extLst xmlns:a="http://schemas.openxmlformats.org/drawingml/2006/main">
              <a:ext uri="{FF2B5EF4-FFF2-40B4-BE49-F238E27FC236}">
                <a16:creationId xmlns:a16="http://schemas.microsoft.com/office/drawing/2014/main" id="{37EEC444-49E8-46BC-84F5-DB080773C562}"/>
              </a:ext>
            </a:extLst>
          </p:cNvPr>
          <p:cNvSpPr>
            <a:spLocks xmlns:a="http://schemas.openxmlformats.org/drawingml/2006/main" noGrp="1"/>
          </p:cNvSpPr>
          <p:nvPr/>
        </p:nvSpPr>
        <p:spPr>
          <a:xfrm xmlns:a="http://schemas.openxmlformats.org/drawingml/2006/main">
            <a:off x="457200" y="4095750"/>
            <a:ext cx="1695450" cy="10477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5" name="">
            <a:extLst xmlns:a="http://schemas.openxmlformats.org/drawingml/2006/main">
              <a:ext uri="{FF2B5EF4-FFF2-40B4-BE49-F238E27FC236}">
                <a16:creationId xmlns:a16="http://schemas.microsoft.com/office/drawing/2014/main" id="{3B2FF9EF-5B2C-4947-B530-924B9591D2B4}"/>
              </a:ext>
            </a:extLst>
          </p:cNvPr>
          <p:cNvSpPr>
            <a:spLocks xmlns:a="http://schemas.openxmlformats.org/drawingml/2006/main" noGrp="1"/>
          </p:cNvSpPr>
          <p:nvPr/>
        </p:nvSpPr>
        <p:spPr>
          <a:xfrm xmlns:a="http://schemas.openxmlformats.org/drawingml/2006/main">
            <a:off x="552450" y="4171950"/>
            <a:ext cx="15049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350" b="1">
                <a:solidFill>
                  <a:srgbClr val="111111"/>
                </a:solidFill>
                <a:latin typeface="Noto Sans JP"/>
                <a:ea typeface="Noto Sans JP"/>
                <a:cs typeface="Noto Sans JP"/>
              </a:defRPr>
            </a:pPr>
            <a:r>
              <a:rPr sz="1350" b="1">
                <a:solidFill>
                  <a:srgbClr val="111111"/>
                </a:solidFill>
                <a:latin typeface="Noto Sans JP"/>
                <a:ea typeface="Noto Sans JP"/>
                <a:cs typeface="Noto Sans JP"/>
              </a:rPr>
              <a:t>KUNDEN-</a:t>
            </a:r>
          </a:p>
          <a:p xmlns:a="http://schemas.openxmlformats.org/drawingml/2006/main">
            <a:pPr algn="ctr">
              <a:buNone/>
              <a:defRPr sz="1350" b="1">
                <a:solidFill>
                  <a:srgbClr val="111111"/>
                </a:solidFill>
                <a:latin typeface="Noto Sans JP"/>
                <a:ea typeface="Noto Sans JP"/>
                <a:cs typeface="Noto Sans JP"/>
              </a:defRPr>
            </a:pPr>
            <a:r>
              <a:rPr sz="1350" b="1">
                <a:solidFill>
                  <a:srgbClr val="111111"/>
                </a:solidFill>
                <a:latin typeface="Noto Sans JP"/>
                <a:ea typeface="Noto Sans JP"/>
                <a:cs typeface="Noto Sans JP"/>
              </a:rPr>
              <a:t>BRIEFING</a:t>
            </a:r>
          </a:p>
        </p:txBody>
      </p:sp>
      <p:sp>
        <p:nvSpPr>
          <p:cNvPr id="16" name="">
            <a:extLst xmlns:a="http://schemas.openxmlformats.org/drawingml/2006/main">
              <a:ext uri="{FF2B5EF4-FFF2-40B4-BE49-F238E27FC236}">
                <a16:creationId xmlns:a16="http://schemas.microsoft.com/office/drawing/2014/main" id="{B1E0661B-DA97-4724-BAE1-3E62EE92BF07}"/>
              </a:ext>
            </a:extLst>
          </p:cNvPr>
          <p:cNvSpPr>
            <a:spLocks xmlns:a="http://schemas.openxmlformats.org/drawingml/2006/main" noGrp="1"/>
          </p:cNvSpPr>
          <p:nvPr/>
        </p:nvSpPr>
        <p:spPr>
          <a:xfrm xmlns:a="http://schemas.openxmlformats.org/drawingml/2006/main">
            <a:off x="3390900" y="3190875"/>
            <a:ext cx="1790700" cy="11239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610E05BC-64E5-4663-B01B-A5098AC043F7}"/>
              </a:ext>
            </a:extLst>
          </p:cNvPr>
          <p:cNvSpPr>
            <a:spLocks xmlns:a="http://schemas.openxmlformats.org/drawingml/2006/main" noGrp="1"/>
          </p:cNvSpPr>
          <p:nvPr/>
        </p:nvSpPr>
        <p:spPr>
          <a:xfrm xmlns:a="http://schemas.openxmlformats.org/drawingml/2006/main">
            <a:off x="3486150" y="3267075"/>
            <a:ext cx="16002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a:solidFill>
                  <a:srgbClr val="FFFFFF"/>
                </a:solidFill>
                <a:latin typeface="Noto Sans JP"/>
                <a:ea typeface="Noto Sans JP"/>
                <a:cs typeface="Noto Sans JP"/>
              </a:defRPr>
            </a:pPr>
            <a:r>
              <a:rPr sz="1875" b="1">
                <a:solidFill>
                  <a:srgbClr val="FFFFFF"/>
                </a:solidFill>
                <a:latin typeface="Noto Sans JP"/>
                <a:ea typeface="Noto Sans JP"/>
                <a:cs typeface="Noto Sans JP"/>
              </a:rPr>
              <a:t>PLEXON</a:t>
            </a:r>
          </a:p>
        </p:txBody>
      </p:sp>
      <p:sp>
        <p:nvSpPr>
          <p:cNvPr id="18" name="">
            <a:extLst xmlns:a="http://schemas.openxmlformats.org/drawingml/2006/main">
              <a:ext uri="{FF2B5EF4-FFF2-40B4-BE49-F238E27FC236}">
                <a16:creationId xmlns:a16="http://schemas.microsoft.com/office/drawing/2014/main" id="{3F48E941-DF6D-4052-A10D-F2DCD63856BE}"/>
              </a:ext>
            </a:extLst>
          </p:cNvPr>
          <p:cNvSpPr>
            <a:spLocks xmlns:a="http://schemas.openxmlformats.org/drawingml/2006/main" noGrp="1"/>
          </p:cNvSpPr>
          <p:nvPr/>
        </p:nvSpPr>
        <p:spPr>
          <a:xfrm xmlns:a="http://schemas.openxmlformats.org/drawingml/2006/main">
            <a:off x="5429250" y="2857500"/>
            <a:ext cx="952500" cy="552450"/>
          </a:xfrm>
          <a:prstGeom xmlns:a="http://schemas.openxmlformats.org/drawingml/2006/main" prst="rect">
            <a:avLst/>
          </a:prstGeom>
          <a:solidFill xmlns:a="http://schemas.openxmlformats.org/drawingml/2006/main">
            <a:srgbClr val="F8CBE7"/>
          </a:solidFill>
          <a:ln xmlns:a="http://schemas.openxmlformats.org/drawingml/2006/main" w="0">
            <a:solidFill>
              <a:srgbClr val="F8CBE7"/>
            </a:solidFill>
            <a:prstDash val="solid"/>
          </a:ln>
        </p:spPr>
      </p:sp>
      <p:sp>
        <p:nvSpPr>
          <p:cNvPr id="19" name="">
            <a:extLst xmlns:a="http://schemas.openxmlformats.org/drawingml/2006/main">
              <a:ext uri="{FF2B5EF4-FFF2-40B4-BE49-F238E27FC236}">
                <a16:creationId xmlns:a16="http://schemas.microsoft.com/office/drawing/2014/main" id="{81753D7D-8EF9-482F-86C6-F4A4F7B33E68}"/>
              </a:ext>
            </a:extLst>
          </p:cNvPr>
          <p:cNvSpPr>
            <a:spLocks xmlns:a="http://schemas.openxmlformats.org/drawingml/2006/main" noGrp="1"/>
          </p:cNvSpPr>
          <p:nvPr/>
        </p:nvSpPr>
        <p:spPr>
          <a:xfrm xmlns:a="http://schemas.openxmlformats.org/drawingml/2006/main">
            <a:off x="5524500" y="2933700"/>
            <a:ext cx="76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PERSONA</a:t>
            </a:r>
          </a:p>
        </p:txBody>
      </p:sp>
      <p:sp>
        <p:nvSpPr>
          <p:cNvPr id="20" name="">
            <a:extLst xmlns:a="http://schemas.openxmlformats.org/drawingml/2006/main">
              <a:ext uri="{FF2B5EF4-FFF2-40B4-BE49-F238E27FC236}">
                <a16:creationId xmlns:a16="http://schemas.microsoft.com/office/drawing/2014/main" id="{455552C0-A288-4366-9633-CE6E12ABAEDE}"/>
              </a:ext>
            </a:extLst>
          </p:cNvPr>
          <p:cNvSpPr>
            <a:spLocks xmlns:a="http://schemas.openxmlformats.org/drawingml/2006/main" noGrp="1"/>
          </p:cNvSpPr>
          <p:nvPr/>
        </p:nvSpPr>
        <p:spPr>
          <a:xfrm xmlns:a="http://schemas.openxmlformats.org/drawingml/2006/main">
            <a:off x="6515100" y="2857500"/>
            <a:ext cx="952500" cy="552450"/>
          </a:xfrm>
          <a:prstGeom xmlns:a="http://schemas.openxmlformats.org/drawingml/2006/main" prst="rect">
            <a:avLst/>
          </a:prstGeom>
          <a:solidFill xmlns:a="http://schemas.openxmlformats.org/drawingml/2006/main">
            <a:srgbClr val="FEF14D"/>
          </a:solidFill>
          <a:ln xmlns:a="http://schemas.openxmlformats.org/drawingml/2006/main" w="0">
            <a:solidFill>
              <a:srgbClr val="FEF14D"/>
            </a:solidFill>
            <a:prstDash val="solid"/>
          </a:ln>
        </p:spPr>
      </p:sp>
      <p:sp>
        <p:nvSpPr>
          <p:cNvPr id="21" name="">
            <a:extLst xmlns:a="http://schemas.openxmlformats.org/drawingml/2006/main">
              <a:ext uri="{FF2B5EF4-FFF2-40B4-BE49-F238E27FC236}">
                <a16:creationId xmlns:a16="http://schemas.microsoft.com/office/drawing/2014/main" id="{1127B215-BE5C-4D3C-AA25-52AA2770C632}"/>
              </a:ext>
            </a:extLst>
          </p:cNvPr>
          <p:cNvSpPr>
            <a:spLocks xmlns:a="http://schemas.openxmlformats.org/drawingml/2006/main" noGrp="1"/>
          </p:cNvSpPr>
          <p:nvPr/>
        </p:nvSpPr>
        <p:spPr>
          <a:xfrm xmlns:a="http://schemas.openxmlformats.org/drawingml/2006/main">
            <a:off x="6610350" y="2933700"/>
            <a:ext cx="76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PROTOTYP</a:t>
            </a:r>
          </a:p>
        </p:txBody>
      </p:sp>
      <p:sp>
        <p:nvSpPr>
          <p:cNvPr id="22" name="">
            <a:extLst xmlns:a="http://schemas.openxmlformats.org/drawingml/2006/main">
              <a:ext uri="{FF2B5EF4-FFF2-40B4-BE49-F238E27FC236}">
                <a16:creationId xmlns:a16="http://schemas.microsoft.com/office/drawing/2014/main" id="{E0E5697C-43F9-489C-8235-7C41973B9751}"/>
              </a:ext>
            </a:extLst>
          </p:cNvPr>
          <p:cNvSpPr>
            <a:spLocks xmlns:a="http://schemas.openxmlformats.org/drawingml/2006/main" noGrp="1"/>
          </p:cNvSpPr>
          <p:nvPr/>
        </p:nvSpPr>
        <p:spPr>
          <a:xfrm xmlns:a="http://schemas.openxmlformats.org/drawingml/2006/main">
            <a:off x="7600950" y="2857500"/>
            <a:ext cx="952500" cy="552450"/>
          </a:xfrm>
          <a:prstGeom xmlns:a="http://schemas.openxmlformats.org/drawingml/2006/main" prst="rect">
            <a:avLst/>
          </a:prstGeom>
          <a:solidFill xmlns:a="http://schemas.openxmlformats.org/drawingml/2006/main">
            <a:srgbClr val="FF6A3B"/>
          </a:solidFill>
          <a:ln xmlns:a="http://schemas.openxmlformats.org/drawingml/2006/main" w="0">
            <a:solidFill>
              <a:srgbClr val="FF6A3B"/>
            </a:solidFill>
            <a:prstDash val="solid"/>
          </a:ln>
        </p:spPr>
      </p:sp>
      <p:sp>
        <p:nvSpPr>
          <p:cNvPr id="23" name="">
            <a:extLst xmlns:a="http://schemas.openxmlformats.org/drawingml/2006/main">
              <a:ext uri="{FF2B5EF4-FFF2-40B4-BE49-F238E27FC236}">
                <a16:creationId xmlns:a16="http://schemas.microsoft.com/office/drawing/2014/main" id="{7EFCB33F-C5DC-44D3-8E36-E7CF8AD3C000}"/>
              </a:ext>
            </a:extLst>
          </p:cNvPr>
          <p:cNvSpPr>
            <a:spLocks xmlns:a="http://schemas.openxmlformats.org/drawingml/2006/main" noGrp="1"/>
          </p:cNvSpPr>
          <p:nvPr/>
        </p:nvSpPr>
        <p:spPr>
          <a:xfrm xmlns:a="http://schemas.openxmlformats.org/drawingml/2006/main">
            <a:off x="7696200" y="2933700"/>
            <a:ext cx="76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MARKE</a:t>
            </a:r>
          </a:p>
        </p:txBody>
      </p:sp>
      <p:sp>
        <p:nvSpPr>
          <p:cNvPr id="24" name="">
            <a:extLst xmlns:a="http://schemas.openxmlformats.org/drawingml/2006/main">
              <a:ext uri="{FF2B5EF4-FFF2-40B4-BE49-F238E27FC236}">
                <a16:creationId xmlns:a16="http://schemas.microsoft.com/office/drawing/2014/main" id="{E97963F2-375F-46EF-B0DE-1D82394F41E0}"/>
              </a:ext>
            </a:extLst>
          </p:cNvPr>
          <p:cNvSpPr>
            <a:spLocks xmlns:a="http://schemas.openxmlformats.org/drawingml/2006/main" noGrp="1"/>
          </p:cNvSpPr>
          <p:nvPr/>
        </p:nvSpPr>
        <p:spPr>
          <a:xfrm xmlns:a="http://schemas.openxmlformats.org/drawingml/2006/main">
            <a:off x="8686800" y="2857500"/>
            <a:ext cx="952500" cy="552450"/>
          </a:xfrm>
          <a:prstGeom xmlns:a="http://schemas.openxmlformats.org/drawingml/2006/main" prst="rect">
            <a:avLst/>
          </a:prstGeom>
          <a:solidFill xmlns:a="http://schemas.openxmlformats.org/drawingml/2006/main">
            <a:srgbClr val="00CA55"/>
          </a:solidFill>
          <a:ln xmlns:a="http://schemas.openxmlformats.org/drawingml/2006/main" w="0">
            <a:solidFill>
              <a:srgbClr val="00CA55"/>
            </a:solidFill>
            <a:prstDash val="solid"/>
          </a:ln>
        </p:spPr>
      </p:sp>
      <p:sp>
        <p:nvSpPr>
          <p:cNvPr id="25" name="">
            <a:extLst xmlns:a="http://schemas.openxmlformats.org/drawingml/2006/main">
              <a:ext uri="{FF2B5EF4-FFF2-40B4-BE49-F238E27FC236}">
                <a16:creationId xmlns:a16="http://schemas.microsoft.com/office/drawing/2014/main" id="{D32E625A-4258-4131-A85C-74C75A3C83C2}"/>
              </a:ext>
            </a:extLst>
          </p:cNvPr>
          <p:cNvSpPr>
            <a:spLocks xmlns:a="http://schemas.openxmlformats.org/drawingml/2006/main" noGrp="1"/>
          </p:cNvSpPr>
          <p:nvPr/>
        </p:nvSpPr>
        <p:spPr>
          <a:xfrm xmlns:a="http://schemas.openxmlformats.org/drawingml/2006/main">
            <a:off x="8782050" y="2933700"/>
            <a:ext cx="76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QUALITÄT</a:t>
            </a:r>
          </a:p>
        </p:txBody>
      </p:sp>
      <p:sp>
        <p:nvSpPr>
          <p:cNvPr id="26" name="">
            <a:extLst xmlns:a="http://schemas.openxmlformats.org/drawingml/2006/main">
              <a:ext uri="{FF2B5EF4-FFF2-40B4-BE49-F238E27FC236}">
                <a16:creationId xmlns:a16="http://schemas.microsoft.com/office/drawing/2014/main" id="{807B3D3F-74E8-4E7E-94FD-D66D6B7ED376}"/>
              </a:ext>
            </a:extLst>
          </p:cNvPr>
          <p:cNvSpPr>
            <a:spLocks xmlns:a="http://schemas.openxmlformats.org/drawingml/2006/main" noGrp="1"/>
          </p:cNvSpPr>
          <p:nvPr/>
        </p:nvSpPr>
        <p:spPr>
          <a:xfrm xmlns:a="http://schemas.openxmlformats.org/drawingml/2006/main">
            <a:off x="9525000" y="2266950"/>
            <a:ext cx="2209800" cy="31051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7" name="">
            <a:extLst xmlns:a="http://schemas.openxmlformats.org/drawingml/2006/main">
              <a:ext uri="{FF2B5EF4-FFF2-40B4-BE49-F238E27FC236}">
                <a16:creationId xmlns:a16="http://schemas.microsoft.com/office/drawing/2014/main" id="{54636904-9837-4EA9-BA8F-B26F1FC32FA4}"/>
              </a:ext>
            </a:extLst>
          </p:cNvPr>
          <p:cNvSpPr>
            <a:spLocks xmlns:a="http://schemas.openxmlformats.org/drawingml/2006/main" noGrp="1"/>
          </p:cNvSpPr>
          <p:nvPr/>
        </p:nvSpPr>
        <p:spPr>
          <a:xfrm xmlns:a="http://schemas.openxmlformats.org/drawingml/2006/main">
            <a:off x="9763125" y="2571750"/>
            <a:ext cx="1143000" cy="47625"/>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4A867925-8C69-4157-8AEA-614651077241}"/>
              </a:ext>
            </a:extLst>
          </p:cNvPr>
          <p:cNvSpPr>
            <a:spLocks xmlns:a="http://schemas.openxmlformats.org/drawingml/2006/main" noGrp="1"/>
          </p:cNvSpPr>
          <p:nvPr/>
        </p:nvSpPr>
        <p:spPr>
          <a:xfrm xmlns:a="http://schemas.openxmlformats.org/drawingml/2006/main">
            <a:off x="9763125" y="2914650"/>
            <a:ext cx="1733550" cy="685800"/>
          </a:xfrm>
          <a:prstGeom xmlns:a="http://schemas.openxmlformats.org/drawingml/2006/main" prst="rect">
            <a:avLst/>
          </a:prstGeom>
          <a:solidFill xmlns:a="http://schemas.openxmlformats.org/drawingml/2006/main">
            <a:srgbClr val="FEF14D"/>
          </a:solidFill>
          <a:ln xmlns:a="http://schemas.openxmlformats.org/drawingml/2006/main" w="0">
            <a:solidFill>
              <a:srgbClr val="FEF14D"/>
            </a:solidFill>
            <a:prstDash val="solid"/>
          </a:ln>
        </p:spPr>
      </p:sp>
      <p:sp>
        <p:nvSpPr>
          <p:cNvPr id="29" name="">
            <a:extLst xmlns:a="http://schemas.openxmlformats.org/drawingml/2006/main">
              <a:ext uri="{FF2B5EF4-FFF2-40B4-BE49-F238E27FC236}">
                <a16:creationId xmlns:a16="http://schemas.microsoft.com/office/drawing/2014/main" id="{40A5981C-E38C-4BB8-AA3A-70126BC32B35}"/>
              </a:ext>
            </a:extLst>
          </p:cNvPr>
          <p:cNvSpPr>
            <a:spLocks xmlns:a="http://schemas.openxmlformats.org/drawingml/2006/main" noGrp="1"/>
          </p:cNvSpPr>
          <p:nvPr/>
        </p:nvSpPr>
        <p:spPr>
          <a:xfrm xmlns:a="http://schemas.openxmlformats.org/drawingml/2006/main">
            <a:off x="9906000" y="3124200"/>
            <a:ext cx="144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buNone/>
              <a:defRPr sz="1125" b="1">
                <a:solidFill>
                  <a:srgbClr val="111111"/>
                </a:solidFill>
                <a:latin typeface="Noto Sans JP"/>
                <a:ea typeface="Noto Sans JP"/>
                <a:cs typeface="Noto Sans JP"/>
              </a:defRPr>
            </a:pPr>
            <a:r>
              <a:rPr sz="1125" b="1">
                <a:solidFill>
                  <a:srgbClr val="111111"/>
                </a:solidFill>
                <a:latin typeface="Noto Sans JP"/>
                <a:ea typeface="Noto Sans JP"/>
                <a:cs typeface="Noto Sans JP"/>
              </a:rPr>
              <a:t>LANDINGPAGE</a:t>
            </a:r>
          </a:p>
        </p:txBody>
      </p:sp>
      <p:sp>
        <p:nvSpPr>
          <p:cNvPr id="30" name="">
            <a:extLst xmlns:a="http://schemas.openxmlformats.org/drawingml/2006/main">
              <a:ext uri="{FF2B5EF4-FFF2-40B4-BE49-F238E27FC236}">
                <a16:creationId xmlns:a16="http://schemas.microsoft.com/office/drawing/2014/main" id="{9CBA7982-2CF0-4B6C-A0C5-E6472DDB594C}"/>
              </a:ext>
            </a:extLst>
          </p:cNvPr>
          <p:cNvSpPr>
            <a:spLocks xmlns:a="http://schemas.openxmlformats.org/drawingml/2006/main" noGrp="1"/>
          </p:cNvSpPr>
          <p:nvPr/>
        </p:nvSpPr>
        <p:spPr>
          <a:xfrm xmlns:a="http://schemas.openxmlformats.org/drawingml/2006/main">
            <a:off x="9763125" y="3829050"/>
            <a:ext cx="1733550" cy="19050"/>
          </a:xfrm>
          <a:prstGeom xmlns:a="http://schemas.openxmlformats.org/drawingml/2006/main" prst="rect">
            <a:avLst/>
          </a:prstGeom>
          <a:solidFill xmlns:a="http://schemas.openxmlformats.org/drawingml/2006/main">
            <a:srgbClr val="D6D6D6"/>
          </a:solidFill>
          <a:ln xmlns:a="http://schemas.openxmlformats.org/drawingml/2006/main" w="0">
            <a:solidFill>
              <a:srgbClr val="D6D6D6"/>
            </a:solidFill>
            <a:prstDash val="solid"/>
          </a:ln>
        </p:spPr>
      </p:sp>
      <p:sp>
        <p:nvSpPr>
          <p:cNvPr id="31" name="">
            <a:extLst xmlns:a="http://schemas.openxmlformats.org/drawingml/2006/main">
              <a:ext uri="{FF2B5EF4-FFF2-40B4-BE49-F238E27FC236}">
                <a16:creationId xmlns:a16="http://schemas.microsoft.com/office/drawing/2014/main" id="{0165C3C3-63F7-4A21-B45A-3D35BCA83656}"/>
              </a:ext>
            </a:extLst>
          </p:cNvPr>
          <p:cNvSpPr>
            <a:spLocks xmlns:a="http://schemas.openxmlformats.org/drawingml/2006/main" noGrp="1"/>
          </p:cNvSpPr>
          <p:nvPr/>
        </p:nvSpPr>
        <p:spPr>
          <a:xfrm xmlns:a="http://schemas.openxmlformats.org/drawingml/2006/main">
            <a:off x="9763125" y="4038600"/>
            <a:ext cx="1352550" cy="19050"/>
          </a:xfrm>
          <a:prstGeom xmlns:a="http://schemas.openxmlformats.org/drawingml/2006/main" prst="rect">
            <a:avLst/>
          </a:prstGeom>
          <a:solidFill xmlns:a="http://schemas.openxmlformats.org/drawingml/2006/main">
            <a:srgbClr val="D6D6D6"/>
          </a:solidFill>
          <a:ln xmlns:a="http://schemas.openxmlformats.org/drawingml/2006/main" w="0">
            <a:solidFill>
              <a:srgbClr val="D6D6D6"/>
            </a:solidFill>
            <a:prstDash val="solid"/>
          </a:ln>
        </p:spPr>
      </p:sp>
      <p:sp>
        <p:nvSpPr>
          <p:cNvPr id="32" name="">
            <a:extLst xmlns:a="http://schemas.openxmlformats.org/drawingml/2006/main">
              <a:ext uri="{FF2B5EF4-FFF2-40B4-BE49-F238E27FC236}">
                <a16:creationId xmlns:a16="http://schemas.microsoft.com/office/drawing/2014/main" id="{758495FA-AE69-4B60-939E-820869B29162}"/>
              </a:ext>
            </a:extLst>
          </p:cNvPr>
          <p:cNvSpPr>
            <a:spLocks xmlns:a="http://schemas.openxmlformats.org/drawingml/2006/main" noGrp="1"/>
          </p:cNvSpPr>
          <p:nvPr/>
        </p:nvSpPr>
        <p:spPr>
          <a:xfrm xmlns:a="http://schemas.openxmlformats.org/drawingml/2006/main">
            <a:off x="9763125" y="4248150"/>
            <a:ext cx="1571625" cy="19050"/>
          </a:xfrm>
          <a:prstGeom xmlns:a="http://schemas.openxmlformats.org/drawingml/2006/main" prst="rect">
            <a:avLst/>
          </a:prstGeom>
          <a:solidFill xmlns:a="http://schemas.openxmlformats.org/drawingml/2006/main">
            <a:srgbClr val="D6D6D6"/>
          </a:solidFill>
          <a:ln xmlns:a="http://schemas.openxmlformats.org/drawingml/2006/main" w="0">
            <a:solidFill>
              <a:srgbClr val="D6D6D6"/>
            </a:solidFill>
            <a:prstDash val="solid"/>
          </a:ln>
        </p:spPr>
      </p:sp>
      <p:sp>
        <p:nvSpPr>
          <p:cNvPr id="33" name="">
            <a:extLst xmlns:a="http://schemas.openxmlformats.org/drawingml/2006/main">
              <a:ext uri="{FF2B5EF4-FFF2-40B4-BE49-F238E27FC236}">
                <a16:creationId xmlns:a16="http://schemas.microsoft.com/office/drawing/2014/main" id="{983DA658-6E75-4CA0-AEBB-ABE5D8D02FE7}"/>
              </a:ext>
            </a:extLst>
          </p:cNvPr>
          <p:cNvSpPr>
            <a:spLocks xmlns:a="http://schemas.openxmlformats.org/drawingml/2006/main" noGrp="1"/>
          </p:cNvSpPr>
          <p:nvPr/>
        </p:nvSpPr>
        <p:spPr>
          <a:xfrm xmlns:a="http://schemas.openxmlformats.org/drawingml/2006/main">
            <a:off x="9763125" y="4667250"/>
            <a:ext cx="1047750" cy="3429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ABFFB3CC-96D5-4CD6-BFA0-9907C698817B}"/>
              </a:ext>
            </a:extLst>
          </p:cNvPr>
          <p:cNvSpPr>
            <a:spLocks xmlns:a="http://schemas.openxmlformats.org/drawingml/2006/main" noGrp="1"/>
          </p:cNvSpPr>
          <p:nvPr/>
        </p:nvSpPr>
        <p:spPr>
          <a:xfrm xmlns:a="http://schemas.openxmlformats.org/drawingml/2006/main">
            <a:off x="9858375" y="47434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667"/>
          </a:bodyPr>
          <a:lstStyle xmlns:a="http://schemas.openxmlformats.org/drawingml/2006/main"/>
          <a:p xmlns:a="http://schemas.openxmlformats.org/drawingml/2006/main">
            <a:pPr algn="ctr">
              <a:buNone/>
              <a:defRPr sz="750" b="1">
                <a:solidFill>
                  <a:srgbClr val="FFFFFF"/>
                </a:solidFill>
                <a:latin typeface="IBM Plex Mono"/>
                <a:ea typeface="IBM Plex Mono"/>
                <a:cs typeface="IBM Plex Mono"/>
              </a:defRPr>
            </a:pPr>
            <a:r>
              <a:rPr sz="750" b="1">
                <a:solidFill>
                  <a:srgbClr val="FFFFFF"/>
                </a:solidFill>
                <a:latin typeface="IBM Plex Mono"/>
                <a:ea typeface="IBM Plex Mono"/>
                <a:cs typeface="IBM Plex Mono"/>
              </a:rPr>
              <a:t>CMS-READY</a:t>
            </a:r>
          </a:p>
        </p:txBody>
      </p:sp>
      <p:sp>
        <p:nvSpPr>
          <p:cNvPr id="35" name="">
            <a:extLst xmlns:a="http://schemas.openxmlformats.org/drawingml/2006/main">
              <a:ext uri="{FF2B5EF4-FFF2-40B4-BE49-F238E27FC236}">
                <a16:creationId xmlns:a16="http://schemas.microsoft.com/office/drawing/2014/main" id="{9F33E352-AB31-4A67-BBB7-285378D5BA9A}"/>
              </a:ext>
            </a:extLst>
          </p:cNvPr>
          <p:cNvSpPr>
            <a:spLocks xmlns:a="http://schemas.openxmlformats.org/drawingml/2006/main" noGrp="1"/>
          </p:cNvSpPr>
          <p:nvPr/>
        </p:nvSpPr>
        <p:spPr>
          <a:xfrm xmlns:a="http://schemas.openxmlformats.org/drawingml/2006/main">
            <a:off x="457200" y="594360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VALIDIERT · MARKENKONFORM · PRÜFBAR</a:t>
            </a:r>
          </a:p>
        </p:txBody>
      </p:sp>
    </p:spTree>
    <p:extLst>
      <p:ext uri="{BB962C8B-B14F-4D97-AF65-F5344CB8AC3E}">
        <p14:creationId xmlns:p14="http://schemas.microsoft.com/office/powerpoint/2010/main" val="551562732"/>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D8BDF267-A93E-4207-A847-24A81BD24B3D}"/>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END-TO-END JOURNEY</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9ec24ec98eda4d63"/>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FD9B06D-87BD-4E3E-A50F-DA79D8DA7565}"/>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FFFFFF"/>
                </a:solidFill>
                <a:latin typeface="IBM Plex Mono"/>
                <a:ea typeface="IBM Plex Mono"/>
                <a:cs typeface="IBM Plex Mono"/>
              </a:defRPr>
            </a:pPr>
            <a:r>
              <a:rPr sz="675" b="0">
                <a:solidFill>
                  <a:srgbClr val="FFFFFF"/>
                </a:solidFill>
                <a:latin typeface="IBM Plex Mono"/>
                <a:ea typeface="IBM Plex Mono"/>
                <a:cs typeface="IBM Plex Mono"/>
              </a:rPr>
              <a:t>04</a:t>
            </a:r>
          </a:p>
        </p:txBody>
      </p:sp>
      <p:sp>
        <p:nvSpPr>
          <p:cNvPr id="4" name="">
            <a:extLst xmlns:a="http://schemas.openxmlformats.org/drawingml/2006/main">
              <a:ext uri="{FF2B5EF4-FFF2-40B4-BE49-F238E27FC236}">
                <a16:creationId xmlns:a16="http://schemas.microsoft.com/office/drawing/2014/main" id="{62998C97-2E38-4222-AFF7-A60BAB622439}"/>
              </a:ext>
            </a:extLst>
          </p:cNvPr>
          <p:cNvSpPr>
            <a:spLocks xmlns:a="http://schemas.openxmlformats.org/drawingml/2006/main" noGrp="1"/>
          </p:cNvSpPr>
          <p:nvPr/>
        </p:nvSpPr>
        <p:spPr>
          <a:xfrm xmlns:a="http://schemas.openxmlformats.org/drawingml/2006/main">
            <a:off x="457200" y="7429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775" b="1">
                <a:solidFill>
                  <a:srgbClr val="FFFFFF"/>
                </a:solidFill>
                <a:latin typeface="Noto Sans JP"/>
                <a:ea typeface="Noto Sans JP"/>
                <a:cs typeface="Noto Sans JP"/>
              </a:defRPr>
            </a:pPr>
            <a:r>
              <a:rPr sz="2775" b="1">
                <a:solidFill>
                  <a:srgbClr val="FFFFFF"/>
                </a:solidFill>
                <a:latin typeface="Noto Sans JP"/>
                <a:ea typeface="Noto Sans JP"/>
                <a:cs typeface="Noto Sans JP"/>
              </a:rPr>
              <a:t>Ein Prozess. Viele Spezialisten. Ein lernender Loop.</a:t>
            </a:r>
          </a:p>
        </p:txBody>
      </p:sp>
      <p:sp>
        <p:nvSpPr>
          <p:cNvPr id="5" name="">
            <a:extLst xmlns:a="http://schemas.openxmlformats.org/drawingml/2006/main">
              <a:ext uri="{FF2B5EF4-FFF2-40B4-BE49-F238E27FC236}">
                <a16:creationId xmlns:a16="http://schemas.microsoft.com/office/drawing/2014/main" id="{B29628E1-A85C-47C7-AC3D-8F9D745F6A0D}"/>
              </a:ext>
            </a:extLst>
          </p:cNvPr>
          <p:cNvSpPr>
            <a:spLocks xmlns:a="http://schemas.openxmlformats.org/drawingml/2006/main" noGrp="1"/>
          </p:cNvSpPr>
          <p:nvPr/>
        </p:nvSpPr>
        <p:spPr>
          <a:xfrm xmlns:a="http://schemas.openxmlformats.org/drawingml/2006/main">
            <a:off x="1476375" y="1857375"/>
            <a:ext cx="28575" cy="6191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2A3C1471-17C2-4452-A145-B1AD183E5AC0}"/>
              </a:ext>
            </a:extLst>
          </p:cNvPr>
          <p:cNvSpPr>
            <a:spLocks xmlns:a="http://schemas.openxmlformats.org/drawingml/2006/main" noGrp="1"/>
          </p:cNvSpPr>
          <p:nvPr/>
        </p:nvSpPr>
        <p:spPr>
          <a:xfrm xmlns:a="http://schemas.openxmlformats.org/drawingml/2006/main">
            <a:off x="1476375" y="1857375"/>
            <a:ext cx="1905000" cy="285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7" name="">
            <a:extLst xmlns:a="http://schemas.openxmlformats.org/drawingml/2006/main">
              <a:ext uri="{FF2B5EF4-FFF2-40B4-BE49-F238E27FC236}">
                <a16:creationId xmlns:a16="http://schemas.microsoft.com/office/drawing/2014/main" id="{83DF039A-E441-4986-90F9-E90BBE145A54}"/>
              </a:ext>
            </a:extLst>
          </p:cNvPr>
          <p:cNvSpPr>
            <a:spLocks xmlns:a="http://schemas.openxmlformats.org/drawingml/2006/main" noGrp="1"/>
          </p:cNvSpPr>
          <p:nvPr/>
        </p:nvSpPr>
        <p:spPr>
          <a:xfrm xmlns:a="http://schemas.openxmlformats.org/drawingml/2006/main">
            <a:off x="3381375" y="1619250"/>
            <a:ext cx="28575" cy="2381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8" name="">
            <a:extLst xmlns:a="http://schemas.openxmlformats.org/drawingml/2006/main">
              <a:ext uri="{FF2B5EF4-FFF2-40B4-BE49-F238E27FC236}">
                <a16:creationId xmlns:a16="http://schemas.microsoft.com/office/drawing/2014/main" id="{C78B4AAF-CFAF-4875-A65A-356B4C10DE60}"/>
              </a:ext>
            </a:extLst>
          </p:cNvPr>
          <p:cNvSpPr>
            <a:spLocks xmlns:a="http://schemas.openxmlformats.org/drawingml/2006/main" noGrp="1"/>
          </p:cNvSpPr>
          <p:nvPr/>
        </p:nvSpPr>
        <p:spPr>
          <a:xfrm xmlns:a="http://schemas.openxmlformats.org/drawingml/2006/main">
            <a:off x="3381375" y="1619250"/>
            <a:ext cx="2238375" cy="285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9" name="">
            <a:extLst xmlns:a="http://schemas.openxmlformats.org/drawingml/2006/main">
              <a:ext uri="{FF2B5EF4-FFF2-40B4-BE49-F238E27FC236}">
                <a16:creationId xmlns:a16="http://schemas.microsoft.com/office/drawing/2014/main" id="{5BA56E97-2ED6-4463-8137-30B43F2A359C}"/>
              </a:ext>
            </a:extLst>
          </p:cNvPr>
          <p:cNvSpPr>
            <a:spLocks xmlns:a="http://schemas.openxmlformats.org/drawingml/2006/main" noGrp="1"/>
          </p:cNvSpPr>
          <p:nvPr/>
        </p:nvSpPr>
        <p:spPr>
          <a:xfrm xmlns:a="http://schemas.openxmlformats.org/drawingml/2006/main">
            <a:off x="5619750" y="1619250"/>
            <a:ext cx="28575" cy="333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0" name="">
            <a:extLst xmlns:a="http://schemas.openxmlformats.org/drawingml/2006/main">
              <a:ext uri="{FF2B5EF4-FFF2-40B4-BE49-F238E27FC236}">
                <a16:creationId xmlns:a16="http://schemas.microsoft.com/office/drawing/2014/main" id="{70682E80-881F-4EB3-899A-AF244DDD6461}"/>
              </a:ext>
            </a:extLst>
          </p:cNvPr>
          <p:cNvSpPr>
            <a:spLocks xmlns:a="http://schemas.openxmlformats.org/drawingml/2006/main" noGrp="1"/>
          </p:cNvSpPr>
          <p:nvPr/>
        </p:nvSpPr>
        <p:spPr>
          <a:xfrm xmlns:a="http://schemas.openxmlformats.org/drawingml/2006/main">
            <a:off x="5619750" y="1952625"/>
            <a:ext cx="2286000" cy="285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1" name="">
            <a:extLst xmlns:a="http://schemas.openxmlformats.org/drawingml/2006/main">
              <a:ext uri="{FF2B5EF4-FFF2-40B4-BE49-F238E27FC236}">
                <a16:creationId xmlns:a16="http://schemas.microsoft.com/office/drawing/2014/main" id="{3BD90E26-9012-43F8-9FF4-6603CB818C93}"/>
              </a:ext>
            </a:extLst>
          </p:cNvPr>
          <p:cNvSpPr>
            <a:spLocks xmlns:a="http://schemas.openxmlformats.org/drawingml/2006/main" noGrp="1"/>
          </p:cNvSpPr>
          <p:nvPr/>
        </p:nvSpPr>
        <p:spPr>
          <a:xfrm xmlns:a="http://schemas.openxmlformats.org/drawingml/2006/main">
            <a:off x="7905750" y="1952625"/>
            <a:ext cx="28575" cy="9525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2" name="">
            <a:extLst xmlns:a="http://schemas.openxmlformats.org/drawingml/2006/main">
              <a:ext uri="{FF2B5EF4-FFF2-40B4-BE49-F238E27FC236}">
                <a16:creationId xmlns:a16="http://schemas.microsoft.com/office/drawing/2014/main" id="{4C0CA2F6-8BDE-4F39-BB0A-76332CA9840C}"/>
              </a:ext>
            </a:extLst>
          </p:cNvPr>
          <p:cNvSpPr>
            <a:spLocks xmlns:a="http://schemas.openxmlformats.org/drawingml/2006/main" noGrp="1"/>
          </p:cNvSpPr>
          <p:nvPr/>
        </p:nvSpPr>
        <p:spPr>
          <a:xfrm xmlns:a="http://schemas.openxmlformats.org/drawingml/2006/main">
            <a:off x="7905750" y="2905125"/>
            <a:ext cx="1905000" cy="285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3" name="">
            <a:extLst xmlns:a="http://schemas.openxmlformats.org/drawingml/2006/main">
              <a:ext uri="{FF2B5EF4-FFF2-40B4-BE49-F238E27FC236}">
                <a16:creationId xmlns:a16="http://schemas.microsoft.com/office/drawing/2014/main" id="{26DE5B5C-4596-4F67-85E1-BE5E8B4BAD47}"/>
              </a:ext>
            </a:extLst>
          </p:cNvPr>
          <p:cNvSpPr>
            <a:spLocks xmlns:a="http://schemas.openxmlformats.org/drawingml/2006/main" noGrp="1"/>
          </p:cNvSpPr>
          <p:nvPr/>
        </p:nvSpPr>
        <p:spPr>
          <a:xfrm xmlns:a="http://schemas.openxmlformats.org/drawingml/2006/main">
            <a:off x="9810750" y="2905125"/>
            <a:ext cx="28575" cy="16668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4" name="">
            <a:extLst xmlns:a="http://schemas.openxmlformats.org/drawingml/2006/main">
              <a:ext uri="{FF2B5EF4-FFF2-40B4-BE49-F238E27FC236}">
                <a16:creationId xmlns:a16="http://schemas.microsoft.com/office/drawing/2014/main" id="{B9498E22-FC7B-4206-A7D0-01CC50AD7A43}"/>
              </a:ext>
            </a:extLst>
          </p:cNvPr>
          <p:cNvSpPr>
            <a:spLocks xmlns:a="http://schemas.openxmlformats.org/drawingml/2006/main" noGrp="1"/>
          </p:cNvSpPr>
          <p:nvPr/>
        </p:nvSpPr>
        <p:spPr>
          <a:xfrm xmlns:a="http://schemas.openxmlformats.org/drawingml/2006/main">
            <a:off x="8477250" y="4572000"/>
            <a:ext cx="1333500" cy="285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5" name="">
            <a:extLst xmlns:a="http://schemas.openxmlformats.org/drawingml/2006/main">
              <a:ext uri="{FF2B5EF4-FFF2-40B4-BE49-F238E27FC236}">
                <a16:creationId xmlns:a16="http://schemas.microsoft.com/office/drawing/2014/main" id="{B3DF30F1-BB7E-4745-A8AE-C9FAC28F37FC}"/>
              </a:ext>
            </a:extLst>
          </p:cNvPr>
          <p:cNvSpPr>
            <a:spLocks xmlns:a="http://schemas.openxmlformats.org/drawingml/2006/main" noGrp="1"/>
          </p:cNvSpPr>
          <p:nvPr/>
        </p:nvSpPr>
        <p:spPr>
          <a:xfrm xmlns:a="http://schemas.openxmlformats.org/drawingml/2006/main">
            <a:off x="8477250" y="4572000"/>
            <a:ext cx="28575" cy="381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6" name="">
            <a:extLst xmlns:a="http://schemas.openxmlformats.org/drawingml/2006/main">
              <a:ext uri="{FF2B5EF4-FFF2-40B4-BE49-F238E27FC236}">
                <a16:creationId xmlns:a16="http://schemas.microsoft.com/office/drawing/2014/main" id="{DA0464B5-2407-4F47-A872-8A8CD44324EE}"/>
              </a:ext>
            </a:extLst>
          </p:cNvPr>
          <p:cNvSpPr>
            <a:spLocks xmlns:a="http://schemas.openxmlformats.org/drawingml/2006/main" noGrp="1"/>
          </p:cNvSpPr>
          <p:nvPr/>
        </p:nvSpPr>
        <p:spPr>
          <a:xfrm xmlns:a="http://schemas.openxmlformats.org/drawingml/2006/main">
            <a:off x="5905500" y="4953000"/>
            <a:ext cx="2571750" cy="285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7" name="">
            <a:extLst xmlns:a="http://schemas.openxmlformats.org/drawingml/2006/main">
              <a:ext uri="{FF2B5EF4-FFF2-40B4-BE49-F238E27FC236}">
                <a16:creationId xmlns:a16="http://schemas.microsoft.com/office/drawing/2014/main" id="{4199D9EC-8B5B-4FC5-9693-66518CBF30D4}"/>
              </a:ext>
            </a:extLst>
          </p:cNvPr>
          <p:cNvSpPr>
            <a:spLocks xmlns:a="http://schemas.openxmlformats.org/drawingml/2006/main" noGrp="1"/>
          </p:cNvSpPr>
          <p:nvPr/>
        </p:nvSpPr>
        <p:spPr>
          <a:xfrm xmlns:a="http://schemas.openxmlformats.org/drawingml/2006/main">
            <a:off x="5905500" y="4476750"/>
            <a:ext cx="28575" cy="4762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8" name="">
            <a:extLst xmlns:a="http://schemas.openxmlformats.org/drawingml/2006/main">
              <a:ext uri="{FF2B5EF4-FFF2-40B4-BE49-F238E27FC236}">
                <a16:creationId xmlns:a16="http://schemas.microsoft.com/office/drawing/2014/main" id="{5630B4F9-C044-44B1-A338-E869AF3516B5}"/>
              </a:ext>
            </a:extLst>
          </p:cNvPr>
          <p:cNvSpPr>
            <a:spLocks xmlns:a="http://schemas.openxmlformats.org/drawingml/2006/main" noGrp="1"/>
          </p:cNvSpPr>
          <p:nvPr/>
        </p:nvSpPr>
        <p:spPr>
          <a:xfrm xmlns:a="http://schemas.openxmlformats.org/drawingml/2006/main">
            <a:off x="3333750" y="4476750"/>
            <a:ext cx="2571750" cy="285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9" name="">
            <a:extLst xmlns:a="http://schemas.openxmlformats.org/drawingml/2006/main">
              <a:ext uri="{FF2B5EF4-FFF2-40B4-BE49-F238E27FC236}">
                <a16:creationId xmlns:a16="http://schemas.microsoft.com/office/drawing/2014/main" id="{4A6C39E6-1833-410A-9778-3718FEA84062}"/>
              </a:ext>
            </a:extLst>
          </p:cNvPr>
          <p:cNvSpPr>
            <a:spLocks xmlns:a="http://schemas.openxmlformats.org/drawingml/2006/main" noGrp="1"/>
          </p:cNvSpPr>
          <p:nvPr/>
        </p:nvSpPr>
        <p:spPr>
          <a:xfrm xmlns:a="http://schemas.openxmlformats.org/drawingml/2006/main">
            <a:off x="3333750" y="2476500"/>
            <a:ext cx="28575" cy="20002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0" name="">
            <a:extLst xmlns:a="http://schemas.openxmlformats.org/drawingml/2006/main">
              <a:ext uri="{FF2B5EF4-FFF2-40B4-BE49-F238E27FC236}">
                <a16:creationId xmlns:a16="http://schemas.microsoft.com/office/drawing/2014/main" id="{83DE8D09-8875-4511-BAD4-6EF041406C2D}"/>
              </a:ext>
            </a:extLst>
          </p:cNvPr>
          <p:cNvSpPr>
            <a:spLocks xmlns:a="http://schemas.openxmlformats.org/drawingml/2006/main" noGrp="1"/>
          </p:cNvSpPr>
          <p:nvPr/>
        </p:nvSpPr>
        <p:spPr>
          <a:xfrm xmlns:a="http://schemas.openxmlformats.org/drawingml/2006/main">
            <a:off x="1476375" y="2476500"/>
            <a:ext cx="1857375" cy="285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1" name="">
            <a:extLst xmlns:a="http://schemas.openxmlformats.org/drawingml/2006/main">
              <a:ext uri="{FF2B5EF4-FFF2-40B4-BE49-F238E27FC236}">
                <a16:creationId xmlns:a16="http://schemas.microsoft.com/office/drawing/2014/main" id="{D9588C1B-B79E-4FAD-9751-087F99AECA0B}"/>
              </a:ext>
            </a:extLst>
          </p:cNvPr>
          <p:cNvSpPr>
            <a:spLocks xmlns:a="http://schemas.openxmlformats.org/drawingml/2006/main" noGrp="1"/>
          </p:cNvSpPr>
          <p:nvPr/>
        </p:nvSpPr>
        <p:spPr>
          <a:xfrm xmlns:a="http://schemas.openxmlformats.org/drawingml/2006/main">
            <a:off x="1952625" y="3924300"/>
            <a:ext cx="1047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ERGEBNISSE</a:t>
            </a:r>
          </a:p>
          <a:p xmlns:a="http://schemas.openxmlformats.org/drawingml/2006/main">
            <a:pPr algn="ctr">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ZURÜCK</a:t>
            </a:r>
          </a:p>
        </p:txBody>
      </p:sp>
      <p:sp>
        <p:nvSpPr>
          <p:cNvPr id="22" name="">
            <a:extLst xmlns:a="http://schemas.openxmlformats.org/drawingml/2006/main">
              <a:ext uri="{FF2B5EF4-FFF2-40B4-BE49-F238E27FC236}">
                <a16:creationId xmlns:a16="http://schemas.microsoft.com/office/drawing/2014/main" id="{A2707E40-444C-4760-AAFD-F6412CF8E99D}"/>
              </a:ext>
            </a:extLst>
          </p:cNvPr>
          <p:cNvSpPr>
            <a:spLocks xmlns:a="http://schemas.openxmlformats.org/drawingml/2006/main" noGrp="1"/>
          </p:cNvSpPr>
          <p:nvPr/>
        </p:nvSpPr>
        <p:spPr>
          <a:xfrm xmlns:a="http://schemas.openxmlformats.org/drawingml/2006/main">
            <a:off x="857250" y="2143125"/>
            <a:ext cx="1238250" cy="552450"/>
          </a:xfrm>
          <a:prstGeom xmlns:a="http://schemas.openxmlformats.org/drawingml/2006/main" prst="rect">
            <a:avLst/>
          </a:prstGeom>
          <a:solidFill xmlns:a="http://schemas.openxmlformats.org/drawingml/2006/main">
            <a:srgbClr val="00CA55"/>
          </a:solidFill>
          <a:ln xmlns:a="http://schemas.openxmlformats.org/drawingml/2006/main" w="0">
            <a:solidFill>
              <a:srgbClr val="00CA55"/>
            </a:solidFill>
            <a:prstDash val="solid"/>
          </a:ln>
        </p:spPr>
      </p:sp>
      <p:sp>
        <p:nvSpPr>
          <p:cNvPr id="23" name="">
            <a:extLst xmlns:a="http://schemas.openxmlformats.org/drawingml/2006/main">
              <a:ext uri="{FF2B5EF4-FFF2-40B4-BE49-F238E27FC236}">
                <a16:creationId xmlns:a16="http://schemas.microsoft.com/office/drawing/2014/main" id="{A3450439-9B8D-4063-A5C5-1C4207D416E5}"/>
              </a:ext>
            </a:extLst>
          </p:cNvPr>
          <p:cNvSpPr>
            <a:spLocks xmlns:a="http://schemas.openxmlformats.org/drawingml/2006/main" noGrp="1"/>
          </p:cNvSpPr>
          <p:nvPr/>
        </p:nvSpPr>
        <p:spPr>
          <a:xfrm xmlns:a="http://schemas.openxmlformats.org/drawingml/2006/main">
            <a:off x="952500" y="2219325"/>
            <a:ext cx="104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900" b="1">
                <a:solidFill>
                  <a:srgbClr val="111111"/>
                </a:solidFill>
                <a:latin typeface="Noto Sans JP"/>
                <a:ea typeface="Noto Sans JP"/>
                <a:cs typeface="Noto Sans JP"/>
              </a:defRPr>
            </a:pPr>
            <a:r>
              <a:rPr sz="900" b="1">
                <a:solidFill>
                  <a:srgbClr val="111111"/>
                </a:solidFill>
                <a:latin typeface="Noto Sans JP"/>
                <a:ea typeface="Noto Sans JP"/>
                <a:cs typeface="Noto Sans JP"/>
              </a:rPr>
              <a:t>ECHON</a:t>
            </a:r>
          </a:p>
        </p:txBody>
      </p:sp>
      <p:sp>
        <p:nvSpPr>
          <p:cNvPr id="24" name="">
            <a:extLst xmlns:a="http://schemas.openxmlformats.org/drawingml/2006/main">
              <a:ext uri="{FF2B5EF4-FFF2-40B4-BE49-F238E27FC236}">
                <a16:creationId xmlns:a16="http://schemas.microsoft.com/office/drawing/2014/main" id="{3C99A423-776D-4FE8-812D-E6DB771E4C6B}"/>
              </a:ext>
            </a:extLst>
          </p:cNvPr>
          <p:cNvSpPr>
            <a:spLocks xmlns:a="http://schemas.openxmlformats.org/drawingml/2006/main" noGrp="1"/>
          </p:cNvSpPr>
          <p:nvPr/>
        </p:nvSpPr>
        <p:spPr>
          <a:xfrm xmlns:a="http://schemas.openxmlformats.org/drawingml/2006/main">
            <a:off x="762000" y="279082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0">
                <a:solidFill>
                  <a:srgbClr val="FFFFFF"/>
                </a:solidFill>
                <a:latin typeface="IBM Plex Mono"/>
                <a:ea typeface="IBM Plex Mono"/>
                <a:cs typeface="IBM Plex Mono"/>
              </a:defRPr>
            </a:pPr>
            <a:r>
              <a:rPr sz="750" b="0">
                <a:solidFill>
                  <a:srgbClr val="FFFFFF"/>
                </a:solidFill>
                <a:latin typeface="IBM Plex Mono"/>
                <a:ea typeface="IBM Plex Mono"/>
                <a:cs typeface="IBM Plex Mono"/>
              </a:rPr>
              <a:t>Research Brief</a:t>
            </a:r>
          </a:p>
        </p:txBody>
      </p:sp>
      <p:sp>
        <p:nvSpPr>
          <p:cNvPr id="25" name="">
            <a:extLst xmlns:a="http://schemas.openxmlformats.org/drawingml/2006/main">
              <a:ext uri="{FF2B5EF4-FFF2-40B4-BE49-F238E27FC236}">
                <a16:creationId xmlns:a16="http://schemas.microsoft.com/office/drawing/2014/main" id="{939FD334-FF78-470E-B6FF-E04D5AAA05B0}"/>
              </a:ext>
            </a:extLst>
          </p:cNvPr>
          <p:cNvSpPr>
            <a:spLocks xmlns:a="http://schemas.openxmlformats.org/drawingml/2006/main" noGrp="1"/>
          </p:cNvSpPr>
          <p:nvPr/>
        </p:nvSpPr>
        <p:spPr>
          <a:xfrm xmlns:a="http://schemas.openxmlformats.org/drawingml/2006/main">
            <a:off x="2762250" y="1524000"/>
            <a:ext cx="1238250" cy="552450"/>
          </a:xfrm>
          <a:prstGeom xmlns:a="http://schemas.openxmlformats.org/drawingml/2006/main" prst="rect">
            <a:avLst/>
          </a:prstGeom>
          <a:solidFill xmlns:a="http://schemas.openxmlformats.org/drawingml/2006/main">
            <a:srgbClr val="F8CBE7"/>
          </a:solidFill>
          <a:ln xmlns:a="http://schemas.openxmlformats.org/drawingml/2006/main" w="0">
            <a:solidFill>
              <a:srgbClr val="F8CBE7"/>
            </a:solidFill>
            <a:prstDash val="solid"/>
          </a:ln>
        </p:spPr>
      </p:sp>
      <p:sp>
        <p:nvSpPr>
          <p:cNvPr id="26" name="">
            <a:extLst xmlns:a="http://schemas.openxmlformats.org/drawingml/2006/main">
              <a:ext uri="{FF2B5EF4-FFF2-40B4-BE49-F238E27FC236}">
                <a16:creationId xmlns:a16="http://schemas.microsoft.com/office/drawing/2014/main" id="{9783FDBA-98CD-4475-883D-FC33A255CF5E}"/>
              </a:ext>
            </a:extLst>
          </p:cNvPr>
          <p:cNvSpPr>
            <a:spLocks xmlns:a="http://schemas.openxmlformats.org/drawingml/2006/main" noGrp="1"/>
          </p:cNvSpPr>
          <p:nvPr/>
        </p:nvSpPr>
        <p:spPr>
          <a:xfrm xmlns:a="http://schemas.openxmlformats.org/drawingml/2006/main">
            <a:off x="2857500" y="1600200"/>
            <a:ext cx="104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900" b="1">
                <a:solidFill>
                  <a:srgbClr val="111111"/>
                </a:solidFill>
                <a:latin typeface="Noto Sans JP"/>
                <a:ea typeface="Noto Sans JP"/>
                <a:cs typeface="Noto Sans JP"/>
              </a:defRPr>
            </a:pPr>
            <a:r>
              <a:rPr sz="900" b="1">
                <a:solidFill>
                  <a:srgbClr val="111111"/>
                </a:solidFill>
                <a:latin typeface="Noto Sans JP"/>
                <a:ea typeface="Noto Sans JP"/>
                <a:cs typeface="Noto Sans JP"/>
              </a:rPr>
              <a:t>AUDION</a:t>
            </a:r>
          </a:p>
        </p:txBody>
      </p:sp>
      <p:sp>
        <p:nvSpPr>
          <p:cNvPr id="27" name="">
            <a:extLst xmlns:a="http://schemas.openxmlformats.org/drawingml/2006/main">
              <a:ext uri="{FF2B5EF4-FFF2-40B4-BE49-F238E27FC236}">
                <a16:creationId xmlns:a16="http://schemas.microsoft.com/office/drawing/2014/main" id="{3F8F114D-BFB9-432F-88F0-65381EBB369C}"/>
              </a:ext>
            </a:extLst>
          </p:cNvPr>
          <p:cNvSpPr>
            <a:spLocks xmlns:a="http://schemas.openxmlformats.org/drawingml/2006/main" noGrp="1"/>
          </p:cNvSpPr>
          <p:nvPr/>
        </p:nvSpPr>
        <p:spPr>
          <a:xfrm xmlns:a="http://schemas.openxmlformats.org/drawingml/2006/main">
            <a:off x="2667000" y="21717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0">
                <a:solidFill>
                  <a:srgbClr val="FFFFFF"/>
                </a:solidFill>
                <a:latin typeface="IBM Plex Mono"/>
                <a:ea typeface="IBM Plex Mono"/>
                <a:cs typeface="IBM Plex Mono"/>
              </a:defRPr>
            </a:pPr>
            <a:r>
              <a:rPr sz="750" b="0">
                <a:solidFill>
                  <a:srgbClr val="FFFFFF"/>
                </a:solidFill>
                <a:latin typeface="IBM Plex Mono"/>
                <a:ea typeface="IBM Plex Mono"/>
                <a:cs typeface="IBM Plex Mono"/>
              </a:rPr>
              <a:t>Evidence Matrix</a:t>
            </a:r>
          </a:p>
        </p:txBody>
      </p:sp>
      <p:sp>
        <p:nvSpPr>
          <p:cNvPr id="28" name="">
            <a:extLst xmlns:a="http://schemas.openxmlformats.org/drawingml/2006/main">
              <a:ext uri="{FF2B5EF4-FFF2-40B4-BE49-F238E27FC236}">
                <a16:creationId xmlns:a16="http://schemas.microsoft.com/office/drawing/2014/main" id="{92F8A6CB-129D-4522-9E44-5FE003130DF6}"/>
              </a:ext>
            </a:extLst>
          </p:cNvPr>
          <p:cNvSpPr>
            <a:spLocks xmlns:a="http://schemas.openxmlformats.org/drawingml/2006/main" noGrp="1"/>
          </p:cNvSpPr>
          <p:nvPr/>
        </p:nvSpPr>
        <p:spPr>
          <a:xfrm xmlns:a="http://schemas.openxmlformats.org/drawingml/2006/main">
            <a:off x="5000625" y="1285875"/>
            <a:ext cx="1238250" cy="552450"/>
          </a:xfrm>
          <a:prstGeom xmlns:a="http://schemas.openxmlformats.org/drawingml/2006/main" prst="rect">
            <a:avLst/>
          </a:prstGeom>
          <a:solidFill xmlns:a="http://schemas.openxmlformats.org/drawingml/2006/main">
            <a:srgbClr val="F256B6"/>
          </a:solidFill>
          <a:ln xmlns:a="http://schemas.openxmlformats.org/drawingml/2006/main" w="0">
            <a:solidFill>
              <a:srgbClr val="F256B6"/>
            </a:solidFill>
            <a:prstDash val="solid"/>
          </a:ln>
        </p:spPr>
      </p:sp>
      <p:sp>
        <p:nvSpPr>
          <p:cNvPr id="29" name="">
            <a:extLst xmlns:a="http://schemas.openxmlformats.org/drawingml/2006/main">
              <a:ext uri="{FF2B5EF4-FFF2-40B4-BE49-F238E27FC236}">
                <a16:creationId xmlns:a16="http://schemas.microsoft.com/office/drawing/2014/main" id="{54425B1D-548B-483E-969C-64CC1E28AD4A}"/>
              </a:ext>
            </a:extLst>
          </p:cNvPr>
          <p:cNvSpPr>
            <a:spLocks xmlns:a="http://schemas.openxmlformats.org/drawingml/2006/main" noGrp="1"/>
          </p:cNvSpPr>
          <p:nvPr/>
        </p:nvSpPr>
        <p:spPr>
          <a:xfrm xmlns:a="http://schemas.openxmlformats.org/drawingml/2006/main">
            <a:off x="5095875" y="1362075"/>
            <a:ext cx="104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900" b="1">
                <a:solidFill>
                  <a:srgbClr val="111111"/>
                </a:solidFill>
                <a:latin typeface="Noto Sans JP"/>
                <a:ea typeface="Noto Sans JP"/>
                <a:cs typeface="Noto Sans JP"/>
              </a:defRPr>
            </a:pPr>
            <a:r>
              <a:rPr sz="900" b="1">
                <a:solidFill>
                  <a:srgbClr val="111111"/>
                </a:solidFill>
                <a:latin typeface="Noto Sans JP"/>
                <a:ea typeface="Noto Sans JP"/>
                <a:cs typeface="Noto Sans JP"/>
              </a:rPr>
              <a:t>PLEXON</a:t>
            </a:r>
          </a:p>
        </p:txBody>
      </p:sp>
      <p:sp>
        <p:nvSpPr>
          <p:cNvPr id="30" name="">
            <a:extLst xmlns:a="http://schemas.openxmlformats.org/drawingml/2006/main">
              <a:ext uri="{FF2B5EF4-FFF2-40B4-BE49-F238E27FC236}">
                <a16:creationId xmlns:a16="http://schemas.microsoft.com/office/drawing/2014/main" id="{C5E58069-4326-485E-9FDC-A290358A24B2}"/>
              </a:ext>
            </a:extLst>
          </p:cNvPr>
          <p:cNvSpPr>
            <a:spLocks xmlns:a="http://schemas.openxmlformats.org/drawingml/2006/main" noGrp="1"/>
          </p:cNvSpPr>
          <p:nvPr/>
        </p:nvSpPr>
        <p:spPr>
          <a:xfrm xmlns:a="http://schemas.openxmlformats.org/drawingml/2006/main">
            <a:off x="4905375" y="19335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0">
                <a:solidFill>
                  <a:srgbClr val="FFFFFF"/>
                </a:solidFill>
                <a:latin typeface="IBM Plex Mono"/>
                <a:ea typeface="IBM Plex Mono"/>
                <a:cs typeface="IBM Plex Mono"/>
              </a:defRPr>
            </a:pPr>
            <a:r>
              <a:rPr sz="750" b="0">
                <a:solidFill>
                  <a:srgbClr val="FFFFFF"/>
                </a:solidFill>
                <a:latin typeface="IBM Plex Mono"/>
                <a:ea typeface="IBM Plex Mono"/>
                <a:cs typeface="IBM Plex Mono"/>
              </a:rPr>
              <a:t>Orchestrierter Flow</a:t>
            </a:r>
          </a:p>
        </p:txBody>
      </p:sp>
      <p:sp>
        <p:nvSpPr>
          <p:cNvPr id="31" name="">
            <a:extLst xmlns:a="http://schemas.openxmlformats.org/drawingml/2006/main">
              <a:ext uri="{FF2B5EF4-FFF2-40B4-BE49-F238E27FC236}">
                <a16:creationId xmlns:a16="http://schemas.microsoft.com/office/drawing/2014/main" id="{709DC322-C5DC-44D5-9F73-69FF78C6963F}"/>
              </a:ext>
            </a:extLst>
          </p:cNvPr>
          <p:cNvSpPr>
            <a:spLocks xmlns:a="http://schemas.openxmlformats.org/drawingml/2006/main" noGrp="1"/>
          </p:cNvSpPr>
          <p:nvPr/>
        </p:nvSpPr>
        <p:spPr>
          <a:xfrm xmlns:a="http://schemas.openxmlformats.org/drawingml/2006/main">
            <a:off x="7286625" y="1619250"/>
            <a:ext cx="1238250" cy="552450"/>
          </a:xfrm>
          <a:prstGeom xmlns:a="http://schemas.openxmlformats.org/drawingml/2006/main" prst="rect">
            <a:avLst/>
          </a:prstGeom>
          <a:solidFill xmlns:a="http://schemas.openxmlformats.org/drawingml/2006/main">
            <a:srgbClr val="FEF14D"/>
          </a:solidFill>
          <a:ln xmlns:a="http://schemas.openxmlformats.org/drawingml/2006/main" w="0">
            <a:solidFill>
              <a:srgbClr val="FEF14D"/>
            </a:solidFill>
            <a:prstDash val="solid"/>
          </a:ln>
        </p:spPr>
      </p:sp>
      <p:sp>
        <p:nvSpPr>
          <p:cNvPr id="32" name="">
            <a:extLst xmlns:a="http://schemas.openxmlformats.org/drawingml/2006/main">
              <a:ext uri="{FF2B5EF4-FFF2-40B4-BE49-F238E27FC236}">
                <a16:creationId xmlns:a16="http://schemas.microsoft.com/office/drawing/2014/main" id="{40CC2DD8-7008-4607-A770-E40977C2B012}"/>
              </a:ext>
            </a:extLst>
          </p:cNvPr>
          <p:cNvSpPr>
            <a:spLocks xmlns:a="http://schemas.openxmlformats.org/drawingml/2006/main" noGrp="1"/>
          </p:cNvSpPr>
          <p:nvPr/>
        </p:nvSpPr>
        <p:spPr>
          <a:xfrm xmlns:a="http://schemas.openxmlformats.org/drawingml/2006/main">
            <a:off x="7381875" y="1695450"/>
            <a:ext cx="104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900" b="1">
                <a:solidFill>
                  <a:srgbClr val="111111"/>
                </a:solidFill>
                <a:latin typeface="Noto Sans JP"/>
                <a:ea typeface="Noto Sans JP"/>
                <a:cs typeface="Noto Sans JP"/>
              </a:defRPr>
            </a:pPr>
            <a:r>
              <a:rPr sz="900" b="1">
                <a:solidFill>
                  <a:srgbClr val="111111"/>
                </a:solidFill>
                <a:latin typeface="Noto Sans JP"/>
                <a:ea typeface="Noto Sans JP"/>
                <a:cs typeface="Noto Sans JP"/>
              </a:rPr>
              <a:t>CREATION</a:t>
            </a:r>
          </a:p>
        </p:txBody>
      </p:sp>
      <p:sp>
        <p:nvSpPr>
          <p:cNvPr id="33" name="">
            <a:extLst xmlns:a="http://schemas.openxmlformats.org/drawingml/2006/main">
              <a:ext uri="{FF2B5EF4-FFF2-40B4-BE49-F238E27FC236}">
                <a16:creationId xmlns:a16="http://schemas.microsoft.com/office/drawing/2014/main" id="{4A48CCC4-1289-4DE3-8202-FCE18B37F26D}"/>
              </a:ext>
            </a:extLst>
          </p:cNvPr>
          <p:cNvSpPr>
            <a:spLocks xmlns:a="http://schemas.openxmlformats.org/drawingml/2006/main" noGrp="1"/>
          </p:cNvSpPr>
          <p:nvPr/>
        </p:nvSpPr>
        <p:spPr>
          <a:xfrm xmlns:a="http://schemas.openxmlformats.org/drawingml/2006/main">
            <a:off x="7191375" y="22669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0">
                <a:solidFill>
                  <a:srgbClr val="FFFFFF"/>
                </a:solidFill>
                <a:latin typeface="IBM Plex Mono"/>
                <a:ea typeface="IBM Plex Mono"/>
                <a:cs typeface="IBM Plex Mono"/>
              </a:defRPr>
            </a:pPr>
            <a:r>
              <a:rPr sz="750" b="0">
                <a:solidFill>
                  <a:srgbClr val="FFFFFF"/>
                </a:solidFill>
                <a:latin typeface="IBM Plex Mono"/>
                <a:ea typeface="IBM Plex Mono"/>
                <a:cs typeface="IBM Plex Mono"/>
              </a:rPr>
              <a:t>Prototyp</a:t>
            </a:r>
          </a:p>
        </p:txBody>
      </p:sp>
      <p:sp>
        <p:nvSpPr>
          <p:cNvPr id="34" name="">
            <a:extLst xmlns:a="http://schemas.openxmlformats.org/drawingml/2006/main">
              <a:ext uri="{FF2B5EF4-FFF2-40B4-BE49-F238E27FC236}">
                <a16:creationId xmlns:a16="http://schemas.microsoft.com/office/drawing/2014/main" id="{1F3A5A9B-F249-4261-91D6-4D51FF6198EF}"/>
              </a:ext>
            </a:extLst>
          </p:cNvPr>
          <p:cNvSpPr>
            <a:spLocks xmlns:a="http://schemas.openxmlformats.org/drawingml/2006/main" noGrp="1"/>
          </p:cNvSpPr>
          <p:nvPr/>
        </p:nvSpPr>
        <p:spPr>
          <a:xfrm xmlns:a="http://schemas.openxmlformats.org/drawingml/2006/main">
            <a:off x="9191625" y="2571750"/>
            <a:ext cx="1238250" cy="552450"/>
          </a:xfrm>
          <a:prstGeom xmlns:a="http://schemas.openxmlformats.org/drawingml/2006/main" prst="rect">
            <a:avLst/>
          </a:prstGeom>
          <a:solidFill xmlns:a="http://schemas.openxmlformats.org/drawingml/2006/main">
            <a:srgbClr val="FF6A3B"/>
          </a:solidFill>
          <a:ln xmlns:a="http://schemas.openxmlformats.org/drawingml/2006/main" w="0">
            <a:solidFill>
              <a:srgbClr val="FF6A3B"/>
            </a:solidFill>
            <a:prstDash val="solid"/>
          </a:ln>
        </p:spPr>
      </p:sp>
      <p:sp>
        <p:nvSpPr>
          <p:cNvPr id="35" name="">
            <a:extLst xmlns:a="http://schemas.openxmlformats.org/drawingml/2006/main">
              <a:ext uri="{FF2B5EF4-FFF2-40B4-BE49-F238E27FC236}">
                <a16:creationId xmlns:a16="http://schemas.microsoft.com/office/drawing/2014/main" id="{7E5699F8-65CC-4048-8710-B32E27912AB4}"/>
              </a:ext>
            </a:extLst>
          </p:cNvPr>
          <p:cNvSpPr>
            <a:spLocks xmlns:a="http://schemas.openxmlformats.org/drawingml/2006/main" noGrp="1"/>
          </p:cNvSpPr>
          <p:nvPr/>
        </p:nvSpPr>
        <p:spPr>
          <a:xfrm xmlns:a="http://schemas.openxmlformats.org/drawingml/2006/main">
            <a:off x="9286875" y="2647950"/>
            <a:ext cx="104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900" b="1">
                <a:solidFill>
                  <a:srgbClr val="111111"/>
                </a:solidFill>
                <a:latin typeface="Noto Sans JP"/>
                <a:ea typeface="Noto Sans JP"/>
                <a:cs typeface="Noto Sans JP"/>
              </a:defRPr>
            </a:pPr>
            <a:r>
              <a:rPr sz="900" b="1">
                <a:solidFill>
                  <a:srgbClr val="111111"/>
                </a:solidFill>
                <a:latin typeface="Noto Sans JP"/>
                <a:ea typeface="Noto Sans JP"/>
                <a:cs typeface="Noto Sans JP"/>
              </a:rPr>
              <a:t>BRANDION</a:t>
            </a:r>
          </a:p>
        </p:txBody>
      </p:sp>
      <p:sp>
        <p:nvSpPr>
          <p:cNvPr id="36" name="">
            <a:extLst xmlns:a="http://schemas.openxmlformats.org/drawingml/2006/main">
              <a:ext uri="{FF2B5EF4-FFF2-40B4-BE49-F238E27FC236}">
                <a16:creationId xmlns:a16="http://schemas.microsoft.com/office/drawing/2014/main" id="{384486B2-9881-45AF-81A4-986A7088F0E2}"/>
              </a:ext>
            </a:extLst>
          </p:cNvPr>
          <p:cNvSpPr>
            <a:spLocks xmlns:a="http://schemas.openxmlformats.org/drawingml/2006/main" noGrp="1"/>
          </p:cNvSpPr>
          <p:nvPr/>
        </p:nvSpPr>
        <p:spPr>
          <a:xfrm xmlns:a="http://schemas.openxmlformats.org/drawingml/2006/main">
            <a:off x="9096375" y="32194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0">
                <a:solidFill>
                  <a:srgbClr val="FFFFFF"/>
                </a:solidFill>
                <a:latin typeface="IBM Plex Mono"/>
                <a:ea typeface="IBM Plex Mono"/>
                <a:cs typeface="IBM Plex Mono"/>
              </a:defRPr>
            </a:pPr>
            <a:r>
              <a:rPr sz="750" b="0">
                <a:solidFill>
                  <a:srgbClr val="FFFFFF"/>
                </a:solidFill>
                <a:latin typeface="IBM Plex Mono"/>
                <a:ea typeface="IBM Plex Mono"/>
                <a:cs typeface="IBM Plex Mono"/>
              </a:rPr>
              <a:t>Freigabe</a:t>
            </a:r>
          </a:p>
        </p:txBody>
      </p:sp>
      <p:sp>
        <p:nvSpPr>
          <p:cNvPr id="37" name="">
            <a:extLst xmlns:a="http://schemas.openxmlformats.org/drawingml/2006/main">
              <a:ext uri="{FF2B5EF4-FFF2-40B4-BE49-F238E27FC236}">
                <a16:creationId xmlns:a16="http://schemas.microsoft.com/office/drawing/2014/main" id="{3A4E1CA0-0DBC-4424-9EED-7456EDE27E52}"/>
              </a:ext>
            </a:extLst>
          </p:cNvPr>
          <p:cNvSpPr>
            <a:spLocks xmlns:a="http://schemas.openxmlformats.org/drawingml/2006/main" noGrp="1"/>
          </p:cNvSpPr>
          <p:nvPr/>
        </p:nvSpPr>
        <p:spPr>
          <a:xfrm xmlns:a="http://schemas.openxmlformats.org/drawingml/2006/main">
            <a:off x="7858125" y="4238625"/>
            <a:ext cx="123825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8" name="">
            <a:extLst xmlns:a="http://schemas.openxmlformats.org/drawingml/2006/main">
              <a:ext uri="{FF2B5EF4-FFF2-40B4-BE49-F238E27FC236}">
                <a16:creationId xmlns:a16="http://schemas.microsoft.com/office/drawing/2014/main" id="{48D32C56-7290-4EEB-9238-580C18AFB2B7}"/>
              </a:ext>
            </a:extLst>
          </p:cNvPr>
          <p:cNvSpPr>
            <a:spLocks xmlns:a="http://schemas.openxmlformats.org/drawingml/2006/main" noGrp="1"/>
          </p:cNvSpPr>
          <p:nvPr/>
        </p:nvSpPr>
        <p:spPr>
          <a:xfrm xmlns:a="http://schemas.openxmlformats.org/drawingml/2006/main">
            <a:off x="7953375" y="4314825"/>
            <a:ext cx="104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900" b="1">
                <a:solidFill>
                  <a:srgbClr val="111111"/>
                </a:solidFill>
                <a:latin typeface="Noto Sans JP"/>
                <a:ea typeface="Noto Sans JP"/>
                <a:cs typeface="Noto Sans JP"/>
              </a:defRPr>
            </a:pPr>
            <a:r>
              <a:rPr sz="900" b="1">
                <a:solidFill>
                  <a:srgbClr val="111111"/>
                </a:solidFill>
                <a:latin typeface="Noto Sans JP"/>
                <a:ea typeface="Noto Sans JP"/>
                <a:cs typeface="Noto Sans JP"/>
              </a:rPr>
              <a:t>CMS</a:t>
            </a:r>
          </a:p>
        </p:txBody>
      </p:sp>
      <p:sp>
        <p:nvSpPr>
          <p:cNvPr id="39" name="">
            <a:extLst xmlns:a="http://schemas.openxmlformats.org/drawingml/2006/main">
              <a:ext uri="{FF2B5EF4-FFF2-40B4-BE49-F238E27FC236}">
                <a16:creationId xmlns:a16="http://schemas.microsoft.com/office/drawing/2014/main" id="{C7E49F36-6FD4-4BCF-A102-4D487AFCDDE6}"/>
              </a:ext>
            </a:extLst>
          </p:cNvPr>
          <p:cNvSpPr>
            <a:spLocks xmlns:a="http://schemas.openxmlformats.org/drawingml/2006/main" noGrp="1"/>
          </p:cNvSpPr>
          <p:nvPr/>
        </p:nvSpPr>
        <p:spPr>
          <a:xfrm xmlns:a="http://schemas.openxmlformats.org/drawingml/2006/main">
            <a:off x="7762875" y="488632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0">
                <a:solidFill>
                  <a:srgbClr val="FFFFFF"/>
                </a:solidFill>
                <a:latin typeface="IBM Plex Mono"/>
                <a:ea typeface="IBM Plex Mono"/>
                <a:cs typeface="IBM Plex Mono"/>
              </a:defRPr>
            </a:pPr>
            <a:r>
              <a:rPr sz="750" b="0">
                <a:solidFill>
                  <a:srgbClr val="FFFFFF"/>
                </a:solidFill>
                <a:latin typeface="IBM Plex Mono"/>
                <a:ea typeface="IBM Plex Mono"/>
                <a:cs typeface="IBM Plex Mono"/>
              </a:rPr>
              <a:t>Live-Seite</a:t>
            </a:r>
          </a:p>
        </p:txBody>
      </p:sp>
      <p:sp>
        <p:nvSpPr>
          <p:cNvPr id="40" name="">
            <a:extLst xmlns:a="http://schemas.openxmlformats.org/drawingml/2006/main">
              <a:ext uri="{FF2B5EF4-FFF2-40B4-BE49-F238E27FC236}">
                <a16:creationId xmlns:a16="http://schemas.microsoft.com/office/drawing/2014/main" id="{97F2786D-24BD-488F-B085-D46B08C1F48C}"/>
              </a:ext>
            </a:extLst>
          </p:cNvPr>
          <p:cNvSpPr>
            <a:spLocks xmlns:a="http://schemas.openxmlformats.org/drawingml/2006/main" noGrp="1"/>
          </p:cNvSpPr>
          <p:nvPr/>
        </p:nvSpPr>
        <p:spPr>
          <a:xfrm xmlns:a="http://schemas.openxmlformats.org/drawingml/2006/main">
            <a:off x="5286375" y="4619625"/>
            <a:ext cx="1238250" cy="552450"/>
          </a:xfrm>
          <a:prstGeom xmlns:a="http://schemas.openxmlformats.org/drawingml/2006/main" prst="rect">
            <a:avLst/>
          </a:prstGeom>
          <a:solidFill xmlns:a="http://schemas.openxmlformats.org/drawingml/2006/main">
            <a:srgbClr val="BDEFCF"/>
          </a:solidFill>
          <a:ln xmlns:a="http://schemas.openxmlformats.org/drawingml/2006/main" w="0">
            <a:solidFill>
              <a:srgbClr val="BDEFCF"/>
            </a:solidFill>
            <a:prstDash val="solid"/>
          </a:ln>
        </p:spPr>
      </p:sp>
      <p:sp>
        <p:nvSpPr>
          <p:cNvPr id="41" name="">
            <a:extLst xmlns:a="http://schemas.openxmlformats.org/drawingml/2006/main">
              <a:ext uri="{FF2B5EF4-FFF2-40B4-BE49-F238E27FC236}">
                <a16:creationId xmlns:a16="http://schemas.microsoft.com/office/drawing/2014/main" id="{BBF975FD-D52A-4779-A2D1-2FE4D1159686}"/>
              </a:ext>
            </a:extLst>
          </p:cNvPr>
          <p:cNvSpPr>
            <a:spLocks xmlns:a="http://schemas.openxmlformats.org/drawingml/2006/main" noGrp="1"/>
          </p:cNvSpPr>
          <p:nvPr/>
        </p:nvSpPr>
        <p:spPr>
          <a:xfrm xmlns:a="http://schemas.openxmlformats.org/drawingml/2006/main">
            <a:off x="5381625" y="4695825"/>
            <a:ext cx="104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900" b="1">
                <a:solidFill>
                  <a:srgbClr val="111111"/>
                </a:solidFill>
                <a:latin typeface="Noto Sans JP"/>
                <a:ea typeface="Noto Sans JP"/>
                <a:cs typeface="Noto Sans JP"/>
              </a:defRPr>
            </a:pPr>
            <a:r>
              <a:rPr sz="900" b="1">
                <a:solidFill>
                  <a:srgbClr val="111111"/>
                </a:solidFill>
                <a:latin typeface="Noto Sans JP"/>
                <a:ea typeface="Noto Sans JP"/>
                <a:cs typeface="Noto Sans JP"/>
              </a:rPr>
              <a:t>CHECKION</a:t>
            </a:r>
          </a:p>
        </p:txBody>
      </p:sp>
      <p:sp>
        <p:nvSpPr>
          <p:cNvPr id="42" name="">
            <a:extLst xmlns:a="http://schemas.openxmlformats.org/drawingml/2006/main">
              <a:ext uri="{FF2B5EF4-FFF2-40B4-BE49-F238E27FC236}">
                <a16:creationId xmlns:a16="http://schemas.microsoft.com/office/drawing/2014/main" id="{60F0314F-23E4-4DA6-BC28-BD88928A02D9}"/>
              </a:ext>
            </a:extLst>
          </p:cNvPr>
          <p:cNvSpPr>
            <a:spLocks xmlns:a="http://schemas.openxmlformats.org/drawingml/2006/main" noGrp="1"/>
          </p:cNvSpPr>
          <p:nvPr/>
        </p:nvSpPr>
        <p:spPr>
          <a:xfrm xmlns:a="http://schemas.openxmlformats.org/drawingml/2006/main">
            <a:off x="5191125" y="526732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0">
                <a:solidFill>
                  <a:srgbClr val="FFFFFF"/>
                </a:solidFill>
                <a:latin typeface="IBM Plex Mono"/>
                <a:ea typeface="IBM Plex Mono"/>
                <a:cs typeface="IBM Plex Mono"/>
              </a:defRPr>
            </a:pPr>
            <a:r>
              <a:rPr sz="750" b="0">
                <a:solidFill>
                  <a:srgbClr val="FFFFFF"/>
                </a:solidFill>
                <a:latin typeface="IBM Plex Mono"/>
                <a:ea typeface="IBM Plex Mono"/>
                <a:cs typeface="IBM Plex Mono"/>
              </a:rPr>
              <a:t>Findings</a:t>
            </a:r>
          </a:p>
        </p:txBody>
      </p:sp>
      <p:sp>
        <p:nvSpPr>
          <p:cNvPr id="43" name="">
            <a:extLst xmlns:a="http://schemas.openxmlformats.org/drawingml/2006/main">
              <a:ext uri="{FF2B5EF4-FFF2-40B4-BE49-F238E27FC236}">
                <a16:creationId xmlns:a16="http://schemas.microsoft.com/office/drawing/2014/main" id="{7C358B8B-B1FE-451B-8F4D-9A13EA996B03}"/>
              </a:ext>
            </a:extLst>
          </p:cNvPr>
          <p:cNvSpPr>
            <a:spLocks xmlns:a="http://schemas.openxmlformats.org/drawingml/2006/main" noGrp="1"/>
          </p:cNvSpPr>
          <p:nvPr/>
        </p:nvSpPr>
        <p:spPr>
          <a:xfrm xmlns:a="http://schemas.openxmlformats.org/drawingml/2006/main">
            <a:off x="4514850" y="2781300"/>
            <a:ext cx="3162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148"/>
          </a:bodyPr>
          <a:lstStyle xmlns:a="http://schemas.openxmlformats.org/drawingml/2006/main"/>
          <a:p xmlns:a="http://schemas.openxmlformats.org/drawingml/2006/main">
            <a:pPr algn="ctr">
              <a:buNone/>
              <a:defRPr sz="2700" b="1">
                <a:solidFill>
                  <a:srgbClr val="FFFFFF"/>
                </a:solidFill>
                <a:latin typeface="Noto Sans JP"/>
                <a:ea typeface="Noto Sans JP"/>
                <a:cs typeface="Noto Sans JP"/>
              </a:defRPr>
            </a:pPr>
            <a:r>
              <a:rPr sz="2700" b="1">
                <a:solidFill>
                  <a:srgbClr val="FFFFFF"/>
                </a:solidFill>
                <a:latin typeface="Noto Sans JP"/>
                <a:ea typeface="Noto Sans JP"/>
                <a:cs typeface="Noto Sans JP"/>
              </a:rPr>
              <a:t>KONTEXT</a:t>
            </a:r>
          </a:p>
        </p:txBody>
      </p:sp>
      <p:sp>
        <p:nvSpPr>
          <p:cNvPr id="44" name="">
            <a:extLst xmlns:a="http://schemas.openxmlformats.org/drawingml/2006/main">
              <a:ext uri="{FF2B5EF4-FFF2-40B4-BE49-F238E27FC236}">
                <a16:creationId xmlns:a16="http://schemas.microsoft.com/office/drawing/2014/main" id="{B3F4673D-1A2C-4FCE-A012-8E5308411AAB}"/>
              </a:ext>
            </a:extLst>
          </p:cNvPr>
          <p:cNvSpPr>
            <a:spLocks xmlns:a="http://schemas.openxmlformats.org/drawingml/2006/main" noGrp="1"/>
          </p:cNvSpPr>
          <p:nvPr/>
        </p:nvSpPr>
        <p:spPr>
          <a:xfrm xmlns:a="http://schemas.openxmlformats.org/drawingml/2006/main">
            <a:off x="4038600" y="3333750"/>
            <a:ext cx="411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ctr">
              <a:buNone/>
              <a:defRPr sz="900" b="0">
                <a:solidFill>
                  <a:srgbClr val="F256B6"/>
                </a:solidFill>
                <a:latin typeface="IBM Plex Mono"/>
                <a:ea typeface="IBM Plex Mono"/>
                <a:cs typeface="IBM Plex Mono"/>
              </a:defRPr>
            </a:pPr>
            <a:r>
              <a:rPr sz="900" b="0">
                <a:solidFill>
                  <a:srgbClr val="F256B6"/>
                </a:solidFill>
                <a:latin typeface="IBM Plex Mono"/>
                <a:ea typeface="IBM Plex Mono"/>
                <a:cs typeface="IBM Plex Mono"/>
              </a:rPr>
              <a:t>Quellen · Entscheidungen · Ergebnisse</a:t>
            </a:r>
          </a:p>
        </p:txBody>
      </p:sp>
      <p:sp>
        <p:nvSpPr>
          <p:cNvPr id="45" name="">
            <a:extLst xmlns:a="http://schemas.openxmlformats.org/drawingml/2006/main">
              <a:ext uri="{FF2B5EF4-FFF2-40B4-BE49-F238E27FC236}">
                <a16:creationId xmlns:a16="http://schemas.microsoft.com/office/drawing/2014/main" id="{63083ED1-9B21-4755-90F7-864E1F0E7BAF}"/>
              </a:ext>
            </a:extLst>
          </p:cNvPr>
          <p:cNvSpPr>
            <a:spLocks xmlns:a="http://schemas.openxmlformats.org/drawingml/2006/main" noGrp="1"/>
          </p:cNvSpPr>
          <p:nvPr/>
        </p:nvSpPr>
        <p:spPr>
          <a:xfrm xmlns:a="http://schemas.openxmlformats.org/drawingml/2006/main">
            <a:off x="457200" y="6153150"/>
            <a:ext cx="981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FFFFFF"/>
                </a:solidFill>
                <a:latin typeface="Noto Sans JP Light"/>
                <a:ea typeface="Noto Sans JP Light"/>
                <a:cs typeface="Noto Sans JP Light"/>
              </a:defRPr>
            </a:pPr>
            <a:r>
              <a:rPr sz="1050" b="1">
                <a:solidFill>
                  <a:srgbClr val="FFFFFF"/>
                </a:solidFill>
                <a:latin typeface="Noto Sans JP Light"/>
                <a:ea typeface="Noto Sans JP Light"/>
                <a:cs typeface="Noto Sans JP Light"/>
              </a:rPr>
              <a:t>Kein Pflichtparcours: Jede Journey ist modular und wird pro Prozess zusammengestellt.</a:t>
            </a:r>
          </a:p>
        </p:txBody>
      </p:sp>
    </p:spTree>
    <p:extLst>
      <p:ext uri="{BB962C8B-B14F-4D97-AF65-F5344CB8AC3E}">
        <p14:creationId xmlns:p14="http://schemas.microsoft.com/office/powerpoint/2010/main" val="13502350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22c09aed52c421f"/>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166E471-71D1-4781-A95A-3573B5499D94}"/>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PLEXON · ORCHESTRATION</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2452752f398c4d4e"/>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2A7D482-7027-4EE7-88E0-19CDE6497551}"/>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686868"/>
                </a:solidFill>
                <a:latin typeface="IBM Plex Mono"/>
                <a:ea typeface="IBM Plex Mono"/>
                <a:cs typeface="IBM Plex Mono"/>
              </a:defRPr>
            </a:pPr>
            <a:r>
              <a:rPr sz="675" b="0">
                <a:solidFill>
                  <a:srgbClr val="686868"/>
                </a:solidFill>
                <a:latin typeface="IBM Plex Mono"/>
                <a:ea typeface="IBM Plex Mono"/>
                <a:cs typeface="IBM Plex Mono"/>
              </a:rPr>
              <a:t>05</a:t>
            </a:r>
          </a:p>
        </p:txBody>
      </p:sp>
      <p:sp>
        <p:nvSpPr>
          <p:cNvPr id="5" name="">
            <a:extLst xmlns:a="http://schemas.openxmlformats.org/drawingml/2006/main">
              <a:ext uri="{FF2B5EF4-FFF2-40B4-BE49-F238E27FC236}">
                <a16:creationId xmlns:a16="http://schemas.microsoft.com/office/drawing/2014/main" id="{C4BD4E83-BCC2-4519-81BD-61E37BC6DD26}"/>
              </a:ext>
            </a:extLst>
          </p:cNvPr>
          <p:cNvSpPr>
            <a:spLocks xmlns:a="http://schemas.openxmlformats.org/drawingml/2006/main" noGrp="1"/>
          </p:cNvSpPr>
          <p:nvPr/>
        </p:nvSpPr>
        <p:spPr>
          <a:xfrm xmlns:a="http://schemas.openxmlformats.org/drawingml/2006/main">
            <a:off x="457200" y="838200"/>
            <a:ext cx="5048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850" b="1">
                <a:solidFill>
                  <a:srgbClr val="111111"/>
                </a:solidFill>
                <a:latin typeface="Noto Sans JP"/>
                <a:ea typeface="Noto Sans JP"/>
                <a:cs typeface="Noto Sans JP"/>
              </a:defRPr>
            </a:pPr>
            <a:r>
              <a:rPr sz="2850" b="1">
                <a:solidFill>
                  <a:srgbClr val="111111"/>
                </a:solidFill>
                <a:latin typeface="Noto Sans JP"/>
                <a:ea typeface="Noto Sans JP"/>
                <a:cs typeface="Noto Sans JP"/>
              </a:rPr>
              <a:t>Aus verteiltem Wissen wird handlungsfähige Intelligenz.</a:t>
            </a:r>
          </a:p>
        </p:txBody>
      </p:sp>
      <p:sp>
        <p:nvSpPr>
          <p:cNvPr id="6" name="">
            <a:extLst xmlns:a="http://schemas.openxmlformats.org/drawingml/2006/main">
              <a:ext uri="{FF2B5EF4-FFF2-40B4-BE49-F238E27FC236}">
                <a16:creationId xmlns:a16="http://schemas.microsoft.com/office/drawing/2014/main" id="{7CC95BF3-5333-40D0-A84A-86A2824D16C4}"/>
              </a:ext>
            </a:extLst>
          </p:cNvPr>
          <p:cNvSpPr>
            <a:spLocks xmlns:a="http://schemas.openxmlformats.org/drawingml/2006/main" noGrp="1"/>
          </p:cNvSpPr>
          <p:nvPr/>
        </p:nvSpPr>
        <p:spPr>
          <a:xfrm xmlns:a="http://schemas.openxmlformats.org/drawingml/2006/main">
            <a:off x="457200" y="2133600"/>
            <a:ext cx="4286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a:solidFill>
                  <a:srgbClr val="111111"/>
                </a:solidFill>
                <a:latin typeface="Noto Sans JP Light"/>
                <a:ea typeface="Noto Sans JP Light"/>
                <a:cs typeface="Noto Sans JP Light"/>
              </a:defRPr>
            </a:pPr>
            <a:r>
              <a:rPr sz="1275" b="1">
                <a:solidFill>
                  <a:srgbClr val="111111"/>
                </a:solidFill>
                <a:latin typeface="Noto Sans JP Light"/>
                <a:ea typeface="Noto Sans JP Light"/>
                <a:cs typeface="Noto Sans JP Light"/>
              </a:rPr>
              <a:t>PLEXON verknüpft Quellen, Personas, Apps, Ergebnisse und Entscheidungen in ausgelösten oder konfigurierten agentischen Workflows.</a:t>
            </a:r>
          </a:p>
        </p:txBody>
      </p:sp>
      <p:sp>
        <p:nvSpPr>
          <p:cNvPr id="7" name="">
            <a:extLst xmlns:a="http://schemas.openxmlformats.org/drawingml/2006/main">
              <a:ext uri="{FF2B5EF4-FFF2-40B4-BE49-F238E27FC236}">
                <a16:creationId xmlns:a16="http://schemas.microsoft.com/office/drawing/2014/main" id="{C11FB57F-652C-499F-99CE-FAF8D61FB857}"/>
              </a:ext>
            </a:extLst>
          </p:cNvPr>
          <p:cNvSpPr>
            <a:spLocks xmlns:a="http://schemas.openxmlformats.org/drawingml/2006/main" noGrp="1"/>
          </p:cNvSpPr>
          <p:nvPr/>
        </p:nvSpPr>
        <p:spPr>
          <a:xfrm xmlns:a="http://schemas.openxmlformats.org/drawingml/2006/main">
            <a:off x="457200" y="3381375"/>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256B6"/>
                </a:solidFill>
                <a:latin typeface="IBM Plex Mono"/>
                <a:ea typeface="IBM Plex Mono"/>
                <a:cs typeface="IBM Plex Mono"/>
              </a:defRPr>
            </a:pPr>
            <a:r>
              <a:rPr sz="1350" b="1">
                <a:solidFill>
                  <a:srgbClr val="F256B6"/>
                </a:solidFill>
                <a:latin typeface="IBM Plex Mono"/>
                <a:ea typeface="IBM Plex Mono"/>
                <a:cs typeface="IBM Plex Mono"/>
              </a:rPr>
              <a:t>KONTEXT</a:t>
            </a:r>
          </a:p>
        </p:txBody>
      </p:sp>
      <p:sp>
        <p:nvSpPr>
          <p:cNvPr id="8" name="">
            <a:extLst xmlns:a="http://schemas.openxmlformats.org/drawingml/2006/main">
              <a:ext uri="{FF2B5EF4-FFF2-40B4-BE49-F238E27FC236}">
                <a16:creationId xmlns:a16="http://schemas.microsoft.com/office/drawing/2014/main" id="{FE5084E0-E95F-4C5A-9A6F-C55858B44597}"/>
              </a:ext>
            </a:extLst>
          </p:cNvPr>
          <p:cNvSpPr>
            <a:spLocks xmlns:a="http://schemas.openxmlformats.org/drawingml/2006/main" noGrp="1"/>
          </p:cNvSpPr>
          <p:nvPr/>
        </p:nvSpPr>
        <p:spPr>
          <a:xfrm xmlns:a="http://schemas.openxmlformats.org/drawingml/2006/main">
            <a:off x="457200" y="3838575"/>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111111"/>
                </a:solidFill>
                <a:latin typeface="IBM Plex Mono"/>
                <a:ea typeface="IBM Plex Mono"/>
                <a:cs typeface="IBM Plex Mono"/>
              </a:defRPr>
            </a:pPr>
            <a:r>
              <a:rPr sz="1350" b="1">
                <a:solidFill>
                  <a:srgbClr val="111111"/>
                </a:solidFill>
                <a:latin typeface="IBM Plex Mono"/>
                <a:ea typeface="IBM Plex Mono"/>
                <a:cs typeface="IBM Plex Mono"/>
              </a:rPr>
              <a:t>ORCHESTRIERUNG</a:t>
            </a:r>
          </a:p>
        </p:txBody>
      </p:sp>
      <p:sp>
        <p:nvSpPr>
          <p:cNvPr id="9" name="">
            <a:extLst xmlns:a="http://schemas.openxmlformats.org/drawingml/2006/main">
              <a:ext uri="{FF2B5EF4-FFF2-40B4-BE49-F238E27FC236}">
                <a16:creationId xmlns:a16="http://schemas.microsoft.com/office/drawing/2014/main" id="{20BB79CB-F9E9-4C54-BD13-B0638C9749C3}"/>
              </a:ext>
            </a:extLst>
          </p:cNvPr>
          <p:cNvSpPr>
            <a:spLocks xmlns:a="http://schemas.openxmlformats.org/drawingml/2006/main" noGrp="1"/>
          </p:cNvSpPr>
          <p:nvPr/>
        </p:nvSpPr>
        <p:spPr>
          <a:xfrm xmlns:a="http://schemas.openxmlformats.org/drawingml/2006/main">
            <a:off x="457200" y="4295775"/>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00CA55"/>
                </a:solidFill>
                <a:latin typeface="IBM Plex Mono"/>
                <a:ea typeface="IBM Plex Mono"/>
                <a:cs typeface="IBM Plex Mono"/>
              </a:defRPr>
            </a:pPr>
            <a:r>
              <a:rPr sz="1350" b="1">
                <a:solidFill>
                  <a:srgbClr val="00CA55"/>
                </a:solidFill>
                <a:latin typeface="IBM Plex Mono"/>
                <a:ea typeface="IBM Plex Mono"/>
                <a:cs typeface="IBM Plex Mono"/>
              </a:rPr>
              <a:t>NACHWEIS</a:t>
            </a:r>
          </a:p>
        </p:txBody>
      </p:sp>
      <p:sp>
        <p:nvSpPr>
          <p:cNvPr id="10" name="">
            <a:extLst xmlns:a="http://schemas.openxmlformats.org/drawingml/2006/main">
              <a:ext uri="{FF2B5EF4-FFF2-40B4-BE49-F238E27FC236}">
                <a16:creationId xmlns:a16="http://schemas.microsoft.com/office/drawing/2014/main" id="{88019FDE-CCF6-4589-996D-FF2EB23CB5ED}"/>
              </a:ext>
            </a:extLst>
          </p:cNvPr>
          <p:cNvSpPr>
            <a:spLocks xmlns:a="http://schemas.openxmlformats.org/drawingml/2006/main" noGrp="1"/>
          </p:cNvSpPr>
          <p:nvPr/>
        </p:nvSpPr>
        <p:spPr>
          <a:xfrm xmlns:a="http://schemas.openxmlformats.org/drawingml/2006/main">
            <a:off x="7524750" y="2990850"/>
            <a:ext cx="1162050" cy="3619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D8F92063-7F51-4B25-9F6A-AD3096DBF8AB}"/>
              </a:ext>
            </a:extLst>
          </p:cNvPr>
          <p:cNvSpPr>
            <a:spLocks xmlns:a="http://schemas.openxmlformats.org/drawingml/2006/main" noGrp="1"/>
          </p:cNvSpPr>
          <p:nvPr/>
        </p:nvSpPr>
        <p:spPr>
          <a:xfrm xmlns:a="http://schemas.openxmlformats.org/drawingml/2006/main">
            <a:off x="7620000" y="3095625"/>
            <a:ext cx="9715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0000"/>
          </a:bodyPr>
          <a:lstStyle xmlns:a="http://schemas.openxmlformats.org/drawingml/2006/main"/>
          <a:p xmlns:a="http://schemas.openxmlformats.org/drawingml/2006/main">
            <a:pPr algn="ctr">
              <a:buNone/>
              <a:defRPr sz="675" b="1">
                <a:solidFill>
                  <a:srgbClr val="F256B6"/>
                </a:solidFill>
                <a:latin typeface="IBM Plex Mono"/>
                <a:ea typeface="IBM Plex Mono"/>
                <a:cs typeface="IBM Plex Mono"/>
              </a:defRPr>
            </a:pPr>
            <a:r>
              <a:rPr sz="675" b="1">
                <a:solidFill>
                  <a:srgbClr val="F256B6"/>
                </a:solidFill>
                <a:latin typeface="IBM Plex Mono"/>
                <a:ea typeface="IBM Plex Mono"/>
                <a:cs typeface="IBM Plex Mono"/>
              </a:rPr>
              <a:t>NEW INSIGHT</a:t>
            </a:r>
          </a:p>
        </p:txBody>
      </p:sp>
      <p:sp>
        <p:nvSpPr>
          <p:cNvPr id="12" name="">
            <a:extLst xmlns:a="http://schemas.openxmlformats.org/drawingml/2006/main">
              <a:ext uri="{FF2B5EF4-FFF2-40B4-BE49-F238E27FC236}">
                <a16:creationId xmlns:a16="http://schemas.microsoft.com/office/drawing/2014/main" id="{4834F551-CA08-4164-8647-AEF23BAF382A}"/>
              </a:ext>
            </a:extLst>
          </p:cNvPr>
          <p:cNvSpPr>
            <a:spLocks xmlns:a="http://schemas.openxmlformats.org/drawingml/2006/main" noGrp="1"/>
          </p:cNvSpPr>
          <p:nvPr/>
        </p:nvSpPr>
        <p:spPr>
          <a:xfrm xmlns:a="http://schemas.openxmlformats.org/drawingml/2006/main">
            <a:off x="457200" y="5257800"/>
            <a:ext cx="4953000" cy="19050"/>
          </a:xfrm>
          <a:prstGeom xmlns:a="http://schemas.openxmlformats.org/drawingml/2006/main" prst="rect">
            <a:avLst/>
          </a:prstGeom>
          <a:solidFill xmlns:a="http://schemas.openxmlformats.org/drawingml/2006/main">
            <a:srgbClr val="F256B6"/>
          </a:solidFill>
          <a:ln xmlns:a="http://schemas.openxmlformats.org/drawingml/2006/main" w="0">
            <a:solidFill>
              <a:srgbClr val="F256B6"/>
            </a:solidFill>
            <a:prstDash val="solid"/>
          </a:ln>
        </p:spPr>
      </p:sp>
      <p:sp>
        <p:nvSpPr>
          <p:cNvPr id="13" name="">
            <a:extLst xmlns:a="http://schemas.openxmlformats.org/drawingml/2006/main">
              <a:ext uri="{FF2B5EF4-FFF2-40B4-BE49-F238E27FC236}">
                <a16:creationId xmlns:a16="http://schemas.microsoft.com/office/drawing/2014/main" id="{261A68D1-EF77-439E-A409-3C53F502AE65}"/>
              </a:ext>
            </a:extLst>
          </p:cNvPr>
          <p:cNvSpPr>
            <a:spLocks xmlns:a="http://schemas.openxmlformats.org/drawingml/2006/main" noGrp="1"/>
          </p:cNvSpPr>
          <p:nvPr/>
        </p:nvSpPr>
        <p:spPr>
          <a:xfrm xmlns:a="http://schemas.openxmlformats.org/drawingml/2006/main">
            <a:off x="457200" y="5353050"/>
            <a:ext cx="4953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1">
                <a:solidFill>
                  <a:srgbClr val="F256B6"/>
                </a:solidFill>
                <a:latin typeface="IBM Plex Mono"/>
                <a:ea typeface="IBM Plex Mono"/>
                <a:cs typeface="IBM Plex Mono"/>
              </a:defRPr>
            </a:pPr>
            <a:r>
              <a:rPr sz="675" b="1">
                <a:solidFill>
                  <a:srgbClr val="F256B6"/>
                </a:solidFill>
                <a:latin typeface="IBM Plex Mono"/>
                <a:ea typeface="IBM Plex Mono"/>
                <a:cs typeface="IBM Plex Mono"/>
              </a:rPr>
              <a:t>PRODUKTNAH</a:t>
            </a:r>
          </a:p>
        </p:txBody>
      </p:sp>
      <p:sp>
        <p:nvSpPr>
          <p:cNvPr id="14" name="">
            <a:extLst xmlns:a="http://schemas.openxmlformats.org/drawingml/2006/main">
              <a:ext uri="{FF2B5EF4-FFF2-40B4-BE49-F238E27FC236}">
                <a16:creationId xmlns:a16="http://schemas.microsoft.com/office/drawing/2014/main" id="{417E121D-C9AB-4A02-A213-A1C9E273C21C}"/>
              </a:ext>
            </a:extLst>
          </p:cNvPr>
          <p:cNvSpPr>
            <a:spLocks xmlns:a="http://schemas.openxmlformats.org/drawingml/2006/main" noGrp="1"/>
          </p:cNvSpPr>
          <p:nvPr/>
        </p:nvSpPr>
        <p:spPr>
          <a:xfrm xmlns:a="http://schemas.openxmlformats.org/drawingml/2006/main">
            <a:off x="457200" y="55435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111111"/>
                </a:solidFill>
                <a:latin typeface="Noto Sans JP Light"/>
                <a:ea typeface="Noto Sans JP Light"/>
                <a:cs typeface="Noto Sans JP Light"/>
              </a:defRPr>
            </a:pPr>
            <a:r>
              <a:rPr sz="1125" b="1">
                <a:solidFill>
                  <a:srgbClr val="111111"/>
                </a:solidFill>
                <a:latin typeface="Noto Sans JP Light"/>
                <a:ea typeface="Noto Sans JP Light"/>
                <a:cs typeface="Noto Sans JP Light"/>
              </a:rPr>
              <a:t>Run-Historie · Freigaben · MCP / API / Webhook</a:t>
            </a:r>
          </a:p>
        </p:txBody>
      </p:sp>
      <p:sp>
        <p:nvSpPr>
          <p:cNvPr id="15" name="">
            <a:extLst xmlns:a="http://schemas.openxmlformats.org/drawingml/2006/main">
              <a:ext uri="{FF2B5EF4-FFF2-40B4-BE49-F238E27FC236}">
                <a16:creationId xmlns:a16="http://schemas.microsoft.com/office/drawing/2014/main" id="{47D30994-7D8B-4F61-BA8B-8686892F4D33}"/>
              </a:ext>
            </a:extLst>
          </p:cNvPr>
          <p:cNvSpPr>
            <a:spLocks xmlns:a="http://schemas.openxmlformats.org/drawingml/2006/main" noGrp="1"/>
          </p:cNvSpPr>
          <p:nvPr/>
        </p:nvSpPr>
        <p:spPr>
          <a:xfrm xmlns:a="http://schemas.openxmlformats.org/drawingml/2006/main">
            <a:off x="457200" y="5943600"/>
            <a:ext cx="2476500" cy="19050"/>
          </a:xfrm>
          <a:prstGeom xmlns:a="http://schemas.openxmlformats.org/drawingml/2006/main" prst="rect">
            <a:avLst/>
          </a:prstGeom>
          <a:solidFill xmlns:a="http://schemas.openxmlformats.org/drawingml/2006/main">
            <a:srgbClr val="00CA55"/>
          </a:solidFill>
          <a:ln xmlns:a="http://schemas.openxmlformats.org/drawingml/2006/main" w="0">
            <a:solidFill>
              <a:srgbClr val="00CA55"/>
            </a:solidFill>
            <a:prstDash val="solid"/>
          </a:ln>
        </p:spPr>
      </p:sp>
      <p:sp>
        <p:nvSpPr>
          <p:cNvPr id="16" name="">
            <a:extLst xmlns:a="http://schemas.openxmlformats.org/drawingml/2006/main">
              <a:ext uri="{FF2B5EF4-FFF2-40B4-BE49-F238E27FC236}">
                <a16:creationId xmlns:a16="http://schemas.microsoft.com/office/drawing/2014/main" id="{641D32E8-0628-41C6-ADE9-11320A227DC4}"/>
              </a:ext>
            </a:extLst>
          </p:cNvPr>
          <p:cNvSpPr>
            <a:spLocks xmlns:a="http://schemas.openxmlformats.org/drawingml/2006/main" noGrp="1"/>
          </p:cNvSpPr>
          <p:nvPr/>
        </p:nvSpPr>
        <p:spPr>
          <a:xfrm xmlns:a="http://schemas.openxmlformats.org/drawingml/2006/main">
            <a:off x="457200" y="6038850"/>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1">
                <a:solidFill>
                  <a:srgbClr val="00CA55"/>
                </a:solidFill>
                <a:latin typeface="IBM Plex Mono"/>
                <a:ea typeface="IBM Plex Mono"/>
                <a:cs typeface="IBM Plex Mono"/>
              </a:defRPr>
            </a:pPr>
            <a:r>
              <a:rPr sz="675" b="1">
                <a:solidFill>
                  <a:srgbClr val="00CA55"/>
                </a:solidFill>
                <a:latin typeface="IBM Plex Mono"/>
                <a:ea typeface="IBM Plex Mono"/>
                <a:cs typeface="IBM Plex Mono"/>
              </a:rPr>
              <a:t>PILOT-KPI</a:t>
            </a:r>
          </a:p>
        </p:txBody>
      </p:sp>
      <p:sp>
        <p:nvSpPr>
          <p:cNvPr id="17" name="">
            <a:extLst xmlns:a="http://schemas.openxmlformats.org/drawingml/2006/main">
              <a:ext uri="{FF2B5EF4-FFF2-40B4-BE49-F238E27FC236}">
                <a16:creationId xmlns:a16="http://schemas.microsoft.com/office/drawing/2014/main" id="{2E2629AA-D6EA-4845-82FF-2E040170B792}"/>
              </a:ext>
            </a:extLst>
          </p:cNvPr>
          <p:cNvSpPr>
            <a:spLocks xmlns:a="http://schemas.openxmlformats.org/drawingml/2006/main" noGrp="1"/>
          </p:cNvSpPr>
          <p:nvPr/>
        </p:nvSpPr>
        <p:spPr>
          <a:xfrm xmlns:a="http://schemas.openxmlformats.org/drawingml/2006/main">
            <a:off x="457200" y="62293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111111"/>
                </a:solidFill>
                <a:latin typeface="Noto Sans JP Light"/>
                <a:ea typeface="Noto Sans JP Light"/>
                <a:cs typeface="Noto Sans JP Light"/>
              </a:defRPr>
            </a:pPr>
            <a:r>
              <a:rPr sz="1125" b="1">
                <a:solidFill>
                  <a:srgbClr val="111111"/>
                </a:solidFill>
                <a:latin typeface="Noto Sans JP Light"/>
                <a:ea typeface="Noto Sans JP Light"/>
                <a:cs typeface="Noto Sans JP Light"/>
              </a:rPr>
              <a:t>Time-to-Insight</a:t>
            </a:r>
          </a:p>
        </p:txBody>
      </p:sp>
    </p:spTree>
    <p:extLst>
      <p:ext uri="{BB962C8B-B14F-4D97-AF65-F5344CB8AC3E}">
        <p14:creationId xmlns:p14="http://schemas.microsoft.com/office/powerpoint/2010/main" val="756032442"/>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34A93120-04BB-4C98-8CA0-8896A0222AC1}"/>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PLEXON · WORKFLOW BUILDER</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31113c1f548d48b8"/>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822984D-8985-42C1-9D4B-E62B65E869B8}"/>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FFFFFF"/>
                </a:solidFill>
                <a:latin typeface="IBM Plex Mono"/>
                <a:ea typeface="IBM Plex Mono"/>
                <a:cs typeface="IBM Plex Mono"/>
              </a:defRPr>
            </a:pPr>
            <a:r>
              <a:rPr sz="675" b="0">
                <a:solidFill>
                  <a:srgbClr val="FFFFFF"/>
                </a:solidFill>
                <a:latin typeface="IBM Plex Mono"/>
                <a:ea typeface="IBM Plex Mono"/>
                <a:cs typeface="IBM Plex Mono"/>
              </a:rPr>
              <a:t>06</a:t>
            </a:r>
          </a:p>
        </p:txBody>
      </p:sp>
      <p:sp>
        <p:nvSpPr>
          <p:cNvPr id="4" name="">
            <a:extLst xmlns:a="http://schemas.openxmlformats.org/drawingml/2006/main">
              <a:ext uri="{FF2B5EF4-FFF2-40B4-BE49-F238E27FC236}">
                <a16:creationId xmlns:a16="http://schemas.microsoft.com/office/drawing/2014/main" id="{6608C430-5598-4C2A-90D6-13F5BAD9838F}"/>
              </a:ext>
            </a:extLst>
          </p:cNvPr>
          <p:cNvSpPr>
            <a:spLocks xmlns:a="http://schemas.openxmlformats.org/drawingml/2006/main" noGrp="1"/>
          </p:cNvSpPr>
          <p:nvPr/>
        </p:nvSpPr>
        <p:spPr>
          <a:xfrm xmlns:a="http://schemas.openxmlformats.org/drawingml/2006/main">
            <a:off x="457200" y="781050"/>
            <a:ext cx="904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a:solidFill>
                  <a:srgbClr val="FFFFFF"/>
                </a:solidFill>
                <a:latin typeface="Noto Sans JP"/>
                <a:ea typeface="Noto Sans JP"/>
                <a:cs typeface="Noto Sans JP"/>
              </a:defRPr>
            </a:pPr>
            <a:r>
              <a:rPr sz="2925" b="1">
                <a:solidFill>
                  <a:srgbClr val="FFFFFF"/>
                </a:solidFill>
                <a:latin typeface="Noto Sans JP"/>
                <a:ea typeface="Noto Sans JP"/>
                <a:cs typeface="Noto Sans JP"/>
              </a:rPr>
              <a:t>Autonomie, die sich steuern lässt.</a:t>
            </a:r>
          </a:p>
        </p:txBody>
      </p:sp>
      <p:sp>
        <p:nvSpPr>
          <p:cNvPr id="5" name="">
            <a:extLst xmlns:a="http://schemas.openxmlformats.org/drawingml/2006/main">
              <a:ext uri="{FF2B5EF4-FFF2-40B4-BE49-F238E27FC236}">
                <a16:creationId xmlns:a16="http://schemas.microsoft.com/office/drawing/2014/main" id="{1EC5623A-246E-4755-8418-F5C92DA7B0F1}"/>
              </a:ext>
            </a:extLst>
          </p:cNvPr>
          <p:cNvSpPr>
            <a:spLocks xmlns:a="http://schemas.openxmlformats.org/drawingml/2006/main" noGrp="1"/>
          </p:cNvSpPr>
          <p:nvPr/>
        </p:nvSpPr>
        <p:spPr>
          <a:xfrm xmlns:a="http://schemas.openxmlformats.org/drawingml/2006/main">
            <a:off x="457200" y="1409700"/>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a:solidFill>
                  <a:srgbClr val="FFFFFF"/>
                </a:solidFill>
                <a:latin typeface="Noto Sans JP Light"/>
                <a:ea typeface="Noto Sans JP Light"/>
                <a:cs typeface="Noto Sans JP Light"/>
              </a:defRPr>
            </a:pPr>
            <a:r>
              <a:rPr sz="1200" b="1">
                <a:solidFill>
                  <a:srgbClr val="FFFFFF"/>
                </a:solidFill>
                <a:latin typeface="Noto Sans JP Light"/>
                <a:ea typeface="Noto Sans JP Light"/>
                <a:cs typeface="Noto Sans JP Light"/>
              </a:rPr>
              <a:t>Trigger, Spezialfähigkeiten, Freigaben und Wiederholungen werden zu einem nachvollziehbaren Ablauf.</a:t>
            </a:r>
          </a:p>
        </p:txBody>
      </p:sp>
      <p:sp>
        <p:nvSpPr>
          <p:cNvPr id="6" name="">
            <a:extLst xmlns:a="http://schemas.openxmlformats.org/drawingml/2006/main">
              <a:ext uri="{FF2B5EF4-FFF2-40B4-BE49-F238E27FC236}">
                <a16:creationId xmlns:a16="http://schemas.microsoft.com/office/drawing/2014/main" id="{0E62ECAF-A3AB-43D1-97CE-8B816B37FCC0}"/>
              </a:ext>
            </a:extLst>
          </p:cNvPr>
          <p:cNvSpPr>
            <a:spLocks xmlns:a="http://schemas.openxmlformats.org/drawingml/2006/main" noGrp="1"/>
          </p:cNvSpPr>
          <p:nvPr/>
        </p:nvSpPr>
        <p:spPr>
          <a:xfrm xmlns:a="http://schemas.openxmlformats.org/drawingml/2006/main">
            <a:off x="1104900" y="3019425"/>
            <a:ext cx="9525000" cy="476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7" name="">
            <a:extLst xmlns:a="http://schemas.openxmlformats.org/drawingml/2006/main">
              <a:ext uri="{FF2B5EF4-FFF2-40B4-BE49-F238E27FC236}">
                <a16:creationId xmlns:a16="http://schemas.microsoft.com/office/drawing/2014/main" id="{89F38B4A-9B39-40C1-A0BF-53B179176B1A}"/>
              </a:ext>
            </a:extLst>
          </p:cNvPr>
          <p:cNvSpPr>
            <a:spLocks xmlns:a="http://schemas.openxmlformats.org/drawingml/2006/main" noGrp="1"/>
          </p:cNvSpPr>
          <p:nvPr/>
        </p:nvSpPr>
        <p:spPr>
          <a:xfrm xmlns:a="http://schemas.openxmlformats.org/drawingml/2006/main">
            <a:off x="10420350" y="2724150"/>
            <a:ext cx="590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2850" b="1">
                <a:solidFill>
                  <a:srgbClr val="FFFFFF"/>
                </a:solidFill>
                <a:latin typeface="Noto Sans JP"/>
                <a:ea typeface="Noto Sans JP"/>
                <a:cs typeface="Noto Sans JP"/>
              </a:defRPr>
            </a:pPr>
            <a:r>
              <a:rPr sz="2850" b="1">
                <a:solidFill>
                  <a:srgbClr val="FFFFFF"/>
                </a:solidFill>
                <a:latin typeface="Noto Sans JP"/>
                <a:ea typeface="Noto Sans JP"/>
                <a:cs typeface="Noto Sans JP"/>
              </a:rPr>
              <a:t>→</a:t>
            </a:r>
          </a:p>
        </p:txBody>
      </p:sp>
      <p:sp>
        <p:nvSpPr>
          <p:cNvPr id="8" name="">
            <a:extLst xmlns:a="http://schemas.openxmlformats.org/drawingml/2006/main">
              <a:ext uri="{FF2B5EF4-FFF2-40B4-BE49-F238E27FC236}">
                <a16:creationId xmlns:a16="http://schemas.microsoft.com/office/drawing/2014/main" id="{45F92165-D64D-43CE-8665-240847026603}"/>
              </a:ext>
            </a:extLst>
          </p:cNvPr>
          <p:cNvSpPr>
            <a:spLocks xmlns:a="http://schemas.openxmlformats.org/drawingml/2006/main" noGrp="1"/>
          </p:cNvSpPr>
          <p:nvPr/>
        </p:nvSpPr>
        <p:spPr>
          <a:xfrm xmlns:a="http://schemas.openxmlformats.org/drawingml/2006/main">
            <a:off x="628650" y="2362200"/>
            <a:ext cx="1752600" cy="1352550"/>
          </a:xfrm>
          <a:prstGeom xmlns:a="http://schemas.openxmlformats.org/drawingml/2006/main" prst="rect">
            <a:avLst/>
          </a:prstGeom>
          <a:solidFill xmlns:a="http://schemas.openxmlformats.org/drawingml/2006/main">
            <a:srgbClr val="F256B6"/>
          </a:solidFill>
          <a:ln xmlns:a="http://schemas.openxmlformats.org/drawingml/2006/main" w="0">
            <a:solidFill>
              <a:srgbClr val="F256B6"/>
            </a:solidFill>
            <a:prstDash val="solid"/>
          </a:ln>
        </p:spPr>
      </p:sp>
      <p:sp>
        <p:nvSpPr>
          <p:cNvPr id="9" name="">
            <a:extLst xmlns:a="http://schemas.openxmlformats.org/drawingml/2006/main">
              <a:ext uri="{FF2B5EF4-FFF2-40B4-BE49-F238E27FC236}">
                <a16:creationId xmlns:a16="http://schemas.microsoft.com/office/drawing/2014/main" id="{E7FDB304-374F-41AA-8052-7211593FAE27}"/>
              </a:ext>
            </a:extLst>
          </p:cNvPr>
          <p:cNvSpPr>
            <a:spLocks xmlns:a="http://schemas.openxmlformats.org/drawingml/2006/main" noGrp="1"/>
          </p:cNvSpPr>
          <p:nvPr/>
        </p:nvSpPr>
        <p:spPr>
          <a:xfrm xmlns:a="http://schemas.openxmlformats.org/drawingml/2006/main">
            <a:off x="762000" y="24955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01</a:t>
            </a:r>
          </a:p>
        </p:txBody>
      </p:sp>
      <p:sp>
        <p:nvSpPr>
          <p:cNvPr id="10" name="">
            <a:extLst xmlns:a="http://schemas.openxmlformats.org/drawingml/2006/main">
              <a:ext uri="{FF2B5EF4-FFF2-40B4-BE49-F238E27FC236}">
                <a16:creationId xmlns:a16="http://schemas.microsoft.com/office/drawing/2014/main" id="{AFE0BE91-767C-48BA-A3AF-BB2D89E019A7}"/>
              </a:ext>
            </a:extLst>
          </p:cNvPr>
          <p:cNvSpPr>
            <a:spLocks xmlns:a="http://schemas.openxmlformats.org/drawingml/2006/main" noGrp="1"/>
          </p:cNvSpPr>
          <p:nvPr/>
        </p:nvSpPr>
        <p:spPr>
          <a:xfrm xmlns:a="http://schemas.openxmlformats.org/drawingml/2006/main">
            <a:off x="762000" y="28003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125" b="1">
                <a:solidFill>
                  <a:srgbClr val="111111"/>
                </a:solidFill>
                <a:latin typeface="Noto Sans JP"/>
                <a:ea typeface="Noto Sans JP"/>
                <a:cs typeface="Noto Sans JP"/>
              </a:defRPr>
            </a:pPr>
            <a:r>
              <a:rPr sz="1125" b="1">
                <a:solidFill>
                  <a:srgbClr val="111111"/>
                </a:solidFill>
                <a:latin typeface="Noto Sans JP"/>
                <a:ea typeface="Noto Sans JP"/>
                <a:cs typeface="Noto Sans JP"/>
              </a:rPr>
              <a:t>TRIGGER</a:t>
            </a:r>
          </a:p>
        </p:txBody>
      </p:sp>
      <p:sp>
        <p:nvSpPr>
          <p:cNvPr id="11" name="">
            <a:extLst xmlns:a="http://schemas.openxmlformats.org/drawingml/2006/main">
              <a:ext uri="{FF2B5EF4-FFF2-40B4-BE49-F238E27FC236}">
                <a16:creationId xmlns:a16="http://schemas.microsoft.com/office/drawing/2014/main" id="{78E47BDF-7583-4831-92F9-24DECCB0F07D}"/>
              </a:ext>
            </a:extLst>
          </p:cNvPr>
          <p:cNvSpPr>
            <a:spLocks xmlns:a="http://schemas.openxmlformats.org/drawingml/2006/main" noGrp="1"/>
          </p:cNvSpPr>
          <p:nvPr/>
        </p:nvSpPr>
        <p:spPr>
          <a:xfrm xmlns:a="http://schemas.openxmlformats.org/drawingml/2006/main">
            <a:off x="762000" y="3219450"/>
            <a:ext cx="1485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UI · Assistant</a:t>
            </a:r>
          </a:p>
          <a:p xmlns:a="http://schemas.openxmlformats.org/drawingml/2006/main">
            <a:pPr algn="ctr">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Webhook · Service</a:t>
            </a:r>
          </a:p>
        </p:txBody>
      </p:sp>
      <p:sp>
        <p:nvSpPr>
          <p:cNvPr id="12" name="">
            <a:extLst xmlns:a="http://schemas.openxmlformats.org/drawingml/2006/main">
              <a:ext uri="{FF2B5EF4-FFF2-40B4-BE49-F238E27FC236}">
                <a16:creationId xmlns:a16="http://schemas.microsoft.com/office/drawing/2014/main" id="{021D857C-FBAE-4242-9679-C891B6C73D73}"/>
              </a:ext>
            </a:extLst>
          </p:cNvPr>
          <p:cNvSpPr>
            <a:spLocks xmlns:a="http://schemas.openxmlformats.org/drawingml/2006/main" noGrp="1"/>
          </p:cNvSpPr>
          <p:nvPr/>
        </p:nvSpPr>
        <p:spPr>
          <a:xfrm xmlns:a="http://schemas.openxmlformats.org/drawingml/2006/main">
            <a:off x="2762250" y="2362200"/>
            <a:ext cx="1752600" cy="13525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3" name="">
            <a:extLst xmlns:a="http://schemas.openxmlformats.org/drawingml/2006/main">
              <a:ext uri="{FF2B5EF4-FFF2-40B4-BE49-F238E27FC236}">
                <a16:creationId xmlns:a16="http://schemas.microsoft.com/office/drawing/2014/main" id="{FD079A8A-9915-4235-898F-41ECB6ABBBFF}"/>
              </a:ext>
            </a:extLst>
          </p:cNvPr>
          <p:cNvSpPr>
            <a:spLocks xmlns:a="http://schemas.openxmlformats.org/drawingml/2006/main" noGrp="1"/>
          </p:cNvSpPr>
          <p:nvPr/>
        </p:nvSpPr>
        <p:spPr>
          <a:xfrm xmlns:a="http://schemas.openxmlformats.org/drawingml/2006/main">
            <a:off x="2895600" y="24955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686868"/>
                </a:solidFill>
                <a:latin typeface="IBM Plex Mono"/>
                <a:ea typeface="IBM Plex Mono"/>
                <a:cs typeface="IBM Plex Mono"/>
              </a:defRPr>
            </a:pPr>
            <a:r>
              <a:rPr sz="675" b="1">
                <a:solidFill>
                  <a:srgbClr val="686868"/>
                </a:solidFill>
                <a:latin typeface="IBM Plex Mono"/>
                <a:ea typeface="IBM Plex Mono"/>
                <a:cs typeface="IBM Plex Mono"/>
              </a:rPr>
              <a:t>02</a:t>
            </a:r>
          </a:p>
        </p:txBody>
      </p:sp>
      <p:sp>
        <p:nvSpPr>
          <p:cNvPr id="14" name="">
            <a:extLst xmlns:a="http://schemas.openxmlformats.org/drawingml/2006/main">
              <a:ext uri="{FF2B5EF4-FFF2-40B4-BE49-F238E27FC236}">
                <a16:creationId xmlns:a16="http://schemas.microsoft.com/office/drawing/2014/main" id="{32F10461-9224-4128-A6FF-E9EA707CD257}"/>
              </a:ext>
            </a:extLst>
          </p:cNvPr>
          <p:cNvSpPr>
            <a:spLocks xmlns:a="http://schemas.openxmlformats.org/drawingml/2006/main" noGrp="1"/>
          </p:cNvSpPr>
          <p:nvPr/>
        </p:nvSpPr>
        <p:spPr>
          <a:xfrm xmlns:a="http://schemas.openxmlformats.org/drawingml/2006/main">
            <a:off x="2895600" y="28003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125" b="1">
                <a:solidFill>
                  <a:srgbClr val="111111"/>
                </a:solidFill>
                <a:latin typeface="Noto Sans JP"/>
                <a:ea typeface="Noto Sans JP"/>
                <a:cs typeface="Noto Sans JP"/>
              </a:defRPr>
            </a:pPr>
            <a:r>
              <a:rPr sz="1125" b="1">
                <a:solidFill>
                  <a:srgbClr val="111111"/>
                </a:solidFill>
                <a:latin typeface="Noto Sans JP"/>
                <a:ea typeface="Noto Sans JP"/>
                <a:cs typeface="Noto Sans JP"/>
              </a:rPr>
              <a:t>AGENTS + TOOLS</a:t>
            </a:r>
          </a:p>
        </p:txBody>
      </p:sp>
      <p:sp>
        <p:nvSpPr>
          <p:cNvPr id="15" name="">
            <a:extLst xmlns:a="http://schemas.openxmlformats.org/drawingml/2006/main">
              <a:ext uri="{FF2B5EF4-FFF2-40B4-BE49-F238E27FC236}">
                <a16:creationId xmlns:a16="http://schemas.microsoft.com/office/drawing/2014/main" id="{E668C8DB-1027-40F1-AF89-D25AC915E9DE}"/>
              </a:ext>
            </a:extLst>
          </p:cNvPr>
          <p:cNvSpPr>
            <a:spLocks xmlns:a="http://schemas.openxmlformats.org/drawingml/2006/main" noGrp="1"/>
          </p:cNvSpPr>
          <p:nvPr/>
        </p:nvSpPr>
        <p:spPr>
          <a:xfrm xmlns:a="http://schemas.openxmlformats.org/drawingml/2006/main">
            <a:off x="2895600" y="3219450"/>
            <a:ext cx="1485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PLEXON Apps</a:t>
            </a:r>
          </a:p>
          <a:p xmlns:a="http://schemas.openxmlformats.org/drawingml/2006/main">
            <a:pPr algn="ctr">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APIs · MCP</a:t>
            </a:r>
          </a:p>
        </p:txBody>
      </p:sp>
      <p:sp>
        <p:nvSpPr>
          <p:cNvPr id="16" name="">
            <a:extLst xmlns:a="http://schemas.openxmlformats.org/drawingml/2006/main">
              <a:ext uri="{FF2B5EF4-FFF2-40B4-BE49-F238E27FC236}">
                <a16:creationId xmlns:a16="http://schemas.microsoft.com/office/drawing/2014/main" id="{8FA37F8C-6300-4BD7-9EF3-F26C00463A8D}"/>
              </a:ext>
            </a:extLst>
          </p:cNvPr>
          <p:cNvSpPr>
            <a:spLocks xmlns:a="http://schemas.openxmlformats.org/drawingml/2006/main" noGrp="1"/>
          </p:cNvSpPr>
          <p:nvPr/>
        </p:nvSpPr>
        <p:spPr>
          <a:xfrm xmlns:a="http://schemas.openxmlformats.org/drawingml/2006/main">
            <a:off x="5181600" y="2362200"/>
            <a:ext cx="1752600" cy="1352550"/>
          </a:xfrm>
          <a:prstGeom xmlns:a="http://schemas.openxmlformats.org/drawingml/2006/main" prst="rect">
            <a:avLst/>
          </a:prstGeom>
          <a:solidFill xmlns:a="http://schemas.openxmlformats.org/drawingml/2006/main">
            <a:srgbClr val="FEF14D"/>
          </a:solidFill>
          <a:ln xmlns:a="http://schemas.openxmlformats.org/drawingml/2006/main" w="0">
            <a:solidFill>
              <a:srgbClr val="FEF14D"/>
            </a:solidFill>
            <a:prstDash val="solid"/>
          </a:ln>
        </p:spPr>
      </p:sp>
      <p:sp>
        <p:nvSpPr>
          <p:cNvPr id="17" name="">
            <a:extLst xmlns:a="http://schemas.openxmlformats.org/drawingml/2006/main">
              <a:ext uri="{FF2B5EF4-FFF2-40B4-BE49-F238E27FC236}">
                <a16:creationId xmlns:a16="http://schemas.microsoft.com/office/drawing/2014/main" id="{FBEE3352-BDD7-41E1-A589-83EFD126897E}"/>
              </a:ext>
            </a:extLst>
          </p:cNvPr>
          <p:cNvSpPr>
            <a:spLocks xmlns:a="http://schemas.openxmlformats.org/drawingml/2006/main" noGrp="1"/>
          </p:cNvSpPr>
          <p:nvPr/>
        </p:nvSpPr>
        <p:spPr>
          <a:xfrm xmlns:a="http://schemas.openxmlformats.org/drawingml/2006/main">
            <a:off x="5314950" y="24955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03</a:t>
            </a:r>
          </a:p>
        </p:txBody>
      </p:sp>
      <p:sp>
        <p:nvSpPr>
          <p:cNvPr id="18" name="">
            <a:extLst xmlns:a="http://schemas.openxmlformats.org/drawingml/2006/main">
              <a:ext uri="{FF2B5EF4-FFF2-40B4-BE49-F238E27FC236}">
                <a16:creationId xmlns:a16="http://schemas.microsoft.com/office/drawing/2014/main" id="{EE049E28-F4CA-46A0-8236-4F1C034C7E2F}"/>
              </a:ext>
            </a:extLst>
          </p:cNvPr>
          <p:cNvSpPr>
            <a:spLocks xmlns:a="http://schemas.openxmlformats.org/drawingml/2006/main" noGrp="1"/>
          </p:cNvSpPr>
          <p:nvPr/>
        </p:nvSpPr>
        <p:spPr>
          <a:xfrm xmlns:a="http://schemas.openxmlformats.org/drawingml/2006/main">
            <a:off x="5314950" y="28003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125" b="1">
                <a:solidFill>
                  <a:srgbClr val="111111"/>
                </a:solidFill>
                <a:latin typeface="Noto Sans JP"/>
                <a:ea typeface="Noto Sans JP"/>
                <a:cs typeface="Noto Sans JP"/>
              </a:defRPr>
            </a:pPr>
            <a:r>
              <a:rPr sz="1125" b="1">
                <a:solidFill>
                  <a:srgbClr val="111111"/>
                </a:solidFill>
                <a:latin typeface="Noto Sans JP"/>
                <a:ea typeface="Noto Sans JP"/>
                <a:cs typeface="Noto Sans JP"/>
              </a:rPr>
              <a:t>FREIGABE</a:t>
            </a:r>
          </a:p>
        </p:txBody>
      </p:sp>
      <p:sp>
        <p:nvSpPr>
          <p:cNvPr id="19" name="">
            <a:extLst xmlns:a="http://schemas.openxmlformats.org/drawingml/2006/main">
              <a:ext uri="{FF2B5EF4-FFF2-40B4-BE49-F238E27FC236}">
                <a16:creationId xmlns:a16="http://schemas.microsoft.com/office/drawing/2014/main" id="{2C29D3EB-ABF6-4EAE-A03A-2E7A24FA2DCF}"/>
              </a:ext>
            </a:extLst>
          </p:cNvPr>
          <p:cNvSpPr>
            <a:spLocks xmlns:a="http://schemas.openxmlformats.org/drawingml/2006/main" noGrp="1"/>
          </p:cNvSpPr>
          <p:nvPr/>
        </p:nvSpPr>
        <p:spPr>
          <a:xfrm xmlns:a="http://schemas.openxmlformats.org/drawingml/2006/main">
            <a:off x="5314950" y="3219450"/>
            <a:ext cx="1485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Rolle · Gate</a:t>
            </a:r>
          </a:p>
          <a:p xmlns:a="http://schemas.openxmlformats.org/drawingml/2006/main">
            <a:pPr algn="ctr">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Entscheidung</a:t>
            </a:r>
          </a:p>
        </p:txBody>
      </p:sp>
      <p:sp>
        <p:nvSpPr>
          <p:cNvPr id="20" name="">
            <a:extLst xmlns:a="http://schemas.openxmlformats.org/drawingml/2006/main">
              <a:ext uri="{FF2B5EF4-FFF2-40B4-BE49-F238E27FC236}">
                <a16:creationId xmlns:a16="http://schemas.microsoft.com/office/drawing/2014/main" id="{D96C8592-97C5-436F-9C62-E6E23A37F0AB}"/>
              </a:ext>
            </a:extLst>
          </p:cNvPr>
          <p:cNvSpPr>
            <a:spLocks xmlns:a="http://schemas.openxmlformats.org/drawingml/2006/main" noGrp="1"/>
          </p:cNvSpPr>
          <p:nvPr/>
        </p:nvSpPr>
        <p:spPr>
          <a:xfrm xmlns:a="http://schemas.openxmlformats.org/drawingml/2006/main">
            <a:off x="7315200" y="2362200"/>
            <a:ext cx="1752600" cy="1352550"/>
          </a:xfrm>
          <a:prstGeom xmlns:a="http://schemas.openxmlformats.org/drawingml/2006/main" prst="rect">
            <a:avLst/>
          </a:prstGeom>
          <a:solidFill xmlns:a="http://schemas.openxmlformats.org/drawingml/2006/main">
            <a:srgbClr val="00CA55"/>
          </a:solidFill>
          <a:ln xmlns:a="http://schemas.openxmlformats.org/drawingml/2006/main" w="0">
            <a:solidFill>
              <a:srgbClr val="00CA55"/>
            </a:solidFill>
            <a:prstDash val="solid"/>
          </a:ln>
        </p:spPr>
      </p:sp>
      <p:sp>
        <p:nvSpPr>
          <p:cNvPr id="21" name="">
            <a:extLst xmlns:a="http://schemas.openxmlformats.org/drawingml/2006/main">
              <a:ext uri="{FF2B5EF4-FFF2-40B4-BE49-F238E27FC236}">
                <a16:creationId xmlns:a16="http://schemas.microsoft.com/office/drawing/2014/main" id="{11CC3A53-1E07-4754-BA45-269DD69715B9}"/>
              </a:ext>
            </a:extLst>
          </p:cNvPr>
          <p:cNvSpPr>
            <a:spLocks xmlns:a="http://schemas.openxmlformats.org/drawingml/2006/main" noGrp="1"/>
          </p:cNvSpPr>
          <p:nvPr/>
        </p:nvSpPr>
        <p:spPr>
          <a:xfrm xmlns:a="http://schemas.openxmlformats.org/drawingml/2006/main">
            <a:off x="7448550" y="24955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04</a:t>
            </a:r>
          </a:p>
        </p:txBody>
      </p:sp>
      <p:sp>
        <p:nvSpPr>
          <p:cNvPr id="22" name="">
            <a:extLst xmlns:a="http://schemas.openxmlformats.org/drawingml/2006/main">
              <a:ext uri="{FF2B5EF4-FFF2-40B4-BE49-F238E27FC236}">
                <a16:creationId xmlns:a16="http://schemas.microsoft.com/office/drawing/2014/main" id="{DCDD83B1-5363-4BED-A959-BC6D99701D60}"/>
              </a:ext>
            </a:extLst>
          </p:cNvPr>
          <p:cNvSpPr>
            <a:spLocks xmlns:a="http://schemas.openxmlformats.org/drawingml/2006/main" noGrp="1"/>
          </p:cNvSpPr>
          <p:nvPr/>
        </p:nvSpPr>
        <p:spPr>
          <a:xfrm xmlns:a="http://schemas.openxmlformats.org/drawingml/2006/main">
            <a:off x="7448550" y="28003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125" b="1">
                <a:solidFill>
                  <a:srgbClr val="111111"/>
                </a:solidFill>
                <a:latin typeface="Noto Sans JP"/>
                <a:ea typeface="Noto Sans JP"/>
                <a:cs typeface="Noto Sans JP"/>
              </a:defRPr>
            </a:pPr>
            <a:r>
              <a:rPr sz="1125" b="1">
                <a:solidFill>
                  <a:srgbClr val="111111"/>
                </a:solidFill>
                <a:latin typeface="Noto Sans JP"/>
                <a:ea typeface="Noto Sans JP"/>
                <a:cs typeface="Noto Sans JP"/>
              </a:rPr>
              <a:t>AKTION</a:t>
            </a:r>
          </a:p>
        </p:txBody>
      </p:sp>
      <p:sp>
        <p:nvSpPr>
          <p:cNvPr id="23" name="">
            <a:extLst xmlns:a="http://schemas.openxmlformats.org/drawingml/2006/main">
              <a:ext uri="{FF2B5EF4-FFF2-40B4-BE49-F238E27FC236}">
                <a16:creationId xmlns:a16="http://schemas.microsoft.com/office/drawing/2014/main" id="{457CC4BB-E829-48CE-A14C-EF5B90C3147E}"/>
              </a:ext>
            </a:extLst>
          </p:cNvPr>
          <p:cNvSpPr>
            <a:spLocks xmlns:a="http://schemas.openxmlformats.org/drawingml/2006/main" noGrp="1"/>
          </p:cNvSpPr>
          <p:nvPr/>
        </p:nvSpPr>
        <p:spPr>
          <a:xfrm xmlns:a="http://schemas.openxmlformats.org/drawingml/2006/main">
            <a:off x="7448550" y="3219450"/>
            <a:ext cx="1485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Brief · Prototype</a:t>
            </a:r>
          </a:p>
          <a:p xmlns:a="http://schemas.openxmlformats.org/drawingml/2006/main">
            <a:pPr algn="ctr">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Check · Handoff</a:t>
            </a:r>
          </a:p>
        </p:txBody>
      </p:sp>
      <p:sp>
        <p:nvSpPr>
          <p:cNvPr id="24" name="">
            <a:extLst xmlns:a="http://schemas.openxmlformats.org/drawingml/2006/main">
              <a:ext uri="{FF2B5EF4-FFF2-40B4-BE49-F238E27FC236}">
                <a16:creationId xmlns:a16="http://schemas.microsoft.com/office/drawing/2014/main" id="{CC5ED28E-3F1F-4A93-8D0F-22893E3A90B1}"/>
              </a:ext>
            </a:extLst>
          </p:cNvPr>
          <p:cNvSpPr>
            <a:spLocks xmlns:a="http://schemas.openxmlformats.org/drawingml/2006/main" noGrp="1"/>
          </p:cNvSpPr>
          <p:nvPr/>
        </p:nvSpPr>
        <p:spPr>
          <a:xfrm xmlns:a="http://schemas.openxmlformats.org/drawingml/2006/main">
            <a:off x="9448800" y="2362200"/>
            <a:ext cx="1752600" cy="1352550"/>
          </a:xfrm>
          <a:prstGeom xmlns:a="http://schemas.openxmlformats.org/drawingml/2006/main" prst="rect">
            <a:avLst/>
          </a:prstGeom>
          <a:solidFill xmlns:a="http://schemas.openxmlformats.org/drawingml/2006/main">
            <a:srgbClr val="FF6A3B"/>
          </a:solidFill>
          <a:ln xmlns:a="http://schemas.openxmlformats.org/drawingml/2006/main" w="0">
            <a:solidFill>
              <a:srgbClr val="FF6A3B"/>
            </a:solidFill>
            <a:prstDash val="solid"/>
          </a:ln>
        </p:spPr>
      </p:sp>
      <p:sp>
        <p:nvSpPr>
          <p:cNvPr id="25" name="">
            <a:extLst xmlns:a="http://schemas.openxmlformats.org/drawingml/2006/main">
              <a:ext uri="{FF2B5EF4-FFF2-40B4-BE49-F238E27FC236}">
                <a16:creationId xmlns:a16="http://schemas.microsoft.com/office/drawing/2014/main" id="{D83688DA-B32B-4E18-AA55-107B5268FF67}"/>
              </a:ext>
            </a:extLst>
          </p:cNvPr>
          <p:cNvSpPr>
            <a:spLocks xmlns:a="http://schemas.openxmlformats.org/drawingml/2006/main" noGrp="1"/>
          </p:cNvSpPr>
          <p:nvPr/>
        </p:nvSpPr>
        <p:spPr>
          <a:xfrm xmlns:a="http://schemas.openxmlformats.org/drawingml/2006/main">
            <a:off x="9582150" y="24955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05</a:t>
            </a:r>
          </a:p>
        </p:txBody>
      </p:sp>
      <p:sp>
        <p:nvSpPr>
          <p:cNvPr id="26" name="">
            <a:extLst xmlns:a="http://schemas.openxmlformats.org/drawingml/2006/main">
              <a:ext uri="{FF2B5EF4-FFF2-40B4-BE49-F238E27FC236}">
                <a16:creationId xmlns:a16="http://schemas.microsoft.com/office/drawing/2014/main" id="{B8644C3E-97FB-4ED2-9A92-C56845269F61}"/>
              </a:ext>
            </a:extLst>
          </p:cNvPr>
          <p:cNvSpPr>
            <a:spLocks xmlns:a="http://schemas.openxmlformats.org/drawingml/2006/main" noGrp="1"/>
          </p:cNvSpPr>
          <p:nvPr/>
        </p:nvSpPr>
        <p:spPr>
          <a:xfrm xmlns:a="http://schemas.openxmlformats.org/drawingml/2006/main">
            <a:off x="9582150" y="28003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125" b="1">
                <a:solidFill>
                  <a:srgbClr val="111111"/>
                </a:solidFill>
                <a:latin typeface="Noto Sans JP"/>
                <a:ea typeface="Noto Sans JP"/>
                <a:cs typeface="Noto Sans JP"/>
              </a:defRPr>
            </a:pPr>
            <a:r>
              <a:rPr sz="1125" b="1">
                <a:solidFill>
                  <a:srgbClr val="111111"/>
                </a:solidFill>
                <a:latin typeface="Noto Sans JP"/>
                <a:ea typeface="Noto Sans JP"/>
                <a:cs typeface="Noto Sans JP"/>
              </a:rPr>
              <a:t>WIEDERHOLUNG</a:t>
            </a:r>
          </a:p>
        </p:txBody>
      </p:sp>
      <p:sp>
        <p:nvSpPr>
          <p:cNvPr id="27" name="">
            <a:extLst xmlns:a="http://schemas.openxmlformats.org/drawingml/2006/main">
              <a:ext uri="{FF2B5EF4-FFF2-40B4-BE49-F238E27FC236}">
                <a16:creationId xmlns:a16="http://schemas.microsoft.com/office/drawing/2014/main" id="{E0E8C8AA-E38F-4C2D-9D56-37D0C35CAC79}"/>
              </a:ext>
            </a:extLst>
          </p:cNvPr>
          <p:cNvSpPr>
            <a:spLocks xmlns:a="http://schemas.openxmlformats.org/drawingml/2006/main" noGrp="1"/>
          </p:cNvSpPr>
          <p:nvPr/>
        </p:nvSpPr>
        <p:spPr>
          <a:xfrm xmlns:a="http://schemas.openxmlformats.org/drawingml/2006/main">
            <a:off x="9582150" y="3219450"/>
            <a:ext cx="1485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Re-Run</a:t>
            </a:r>
          </a:p>
          <a:p xmlns:a="http://schemas.openxmlformats.org/drawingml/2006/main">
            <a:pPr algn="ctr">
              <a:buNone/>
              <a:defRPr sz="825" b="1">
                <a:solidFill>
                  <a:srgbClr val="111111"/>
                </a:solidFill>
                <a:latin typeface="IBM Plex Mono"/>
                <a:ea typeface="IBM Plex Mono"/>
                <a:cs typeface="IBM Plex Mono"/>
              </a:defRPr>
            </a:pPr>
            <a:r>
              <a:rPr sz="825" b="1">
                <a:solidFill>
                  <a:srgbClr val="111111"/>
                </a:solidFill>
                <a:latin typeface="IBM Plex Mono"/>
                <a:ea typeface="IBM Plex Mono"/>
                <a:cs typeface="IBM Plex Mono"/>
              </a:rPr>
              <a:t>externer Trigger</a:t>
            </a:r>
          </a:p>
        </p:txBody>
      </p:sp>
      <p:sp>
        <p:nvSpPr>
          <p:cNvPr id="28" name="">
            <a:extLst xmlns:a="http://schemas.openxmlformats.org/drawingml/2006/main">
              <a:ext uri="{FF2B5EF4-FFF2-40B4-BE49-F238E27FC236}">
                <a16:creationId xmlns:a16="http://schemas.microsoft.com/office/drawing/2014/main" id="{A6C8FB94-7AF3-4BEC-9859-0EB6FA6AEE07}"/>
              </a:ext>
            </a:extLst>
          </p:cNvPr>
          <p:cNvSpPr>
            <a:spLocks xmlns:a="http://schemas.openxmlformats.org/drawingml/2006/main" noGrp="1"/>
          </p:cNvSpPr>
          <p:nvPr/>
        </p:nvSpPr>
        <p:spPr>
          <a:xfrm xmlns:a="http://schemas.openxmlformats.org/drawingml/2006/main">
            <a:off x="666750" y="41719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l">
              <a:buNone/>
              <a:defRPr sz="750" b="1">
                <a:solidFill>
                  <a:srgbClr val="FFFFFF"/>
                </a:solidFill>
                <a:latin typeface="IBM Plex Mono"/>
                <a:ea typeface="IBM Plex Mono"/>
                <a:cs typeface="IBM Plex Mono"/>
              </a:defRPr>
            </a:pPr>
            <a:r>
              <a:rPr sz="750" b="1">
                <a:solidFill>
                  <a:srgbClr val="FFFFFF"/>
                </a:solidFill>
                <a:latin typeface="IBM Plex Mono"/>
                <a:ea typeface="IBM Plex Mono"/>
                <a:cs typeface="IBM Plex Mono"/>
              </a:rPr>
              <a:t>VORSCHLAGEN</a:t>
            </a:r>
          </a:p>
        </p:txBody>
      </p:sp>
      <p:sp>
        <p:nvSpPr>
          <p:cNvPr id="29" name="">
            <a:extLst xmlns:a="http://schemas.openxmlformats.org/drawingml/2006/main">
              <a:ext uri="{FF2B5EF4-FFF2-40B4-BE49-F238E27FC236}">
                <a16:creationId xmlns:a16="http://schemas.microsoft.com/office/drawing/2014/main" id="{9A7E6FB5-8EA0-4B10-9E5D-00162FD12A75}"/>
              </a:ext>
            </a:extLst>
          </p:cNvPr>
          <p:cNvSpPr>
            <a:spLocks xmlns:a="http://schemas.openxmlformats.org/drawingml/2006/main" noGrp="1"/>
          </p:cNvSpPr>
          <p:nvPr/>
        </p:nvSpPr>
        <p:spPr>
          <a:xfrm xmlns:a="http://schemas.openxmlformats.org/drawingml/2006/main">
            <a:off x="1695450" y="4267200"/>
            <a:ext cx="7667625" cy="28575"/>
          </a:xfrm>
          <a:prstGeom xmlns:a="http://schemas.openxmlformats.org/drawingml/2006/main" prst="rect">
            <a:avLst/>
          </a:prstGeom>
          <a:solidFill xmlns:a="http://schemas.openxmlformats.org/drawingml/2006/main">
            <a:srgbClr val="686868"/>
          </a:solidFill>
          <a:ln xmlns:a="http://schemas.openxmlformats.org/drawingml/2006/main" w="0">
            <a:solidFill>
              <a:srgbClr val="686868"/>
            </a:solidFill>
            <a:prstDash val="solid"/>
          </a:ln>
        </p:spPr>
      </p:sp>
      <p:sp>
        <p:nvSpPr>
          <p:cNvPr id="30" name="">
            <a:extLst xmlns:a="http://schemas.openxmlformats.org/drawingml/2006/main">
              <a:ext uri="{FF2B5EF4-FFF2-40B4-BE49-F238E27FC236}">
                <a16:creationId xmlns:a16="http://schemas.microsoft.com/office/drawing/2014/main" id="{DA19E759-8B58-42E6-98F2-17A7458A7EAB}"/>
              </a:ext>
            </a:extLst>
          </p:cNvPr>
          <p:cNvSpPr>
            <a:spLocks xmlns:a="http://schemas.openxmlformats.org/drawingml/2006/main" noGrp="1"/>
          </p:cNvSpPr>
          <p:nvPr/>
        </p:nvSpPr>
        <p:spPr>
          <a:xfrm xmlns:a="http://schemas.openxmlformats.org/drawingml/2006/main">
            <a:off x="3028950" y="41719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l">
              <a:buNone/>
              <a:defRPr sz="750" b="1">
                <a:solidFill>
                  <a:srgbClr val="FFFFFF"/>
                </a:solidFill>
                <a:latin typeface="IBM Plex Mono"/>
                <a:ea typeface="IBM Plex Mono"/>
                <a:cs typeface="IBM Plex Mono"/>
              </a:defRPr>
            </a:pPr>
            <a:r>
              <a:rPr sz="750" b="1">
                <a:solidFill>
                  <a:srgbClr val="FFFFFF"/>
                </a:solidFill>
                <a:latin typeface="IBM Plex Mono"/>
                <a:ea typeface="IBM Plex Mono"/>
                <a:cs typeface="IBM Plex Mono"/>
              </a:rPr>
              <a:t>ANALYSIEREN</a:t>
            </a:r>
          </a:p>
        </p:txBody>
      </p:sp>
      <p:sp>
        <p:nvSpPr>
          <p:cNvPr id="31" name="">
            <a:extLst xmlns:a="http://schemas.openxmlformats.org/drawingml/2006/main">
              <a:ext uri="{FF2B5EF4-FFF2-40B4-BE49-F238E27FC236}">
                <a16:creationId xmlns:a16="http://schemas.microsoft.com/office/drawing/2014/main" id="{3987F69A-FD98-4DDF-93B9-9F7D20BA4213}"/>
              </a:ext>
            </a:extLst>
          </p:cNvPr>
          <p:cNvSpPr>
            <a:spLocks xmlns:a="http://schemas.openxmlformats.org/drawingml/2006/main" noGrp="1"/>
          </p:cNvSpPr>
          <p:nvPr/>
        </p:nvSpPr>
        <p:spPr>
          <a:xfrm xmlns:a="http://schemas.openxmlformats.org/drawingml/2006/main">
            <a:off x="5619750" y="41719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l">
              <a:buNone/>
              <a:defRPr sz="750" b="1">
                <a:solidFill>
                  <a:srgbClr val="FFFFFF"/>
                </a:solidFill>
                <a:latin typeface="IBM Plex Mono"/>
                <a:ea typeface="IBM Plex Mono"/>
                <a:cs typeface="IBM Plex Mono"/>
              </a:defRPr>
            </a:pPr>
            <a:r>
              <a:rPr sz="750" b="1">
                <a:solidFill>
                  <a:srgbClr val="FFFFFF"/>
                </a:solidFill>
                <a:latin typeface="IBM Plex Mono"/>
                <a:ea typeface="IBM Plex Mono"/>
                <a:cs typeface="IBM Plex Mono"/>
              </a:rPr>
              <a:t>MIT FREIGABE HANDELN</a:t>
            </a:r>
          </a:p>
        </p:txBody>
      </p:sp>
      <p:sp>
        <p:nvSpPr>
          <p:cNvPr id="32" name="">
            <a:extLst xmlns:a="http://schemas.openxmlformats.org/drawingml/2006/main">
              <a:ext uri="{FF2B5EF4-FFF2-40B4-BE49-F238E27FC236}">
                <a16:creationId xmlns:a16="http://schemas.microsoft.com/office/drawing/2014/main" id="{CDA59EB2-26F8-499C-933E-39975E949977}"/>
              </a:ext>
            </a:extLst>
          </p:cNvPr>
          <p:cNvSpPr>
            <a:spLocks xmlns:a="http://schemas.openxmlformats.org/drawingml/2006/main" noGrp="1"/>
          </p:cNvSpPr>
          <p:nvPr/>
        </p:nvSpPr>
        <p:spPr>
          <a:xfrm xmlns:a="http://schemas.openxmlformats.org/drawingml/2006/main">
            <a:off x="8991600" y="4171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l">
              <a:buNone/>
              <a:defRPr sz="750" b="1">
                <a:solidFill>
                  <a:srgbClr val="FFFFFF"/>
                </a:solidFill>
                <a:latin typeface="IBM Plex Mono"/>
                <a:ea typeface="IBM Plex Mono"/>
                <a:cs typeface="IBM Plex Mono"/>
              </a:defRPr>
            </a:pPr>
            <a:r>
              <a:rPr sz="750" b="1">
                <a:solidFill>
                  <a:srgbClr val="FFFFFF"/>
                </a:solidFill>
                <a:latin typeface="IBM Plex Mono"/>
                <a:ea typeface="IBM Plex Mono"/>
                <a:cs typeface="IBM Plex Mono"/>
              </a:rPr>
              <a:t>BEGRENZT AUTONOM</a:t>
            </a:r>
          </a:p>
        </p:txBody>
      </p:sp>
      <p:sp>
        <p:nvSpPr>
          <p:cNvPr id="33" name="">
            <a:extLst xmlns:a="http://schemas.openxmlformats.org/drawingml/2006/main">
              <a:ext uri="{FF2B5EF4-FFF2-40B4-BE49-F238E27FC236}">
                <a16:creationId xmlns:a16="http://schemas.microsoft.com/office/drawing/2014/main" id="{11E9E320-BF02-4E4F-ADBD-793FCD1D9DD5}"/>
              </a:ext>
            </a:extLst>
          </p:cNvPr>
          <p:cNvSpPr>
            <a:spLocks xmlns:a="http://schemas.openxmlformats.org/drawingml/2006/main" noGrp="1"/>
          </p:cNvSpPr>
          <p:nvPr/>
        </p:nvSpPr>
        <p:spPr>
          <a:xfrm xmlns:a="http://schemas.openxmlformats.org/drawingml/2006/main">
            <a:off x="457200" y="4819650"/>
            <a:ext cx="3581400" cy="10668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4" name="">
            <a:extLst xmlns:a="http://schemas.openxmlformats.org/drawingml/2006/main">
              <a:ext uri="{FF2B5EF4-FFF2-40B4-BE49-F238E27FC236}">
                <a16:creationId xmlns:a16="http://schemas.microsoft.com/office/drawing/2014/main" id="{3887574A-DEE8-4E90-AEEC-FFBA15C7D2B2}"/>
              </a:ext>
            </a:extLst>
          </p:cNvPr>
          <p:cNvSpPr>
            <a:spLocks xmlns:a="http://schemas.openxmlformats.org/drawingml/2006/main" noGrp="1"/>
          </p:cNvSpPr>
          <p:nvPr/>
        </p:nvSpPr>
        <p:spPr>
          <a:xfrm xmlns:a="http://schemas.openxmlformats.org/drawingml/2006/main">
            <a:off x="609600" y="4962525"/>
            <a:ext cx="704850" cy="238125"/>
          </a:xfrm>
          <a:prstGeom xmlns:a="http://schemas.openxmlformats.org/drawingml/2006/main" prst="rect">
            <a:avLst/>
          </a:prstGeom>
          <a:solidFill xmlns:a="http://schemas.openxmlformats.org/drawingml/2006/main">
            <a:srgbClr val="F256B6"/>
          </a:solidFill>
          <a:ln xmlns:a="http://schemas.openxmlformats.org/drawingml/2006/main" w="0">
            <a:solidFill>
              <a:srgbClr val="F256B6"/>
            </a:solidFill>
            <a:prstDash val="solid"/>
          </a:ln>
        </p:spPr>
      </p:sp>
      <p:sp>
        <p:nvSpPr>
          <p:cNvPr id="35" name="">
            <a:extLst xmlns:a="http://schemas.openxmlformats.org/drawingml/2006/main">
              <a:ext uri="{FF2B5EF4-FFF2-40B4-BE49-F238E27FC236}">
                <a16:creationId xmlns:a16="http://schemas.microsoft.com/office/drawing/2014/main" id="{23074640-49F5-4498-B5B7-C342FB63F2DD}"/>
              </a:ext>
            </a:extLst>
          </p:cNvPr>
          <p:cNvSpPr>
            <a:spLocks xmlns:a="http://schemas.openxmlformats.org/drawingml/2006/main" noGrp="1"/>
          </p:cNvSpPr>
          <p:nvPr/>
        </p:nvSpPr>
        <p:spPr>
          <a:xfrm xmlns:a="http://schemas.openxmlformats.org/drawingml/2006/main">
            <a:off x="676275" y="5010150"/>
            <a:ext cx="571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0000"/>
          </a:bodyPr>
          <a:lstStyle xmlns:a="http://schemas.openxmlformats.org/drawingml/2006/main"/>
          <a:p xmlns:a="http://schemas.openxmlformats.org/drawingml/2006/main">
            <a:pPr algn="ctr">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HEUTE</a:t>
            </a:r>
          </a:p>
        </p:txBody>
      </p:sp>
      <p:sp>
        <p:nvSpPr>
          <p:cNvPr id="36" name="">
            <a:extLst xmlns:a="http://schemas.openxmlformats.org/drawingml/2006/main">
              <a:ext uri="{FF2B5EF4-FFF2-40B4-BE49-F238E27FC236}">
                <a16:creationId xmlns:a16="http://schemas.microsoft.com/office/drawing/2014/main" id="{8E23470E-AABF-4BA2-A2AE-A323076DD69A}"/>
              </a:ext>
            </a:extLst>
          </p:cNvPr>
          <p:cNvSpPr>
            <a:spLocks xmlns:a="http://schemas.openxmlformats.org/drawingml/2006/main" noGrp="1"/>
          </p:cNvSpPr>
          <p:nvPr/>
        </p:nvSpPr>
        <p:spPr>
          <a:xfrm xmlns:a="http://schemas.openxmlformats.org/drawingml/2006/main">
            <a:off x="609600" y="53149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050" b="1">
                <a:solidFill>
                  <a:srgbClr val="111111"/>
                </a:solidFill>
                <a:latin typeface="Noto Sans JP Light"/>
                <a:ea typeface="Noto Sans JP Light"/>
                <a:cs typeface="Noto Sans JP Light"/>
              </a:defRPr>
            </a:pPr>
            <a:r>
              <a:rPr sz="1050" b="1">
                <a:solidFill>
                  <a:srgbClr val="111111"/>
                </a:solidFill>
                <a:latin typeface="Noto Sans JP Light"/>
                <a:ea typeface="Noto Sans JP Light"/>
                <a:cs typeface="Noto Sans JP Light"/>
              </a:rPr>
              <a:t>Definierte Flows · Gates · Run-Historie</a:t>
            </a:r>
          </a:p>
        </p:txBody>
      </p:sp>
      <p:sp>
        <p:nvSpPr>
          <p:cNvPr id="37" name="">
            <a:extLst xmlns:a="http://schemas.openxmlformats.org/drawingml/2006/main">
              <a:ext uri="{FF2B5EF4-FFF2-40B4-BE49-F238E27FC236}">
                <a16:creationId xmlns:a16="http://schemas.microsoft.com/office/drawing/2014/main" id="{2085F00E-996A-4777-9B77-F99D92682ABF}"/>
              </a:ext>
            </a:extLst>
          </p:cNvPr>
          <p:cNvSpPr>
            <a:spLocks xmlns:a="http://schemas.openxmlformats.org/drawingml/2006/main" noGrp="1"/>
          </p:cNvSpPr>
          <p:nvPr/>
        </p:nvSpPr>
        <p:spPr>
          <a:xfrm xmlns:a="http://schemas.openxmlformats.org/drawingml/2006/main">
            <a:off x="4305300" y="4819650"/>
            <a:ext cx="3581400" cy="1066800"/>
          </a:xfrm>
          <a:prstGeom xmlns:a="http://schemas.openxmlformats.org/drawingml/2006/main" prst="rect">
            <a:avLst/>
          </a:prstGeom>
          <a:solidFill xmlns:a="http://schemas.openxmlformats.org/drawingml/2006/main">
            <a:srgbClr val="F2F2F2"/>
          </a:solidFill>
          <a:ln xmlns:a="http://schemas.openxmlformats.org/drawingml/2006/main" w="0">
            <a:solidFill>
              <a:srgbClr val="F2F2F2"/>
            </a:solidFill>
            <a:prstDash val="solid"/>
          </a:ln>
        </p:spPr>
      </p:sp>
      <p:sp>
        <p:nvSpPr>
          <p:cNvPr id="38" name="">
            <a:extLst xmlns:a="http://schemas.openxmlformats.org/drawingml/2006/main">
              <a:ext uri="{FF2B5EF4-FFF2-40B4-BE49-F238E27FC236}">
                <a16:creationId xmlns:a16="http://schemas.microsoft.com/office/drawing/2014/main" id="{DB0ED990-D51E-4A2D-A341-6A0A75A10DC3}"/>
              </a:ext>
            </a:extLst>
          </p:cNvPr>
          <p:cNvSpPr>
            <a:spLocks xmlns:a="http://schemas.openxmlformats.org/drawingml/2006/main" noGrp="1"/>
          </p:cNvSpPr>
          <p:nvPr/>
        </p:nvSpPr>
        <p:spPr>
          <a:xfrm xmlns:a="http://schemas.openxmlformats.org/drawingml/2006/main">
            <a:off x="4457700" y="4962525"/>
            <a:ext cx="1219200" cy="238125"/>
          </a:xfrm>
          <a:prstGeom xmlns:a="http://schemas.openxmlformats.org/drawingml/2006/main" prst="rect">
            <a:avLst/>
          </a:prstGeom>
          <a:solidFill xmlns:a="http://schemas.openxmlformats.org/drawingml/2006/main">
            <a:srgbClr val="FEF14D"/>
          </a:solidFill>
          <a:ln xmlns:a="http://schemas.openxmlformats.org/drawingml/2006/main" w="0">
            <a:solidFill>
              <a:srgbClr val="FEF14D"/>
            </a:solidFill>
            <a:prstDash val="solid"/>
          </a:ln>
        </p:spPr>
      </p:sp>
      <p:sp>
        <p:nvSpPr>
          <p:cNvPr id="39" name="">
            <a:extLst xmlns:a="http://schemas.openxmlformats.org/drawingml/2006/main">
              <a:ext uri="{FF2B5EF4-FFF2-40B4-BE49-F238E27FC236}">
                <a16:creationId xmlns:a16="http://schemas.microsoft.com/office/drawing/2014/main" id="{F6BA6B19-CA5B-4836-9EC3-6034EB311174}"/>
              </a:ext>
            </a:extLst>
          </p:cNvPr>
          <p:cNvSpPr>
            <a:spLocks xmlns:a="http://schemas.openxmlformats.org/drawingml/2006/main" noGrp="1"/>
          </p:cNvSpPr>
          <p:nvPr/>
        </p:nvSpPr>
        <p:spPr>
          <a:xfrm xmlns:a="http://schemas.openxmlformats.org/drawingml/2006/main">
            <a:off x="4524375" y="5010150"/>
            <a:ext cx="10858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0000"/>
          </a:bodyPr>
          <a:lstStyle xmlns:a="http://schemas.openxmlformats.org/drawingml/2006/main"/>
          <a:p xmlns:a="http://schemas.openxmlformats.org/drawingml/2006/main">
            <a:pPr algn="ctr">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KONFIGURIERBAR</a:t>
            </a:r>
          </a:p>
        </p:txBody>
      </p:sp>
      <p:sp>
        <p:nvSpPr>
          <p:cNvPr id="40" name="">
            <a:extLst xmlns:a="http://schemas.openxmlformats.org/drawingml/2006/main">
              <a:ext uri="{FF2B5EF4-FFF2-40B4-BE49-F238E27FC236}">
                <a16:creationId xmlns:a16="http://schemas.microsoft.com/office/drawing/2014/main" id="{7783CC80-E33F-4ACD-BA12-1DD16390D31A}"/>
              </a:ext>
            </a:extLst>
          </p:cNvPr>
          <p:cNvSpPr>
            <a:spLocks xmlns:a="http://schemas.openxmlformats.org/drawingml/2006/main" noGrp="1"/>
          </p:cNvSpPr>
          <p:nvPr/>
        </p:nvSpPr>
        <p:spPr>
          <a:xfrm xmlns:a="http://schemas.openxmlformats.org/drawingml/2006/main">
            <a:off x="4457700" y="53149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050" b="1">
                <a:solidFill>
                  <a:srgbClr val="111111"/>
                </a:solidFill>
                <a:latin typeface="Noto Sans JP Light"/>
                <a:ea typeface="Noto Sans JP Light"/>
                <a:cs typeface="Noto Sans JP Light"/>
              </a:defRPr>
            </a:pPr>
            <a:r>
              <a:rPr sz="1050" b="1">
                <a:solidFill>
                  <a:srgbClr val="111111"/>
                </a:solidFill>
                <a:latin typeface="Noto Sans JP Light"/>
                <a:ea typeface="Noto Sans JP Light"/>
                <a:cs typeface="Noto Sans JP Light"/>
              </a:rPr>
              <a:t>Adapter · externe Zeitsteuerung</a:t>
            </a:r>
          </a:p>
        </p:txBody>
      </p:sp>
      <p:sp>
        <p:nvSpPr>
          <p:cNvPr id="41" name="">
            <a:extLst xmlns:a="http://schemas.openxmlformats.org/drawingml/2006/main">
              <a:ext uri="{FF2B5EF4-FFF2-40B4-BE49-F238E27FC236}">
                <a16:creationId xmlns:a16="http://schemas.microsoft.com/office/drawing/2014/main" id="{24F2B1FA-D325-40B0-BAA1-6E26D01EBCDA}"/>
              </a:ext>
            </a:extLst>
          </p:cNvPr>
          <p:cNvSpPr>
            <a:spLocks xmlns:a="http://schemas.openxmlformats.org/drawingml/2006/main" noGrp="1"/>
          </p:cNvSpPr>
          <p:nvPr/>
        </p:nvSpPr>
        <p:spPr>
          <a:xfrm xmlns:a="http://schemas.openxmlformats.org/drawingml/2006/main">
            <a:off x="8153400" y="4819650"/>
            <a:ext cx="3581400" cy="1066800"/>
          </a:xfrm>
          <a:prstGeom xmlns:a="http://schemas.openxmlformats.org/drawingml/2006/main" prst="rect">
            <a:avLst/>
          </a:prstGeom>
          <a:solidFill xmlns:a="http://schemas.openxmlformats.org/drawingml/2006/main">
            <a:srgbClr val="111111"/>
          </a:solidFill>
          <a:ln xmlns:a="http://schemas.openxmlformats.org/drawingml/2006/main" w="9525">
            <a:solidFill>
              <a:srgbClr val="FFFFFF"/>
            </a:solidFill>
            <a:prstDash val="solid"/>
          </a:ln>
        </p:spPr>
      </p:sp>
      <p:sp>
        <p:nvSpPr>
          <p:cNvPr id="42" name="">
            <a:extLst xmlns:a="http://schemas.openxmlformats.org/drawingml/2006/main">
              <a:ext uri="{FF2B5EF4-FFF2-40B4-BE49-F238E27FC236}">
                <a16:creationId xmlns:a16="http://schemas.microsoft.com/office/drawing/2014/main" id="{169BE866-D9DD-4BD3-B04D-6987959AC6CF}"/>
              </a:ext>
            </a:extLst>
          </p:cNvPr>
          <p:cNvSpPr>
            <a:spLocks xmlns:a="http://schemas.openxmlformats.org/drawingml/2006/main" noGrp="1"/>
          </p:cNvSpPr>
          <p:nvPr/>
        </p:nvSpPr>
        <p:spPr>
          <a:xfrm xmlns:a="http://schemas.openxmlformats.org/drawingml/2006/main">
            <a:off x="8305800" y="4962525"/>
            <a:ext cx="819150" cy="238125"/>
          </a:xfrm>
          <a:prstGeom xmlns:a="http://schemas.openxmlformats.org/drawingml/2006/main" prst="rect">
            <a:avLst/>
          </a:prstGeom>
          <a:solidFill xmlns:a="http://schemas.openxmlformats.org/drawingml/2006/main">
            <a:srgbClr val="00CA55"/>
          </a:solidFill>
          <a:ln xmlns:a="http://schemas.openxmlformats.org/drawingml/2006/main" w="0">
            <a:solidFill>
              <a:srgbClr val="00CA55"/>
            </a:solidFill>
            <a:prstDash val="solid"/>
          </a:ln>
        </p:spPr>
      </p:sp>
      <p:sp>
        <p:nvSpPr>
          <p:cNvPr id="43" name="">
            <a:extLst xmlns:a="http://schemas.openxmlformats.org/drawingml/2006/main">
              <a:ext uri="{FF2B5EF4-FFF2-40B4-BE49-F238E27FC236}">
                <a16:creationId xmlns:a16="http://schemas.microsoft.com/office/drawing/2014/main" id="{0DB0782E-12D5-41FD-9BE6-6ED5E11E1590}"/>
              </a:ext>
            </a:extLst>
          </p:cNvPr>
          <p:cNvSpPr>
            <a:spLocks xmlns:a="http://schemas.openxmlformats.org/drawingml/2006/main" noGrp="1"/>
          </p:cNvSpPr>
          <p:nvPr/>
        </p:nvSpPr>
        <p:spPr>
          <a:xfrm xmlns:a="http://schemas.openxmlformats.org/drawingml/2006/main">
            <a:off x="8372475" y="5010150"/>
            <a:ext cx="6858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0000"/>
          </a:bodyPr>
          <a:lstStyle xmlns:a="http://schemas.openxmlformats.org/drawingml/2006/main"/>
          <a:p xmlns:a="http://schemas.openxmlformats.org/drawingml/2006/main">
            <a:pPr algn="ctr">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ROADMAP</a:t>
            </a:r>
          </a:p>
        </p:txBody>
      </p:sp>
      <p:sp>
        <p:nvSpPr>
          <p:cNvPr id="44" name="">
            <a:extLst xmlns:a="http://schemas.openxmlformats.org/drawingml/2006/main">
              <a:ext uri="{FF2B5EF4-FFF2-40B4-BE49-F238E27FC236}">
                <a16:creationId xmlns:a16="http://schemas.microsoft.com/office/drawing/2014/main" id="{432D3072-DAC1-4EB4-B07E-000D608C14DF}"/>
              </a:ext>
            </a:extLst>
          </p:cNvPr>
          <p:cNvSpPr>
            <a:spLocks xmlns:a="http://schemas.openxmlformats.org/drawingml/2006/main" noGrp="1"/>
          </p:cNvSpPr>
          <p:nvPr/>
        </p:nvSpPr>
        <p:spPr>
          <a:xfrm xmlns:a="http://schemas.openxmlformats.org/drawingml/2006/main">
            <a:off x="8305800" y="53149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975" b="1">
                <a:solidFill>
                  <a:srgbClr val="FFFFFF"/>
                </a:solidFill>
                <a:latin typeface="Noto Sans JP Light"/>
                <a:ea typeface="Noto Sans JP Light"/>
                <a:cs typeface="Noto Sans JP Light"/>
              </a:defRPr>
            </a:pPr>
            <a:r>
              <a:rPr sz="975" b="1">
                <a:solidFill>
                  <a:srgbClr val="FFFFFF"/>
                </a:solidFill>
                <a:latin typeface="Noto Sans JP Light"/>
                <a:ea typeface="Noto Sans JP Light"/>
                <a:cs typeface="Noto Sans JP Light"/>
              </a:rPr>
              <a:t>Native Pläne · universelle Tool-Nodes · Dauer-Loops</a:t>
            </a:r>
          </a:p>
        </p:txBody>
      </p:sp>
    </p:spTree>
    <p:extLst>
      <p:ext uri="{BB962C8B-B14F-4D97-AF65-F5344CB8AC3E}">
        <p14:creationId xmlns:p14="http://schemas.microsoft.com/office/powerpoint/2010/main" val="772162470"/>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4cc5ed8f1d144b8d"/>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0E96C0-BEB6-41B3-A189-D8483E49BA2C}"/>
              </a:ext>
            </a:extLst>
          </p:cNvPr>
          <p:cNvSpPr>
            <a:spLocks xmlns:a="http://schemas.openxmlformats.org/drawingml/2006/main" noGrp="1"/>
          </p:cNvSpPr>
          <p:nvPr/>
        </p:nvSpPr>
        <p:spPr>
          <a:xfrm xmlns:a="http://schemas.openxmlformats.org/drawingml/2006/main">
            <a:off x="0" y="0"/>
            <a:ext cx="4810125" cy="68580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1EAEC009-CCCD-4E2A-9D39-742DE4E9560B}"/>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ECHON · MARKET INTELLIGENCE</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62996def16484619"/>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BCBF6F6-0058-420C-B6A1-21055A5E4493}"/>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FFFFFF"/>
                </a:solidFill>
                <a:latin typeface="IBM Plex Mono"/>
                <a:ea typeface="IBM Plex Mono"/>
                <a:cs typeface="IBM Plex Mono"/>
              </a:defRPr>
            </a:pPr>
            <a:r>
              <a:rPr sz="675" b="0">
                <a:solidFill>
                  <a:srgbClr val="FFFFFF"/>
                </a:solidFill>
                <a:latin typeface="IBM Plex Mono"/>
                <a:ea typeface="IBM Plex Mono"/>
                <a:cs typeface="IBM Plex Mono"/>
              </a:rPr>
              <a:t>07</a:t>
            </a:r>
          </a:p>
        </p:txBody>
      </p:sp>
      <p:sp>
        <p:nvSpPr>
          <p:cNvPr id="6" name="">
            <a:extLst xmlns:a="http://schemas.openxmlformats.org/drawingml/2006/main">
              <a:ext uri="{FF2B5EF4-FFF2-40B4-BE49-F238E27FC236}">
                <a16:creationId xmlns:a16="http://schemas.microsoft.com/office/drawing/2014/main" id="{2F41D575-30A0-406B-93D2-D5BAB88572EF}"/>
              </a:ext>
            </a:extLst>
          </p:cNvPr>
          <p:cNvSpPr>
            <a:spLocks xmlns:a="http://schemas.openxmlformats.org/drawingml/2006/main" noGrp="1"/>
          </p:cNvSpPr>
          <p:nvPr/>
        </p:nvSpPr>
        <p:spPr>
          <a:xfrm xmlns:a="http://schemas.openxmlformats.org/drawingml/2006/main">
            <a:off x="457200" y="876300"/>
            <a:ext cx="4476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850" b="1">
                <a:solidFill>
                  <a:srgbClr val="FFFFFF"/>
                </a:solidFill>
                <a:latin typeface="Noto Sans JP"/>
                <a:ea typeface="Noto Sans JP"/>
                <a:cs typeface="Noto Sans JP"/>
              </a:defRPr>
            </a:pPr>
            <a:r>
              <a:rPr sz="2850" b="1">
                <a:solidFill>
                  <a:srgbClr val="FFFFFF"/>
                </a:solidFill>
                <a:latin typeface="Noto Sans JP"/>
                <a:ea typeface="Noto Sans JP"/>
                <a:cs typeface="Noto Sans JP"/>
              </a:rPr>
              <a:t>Aus Marktbewegungen werden Entscheidungen.</a:t>
            </a:r>
          </a:p>
        </p:txBody>
      </p:sp>
      <p:sp>
        <p:nvSpPr>
          <p:cNvPr id="7" name="">
            <a:extLst xmlns:a="http://schemas.openxmlformats.org/drawingml/2006/main">
              <a:ext uri="{FF2B5EF4-FFF2-40B4-BE49-F238E27FC236}">
                <a16:creationId xmlns:a16="http://schemas.microsoft.com/office/drawing/2014/main" id="{1BEA8820-22E5-4D53-AC69-5A8D313593EB}"/>
              </a:ext>
            </a:extLst>
          </p:cNvPr>
          <p:cNvSpPr>
            <a:spLocks xmlns:a="http://schemas.openxmlformats.org/drawingml/2006/main" noGrp="1"/>
          </p:cNvSpPr>
          <p:nvPr/>
        </p:nvSpPr>
        <p:spPr>
          <a:xfrm xmlns:a="http://schemas.openxmlformats.org/drawingml/2006/main">
            <a:off x="457200" y="2133600"/>
            <a:ext cx="3905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a:solidFill>
                  <a:srgbClr val="FFFFFF"/>
                </a:solidFill>
                <a:latin typeface="Noto Sans JP Light"/>
                <a:ea typeface="Noto Sans JP Light"/>
                <a:cs typeface="Noto Sans JP Light"/>
              </a:defRPr>
            </a:pPr>
            <a:r>
              <a:rPr sz="1275" b="1">
                <a:solidFill>
                  <a:srgbClr val="FFFFFF"/>
                </a:solidFill>
                <a:latin typeface="Noto Sans JP Light"/>
                <a:ea typeface="Noto Sans JP Light"/>
                <a:cs typeface="Noto Sans JP Light"/>
              </a:rPr>
              <a:t>ECHON verdichtet Markt- und Pressesignale zu Watchlists, Szenarien und zitierbaren Research Briefings.</a:t>
            </a:r>
          </a:p>
        </p:txBody>
      </p:sp>
      <p:sp>
        <p:nvSpPr>
          <p:cNvPr id="8" name="">
            <a:extLst xmlns:a="http://schemas.openxmlformats.org/drawingml/2006/main">
              <a:ext uri="{FF2B5EF4-FFF2-40B4-BE49-F238E27FC236}">
                <a16:creationId xmlns:a16="http://schemas.microsoft.com/office/drawing/2014/main" id="{BBB7065A-570B-482E-93A3-A6CFC19B1F8C}"/>
              </a:ext>
            </a:extLst>
          </p:cNvPr>
          <p:cNvSpPr>
            <a:spLocks xmlns:a="http://schemas.openxmlformats.org/drawingml/2006/main" noGrp="1"/>
          </p:cNvSpPr>
          <p:nvPr/>
        </p:nvSpPr>
        <p:spPr>
          <a:xfrm xmlns:a="http://schemas.openxmlformats.org/drawingml/2006/main">
            <a:off x="457200" y="3314700"/>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00CA55"/>
                </a:solidFill>
                <a:latin typeface="IBM Plex Mono"/>
                <a:ea typeface="IBM Plex Mono"/>
                <a:cs typeface="IBM Plex Mono"/>
              </a:defRPr>
            </a:pPr>
            <a:r>
              <a:rPr sz="675" b="1">
                <a:solidFill>
                  <a:srgbClr val="00CA55"/>
                </a:solidFill>
                <a:latin typeface="IBM Plex Mono"/>
                <a:ea typeface="IBM Plex Mono"/>
                <a:cs typeface="IBM Plex Mono"/>
              </a:rPr>
              <a:t>01</a:t>
            </a:r>
          </a:p>
        </p:txBody>
      </p:sp>
      <p:sp>
        <p:nvSpPr>
          <p:cNvPr id="9" name="">
            <a:extLst xmlns:a="http://schemas.openxmlformats.org/drawingml/2006/main">
              <a:ext uri="{FF2B5EF4-FFF2-40B4-BE49-F238E27FC236}">
                <a16:creationId xmlns:a16="http://schemas.microsoft.com/office/drawing/2014/main" id="{DDE15E7F-DA92-4D13-860C-378C43DFB3B9}"/>
              </a:ext>
            </a:extLst>
          </p:cNvPr>
          <p:cNvSpPr>
            <a:spLocks xmlns:a="http://schemas.openxmlformats.org/drawingml/2006/main" noGrp="1"/>
          </p:cNvSpPr>
          <p:nvPr/>
        </p:nvSpPr>
        <p:spPr>
          <a:xfrm xmlns:a="http://schemas.openxmlformats.org/drawingml/2006/main">
            <a:off x="838200" y="32766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FFFFFF"/>
                </a:solidFill>
                <a:latin typeface="IBM Plex Mono"/>
                <a:ea typeface="IBM Plex Mono"/>
                <a:cs typeface="IBM Plex Mono"/>
              </a:defRPr>
            </a:pPr>
            <a:r>
              <a:rPr sz="1050" b="1">
                <a:solidFill>
                  <a:srgbClr val="FFFFFF"/>
                </a:solidFill>
                <a:latin typeface="IBM Plex Mono"/>
                <a:ea typeface="IBM Plex Mono"/>
                <a:cs typeface="IBM Plex Mono"/>
              </a:rPr>
              <a:t>BEOBACHTEN</a:t>
            </a:r>
          </a:p>
        </p:txBody>
      </p:sp>
      <p:sp>
        <p:nvSpPr>
          <p:cNvPr id="10" name="">
            <a:extLst xmlns:a="http://schemas.openxmlformats.org/drawingml/2006/main">
              <a:ext uri="{FF2B5EF4-FFF2-40B4-BE49-F238E27FC236}">
                <a16:creationId xmlns:a16="http://schemas.microsoft.com/office/drawing/2014/main" id="{1EA31AF5-A863-4C27-95F4-BC8AE4A3BCB7}"/>
              </a:ext>
            </a:extLst>
          </p:cNvPr>
          <p:cNvSpPr>
            <a:spLocks xmlns:a="http://schemas.openxmlformats.org/drawingml/2006/main" noGrp="1"/>
          </p:cNvSpPr>
          <p:nvPr/>
        </p:nvSpPr>
        <p:spPr>
          <a:xfrm xmlns:a="http://schemas.openxmlformats.org/drawingml/2006/main">
            <a:off x="457200" y="3714750"/>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00CA55"/>
                </a:solidFill>
                <a:latin typeface="IBM Plex Mono"/>
                <a:ea typeface="IBM Plex Mono"/>
                <a:cs typeface="IBM Plex Mono"/>
              </a:defRPr>
            </a:pPr>
            <a:r>
              <a:rPr sz="675" b="1">
                <a:solidFill>
                  <a:srgbClr val="00CA55"/>
                </a:solidFill>
                <a:latin typeface="IBM Plex Mono"/>
                <a:ea typeface="IBM Plex Mono"/>
                <a:cs typeface="IBM Plex Mono"/>
              </a:rPr>
              <a:t>02</a:t>
            </a:r>
          </a:p>
        </p:txBody>
      </p:sp>
      <p:sp>
        <p:nvSpPr>
          <p:cNvPr id="11" name="">
            <a:extLst xmlns:a="http://schemas.openxmlformats.org/drawingml/2006/main">
              <a:ext uri="{FF2B5EF4-FFF2-40B4-BE49-F238E27FC236}">
                <a16:creationId xmlns:a16="http://schemas.microsoft.com/office/drawing/2014/main" id="{E25D4270-590B-43A3-A51C-974DA63A6146}"/>
              </a:ext>
            </a:extLst>
          </p:cNvPr>
          <p:cNvSpPr>
            <a:spLocks xmlns:a="http://schemas.openxmlformats.org/drawingml/2006/main" noGrp="1"/>
          </p:cNvSpPr>
          <p:nvPr/>
        </p:nvSpPr>
        <p:spPr>
          <a:xfrm xmlns:a="http://schemas.openxmlformats.org/drawingml/2006/main">
            <a:off x="838200" y="36766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FFFFFF"/>
                </a:solidFill>
                <a:latin typeface="IBM Plex Mono"/>
                <a:ea typeface="IBM Plex Mono"/>
                <a:cs typeface="IBM Plex Mono"/>
              </a:defRPr>
            </a:pPr>
            <a:r>
              <a:rPr sz="1050" b="1">
                <a:solidFill>
                  <a:srgbClr val="FFFFFF"/>
                </a:solidFill>
                <a:latin typeface="IBM Plex Mono"/>
                <a:ea typeface="IBM Plex Mono"/>
                <a:cs typeface="IBM Plex Mono"/>
              </a:rPr>
              <a:t>VERDICHTEN</a:t>
            </a:r>
          </a:p>
        </p:txBody>
      </p:sp>
      <p:sp>
        <p:nvSpPr>
          <p:cNvPr id="12" name="">
            <a:extLst xmlns:a="http://schemas.openxmlformats.org/drawingml/2006/main">
              <a:ext uri="{FF2B5EF4-FFF2-40B4-BE49-F238E27FC236}">
                <a16:creationId xmlns:a16="http://schemas.microsoft.com/office/drawing/2014/main" id="{FF7D7035-AAB8-4EA4-9495-08E45903937E}"/>
              </a:ext>
            </a:extLst>
          </p:cNvPr>
          <p:cNvSpPr>
            <a:spLocks xmlns:a="http://schemas.openxmlformats.org/drawingml/2006/main" noGrp="1"/>
          </p:cNvSpPr>
          <p:nvPr/>
        </p:nvSpPr>
        <p:spPr>
          <a:xfrm xmlns:a="http://schemas.openxmlformats.org/drawingml/2006/main">
            <a:off x="457200" y="4114800"/>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00CA55"/>
                </a:solidFill>
                <a:latin typeface="IBM Plex Mono"/>
                <a:ea typeface="IBM Plex Mono"/>
                <a:cs typeface="IBM Plex Mono"/>
              </a:defRPr>
            </a:pPr>
            <a:r>
              <a:rPr sz="675" b="1">
                <a:solidFill>
                  <a:srgbClr val="00CA55"/>
                </a:solidFill>
                <a:latin typeface="IBM Plex Mono"/>
                <a:ea typeface="IBM Plex Mono"/>
                <a:cs typeface="IBM Plex Mono"/>
              </a:rPr>
              <a:t>03</a:t>
            </a:r>
          </a:p>
        </p:txBody>
      </p:sp>
      <p:sp>
        <p:nvSpPr>
          <p:cNvPr id="13" name="">
            <a:extLst xmlns:a="http://schemas.openxmlformats.org/drawingml/2006/main">
              <a:ext uri="{FF2B5EF4-FFF2-40B4-BE49-F238E27FC236}">
                <a16:creationId xmlns:a16="http://schemas.microsoft.com/office/drawing/2014/main" id="{16AEB921-6824-4807-A202-97247B39CF4F}"/>
              </a:ext>
            </a:extLst>
          </p:cNvPr>
          <p:cNvSpPr>
            <a:spLocks xmlns:a="http://schemas.openxmlformats.org/drawingml/2006/main" noGrp="1"/>
          </p:cNvSpPr>
          <p:nvPr/>
        </p:nvSpPr>
        <p:spPr>
          <a:xfrm xmlns:a="http://schemas.openxmlformats.org/drawingml/2006/main">
            <a:off x="838200" y="40767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FFFFFF"/>
                </a:solidFill>
                <a:latin typeface="IBM Plex Mono"/>
                <a:ea typeface="IBM Plex Mono"/>
                <a:cs typeface="IBM Plex Mono"/>
              </a:defRPr>
            </a:pPr>
            <a:r>
              <a:rPr sz="1050" b="1">
                <a:solidFill>
                  <a:srgbClr val="FFFFFF"/>
                </a:solidFill>
                <a:latin typeface="IBM Plex Mono"/>
                <a:ea typeface="IBM Plex Mono"/>
                <a:cs typeface="IBM Plex Mono"/>
              </a:rPr>
              <a:t>PRIORISIEREN</a:t>
            </a:r>
          </a:p>
        </p:txBody>
      </p:sp>
      <p:sp>
        <p:nvSpPr>
          <p:cNvPr id="14" name="">
            <a:extLst xmlns:a="http://schemas.openxmlformats.org/drawingml/2006/main">
              <a:ext uri="{FF2B5EF4-FFF2-40B4-BE49-F238E27FC236}">
                <a16:creationId xmlns:a16="http://schemas.microsoft.com/office/drawing/2014/main" id="{F42D2365-9F11-496C-8DF3-4C57AFD9224A}"/>
              </a:ext>
            </a:extLst>
          </p:cNvPr>
          <p:cNvSpPr>
            <a:spLocks xmlns:a="http://schemas.openxmlformats.org/drawingml/2006/main" noGrp="1"/>
          </p:cNvSpPr>
          <p:nvPr/>
        </p:nvSpPr>
        <p:spPr>
          <a:xfrm xmlns:a="http://schemas.openxmlformats.org/drawingml/2006/main">
            <a:off x="457200" y="4514850"/>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00CA55"/>
                </a:solidFill>
                <a:latin typeface="IBM Plex Mono"/>
                <a:ea typeface="IBM Plex Mono"/>
                <a:cs typeface="IBM Plex Mono"/>
              </a:defRPr>
            </a:pPr>
            <a:r>
              <a:rPr sz="675" b="1">
                <a:solidFill>
                  <a:srgbClr val="00CA55"/>
                </a:solidFill>
                <a:latin typeface="IBM Plex Mono"/>
                <a:ea typeface="IBM Plex Mono"/>
                <a:cs typeface="IBM Plex Mono"/>
              </a:rPr>
              <a:t>04</a:t>
            </a:r>
          </a:p>
        </p:txBody>
      </p:sp>
      <p:sp>
        <p:nvSpPr>
          <p:cNvPr id="15" name="">
            <a:extLst xmlns:a="http://schemas.openxmlformats.org/drawingml/2006/main">
              <a:ext uri="{FF2B5EF4-FFF2-40B4-BE49-F238E27FC236}">
                <a16:creationId xmlns:a16="http://schemas.microsoft.com/office/drawing/2014/main" id="{3429F341-B9B3-40D4-B824-649745279E33}"/>
              </a:ext>
            </a:extLst>
          </p:cNvPr>
          <p:cNvSpPr>
            <a:spLocks xmlns:a="http://schemas.openxmlformats.org/drawingml/2006/main" noGrp="1"/>
          </p:cNvSpPr>
          <p:nvPr/>
        </p:nvSpPr>
        <p:spPr>
          <a:xfrm xmlns:a="http://schemas.openxmlformats.org/drawingml/2006/main">
            <a:off x="838200" y="44767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FFFFFF"/>
                </a:solidFill>
                <a:latin typeface="IBM Plex Mono"/>
                <a:ea typeface="IBM Plex Mono"/>
                <a:cs typeface="IBM Plex Mono"/>
              </a:defRPr>
            </a:pPr>
            <a:r>
              <a:rPr sz="1050" b="1">
                <a:solidFill>
                  <a:srgbClr val="FFFFFF"/>
                </a:solidFill>
                <a:latin typeface="IBM Plex Mono"/>
                <a:ea typeface="IBM Plex Mono"/>
                <a:cs typeface="IBM Plex Mono"/>
              </a:rPr>
              <a:t>BRIEFEN</a:t>
            </a:r>
          </a:p>
        </p:txBody>
      </p:sp>
      <p:sp>
        <p:nvSpPr>
          <p:cNvPr id="16" name="">
            <a:extLst xmlns:a="http://schemas.openxmlformats.org/drawingml/2006/main">
              <a:ext uri="{FF2B5EF4-FFF2-40B4-BE49-F238E27FC236}">
                <a16:creationId xmlns:a16="http://schemas.microsoft.com/office/drawing/2014/main" id="{377DBC8C-EED9-4458-A173-033D0EBC405D}"/>
              </a:ext>
            </a:extLst>
          </p:cNvPr>
          <p:cNvSpPr>
            <a:spLocks xmlns:a="http://schemas.openxmlformats.org/drawingml/2006/main" noGrp="1"/>
          </p:cNvSpPr>
          <p:nvPr/>
        </p:nvSpPr>
        <p:spPr>
          <a:xfrm xmlns:a="http://schemas.openxmlformats.org/drawingml/2006/main">
            <a:off x="457200" y="5086350"/>
            <a:ext cx="3333750" cy="6667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7" name="">
            <a:extLst xmlns:a="http://schemas.openxmlformats.org/drawingml/2006/main">
              <a:ext uri="{FF2B5EF4-FFF2-40B4-BE49-F238E27FC236}">
                <a16:creationId xmlns:a16="http://schemas.microsoft.com/office/drawing/2014/main" id="{55A0E6FE-844D-419F-B60B-0AF4ED8ED86C}"/>
              </a:ext>
            </a:extLst>
          </p:cNvPr>
          <p:cNvSpPr>
            <a:spLocks xmlns:a="http://schemas.openxmlformats.org/drawingml/2006/main" noGrp="1"/>
          </p:cNvSpPr>
          <p:nvPr/>
        </p:nvSpPr>
        <p:spPr>
          <a:xfrm xmlns:a="http://schemas.openxmlformats.org/drawingml/2006/main">
            <a:off x="609600" y="52197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l">
              <a:buNone/>
              <a:defRPr sz="1125" b="1">
                <a:solidFill>
                  <a:srgbClr val="111111"/>
                </a:solidFill>
                <a:latin typeface="Noto Sans JP"/>
                <a:ea typeface="Noto Sans JP"/>
                <a:cs typeface="Noto Sans JP"/>
              </a:defRPr>
            </a:pPr>
            <a:r>
              <a:rPr sz="1125" b="1">
                <a:solidFill>
                  <a:srgbClr val="111111"/>
                </a:solidFill>
                <a:latin typeface="Noto Sans JP"/>
                <a:ea typeface="Noto Sans JP"/>
                <a:cs typeface="Noto Sans JP"/>
              </a:rPr>
              <a:t>RESEARCH BRIEF</a:t>
            </a:r>
          </a:p>
        </p:txBody>
      </p:sp>
      <p:sp>
        <p:nvSpPr>
          <p:cNvPr id="18" name="">
            <a:extLst xmlns:a="http://schemas.openxmlformats.org/drawingml/2006/main">
              <a:ext uri="{FF2B5EF4-FFF2-40B4-BE49-F238E27FC236}">
                <a16:creationId xmlns:a16="http://schemas.microsoft.com/office/drawing/2014/main" id="{40BC803C-D49E-49DE-909D-090DFDB36638}"/>
              </a:ext>
            </a:extLst>
          </p:cNvPr>
          <p:cNvSpPr>
            <a:spLocks xmlns:a="http://schemas.openxmlformats.org/drawingml/2006/main" noGrp="1"/>
          </p:cNvSpPr>
          <p:nvPr/>
        </p:nvSpPr>
        <p:spPr>
          <a:xfrm xmlns:a="http://schemas.openxmlformats.org/drawingml/2006/main">
            <a:off x="609600" y="54673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333"/>
          </a:bodyPr>
          <a:lstStyle xmlns:a="http://schemas.openxmlformats.org/drawingml/2006/main"/>
          <a:p xmlns:a="http://schemas.openxmlformats.org/drawingml/2006/main">
            <a:pPr algn="l">
              <a:buNone/>
              <a:defRPr sz="750" b="1">
                <a:solidFill>
                  <a:srgbClr val="686868"/>
                </a:solidFill>
                <a:latin typeface="IBM Plex Mono"/>
                <a:ea typeface="IBM Plex Mono"/>
                <a:cs typeface="IBM Plex Mono"/>
              </a:defRPr>
            </a:pPr>
            <a:r>
              <a:rPr sz="750" b="1">
                <a:solidFill>
                  <a:srgbClr val="686868"/>
                </a:solidFill>
                <a:latin typeface="IBM Plex Mono"/>
                <a:ea typeface="IBM Plex Mono"/>
                <a:cs typeface="IBM Plex Mono"/>
              </a:rPr>
              <a:t>Priorität · Szenario · Quellen</a:t>
            </a:r>
          </a:p>
        </p:txBody>
      </p:sp>
      <p:sp>
        <p:nvSpPr>
          <p:cNvPr id="19" name="">
            <a:extLst xmlns:a="http://schemas.openxmlformats.org/drawingml/2006/main">
              <a:ext uri="{FF2B5EF4-FFF2-40B4-BE49-F238E27FC236}">
                <a16:creationId xmlns:a16="http://schemas.microsoft.com/office/drawing/2014/main" id="{AC442446-C6EF-420B-BE81-E8A379918128}"/>
              </a:ext>
            </a:extLst>
          </p:cNvPr>
          <p:cNvSpPr>
            <a:spLocks xmlns:a="http://schemas.openxmlformats.org/drawingml/2006/main" noGrp="1"/>
          </p:cNvSpPr>
          <p:nvPr/>
        </p:nvSpPr>
        <p:spPr>
          <a:xfrm xmlns:a="http://schemas.openxmlformats.org/drawingml/2006/main">
            <a:off x="457200" y="5981700"/>
            <a:ext cx="3143250" cy="19050"/>
          </a:xfrm>
          <a:prstGeom xmlns:a="http://schemas.openxmlformats.org/drawingml/2006/main" prst="rect">
            <a:avLst/>
          </a:prstGeom>
          <a:solidFill xmlns:a="http://schemas.openxmlformats.org/drawingml/2006/main">
            <a:srgbClr val="00CA55"/>
          </a:solidFill>
          <a:ln xmlns:a="http://schemas.openxmlformats.org/drawingml/2006/main" w="0">
            <a:solidFill>
              <a:srgbClr val="00CA55"/>
            </a:solidFill>
            <a:prstDash val="solid"/>
          </a:ln>
        </p:spPr>
      </p:sp>
      <p:sp>
        <p:nvSpPr>
          <p:cNvPr id="20" name="">
            <a:extLst xmlns:a="http://schemas.openxmlformats.org/drawingml/2006/main">
              <a:ext uri="{FF2B5EF4-FFF2-40B4-BE49-F238E27FC236}">
                <a16:creationId xmlns:a16="http://schemas.microsoft.com/office/drawing/2014/main" id="{0B00EAAA-B28C-4441-82B3-E42AA0BA75B1}"/>
              </a:ext>
            </a:extLst>
          </p:cNvPr>
          <p:cNvSpPr>
            <a:spLocks xmlns:a="http://schemas.openxmlformats.org/drawingml/2006/main" noGrp="1"/>
          </p:cNvSpPr>
          <p:nvPr/>
        </p:nvSpPr>
        <p:spPr>
          <a:xfrm xmlns:a="http://schemas.openxmlformats.org/drawingml/2006/main">
            <a:off x="457200" y="6076950"/>
            <a:ext cx="3143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1">
                <a:solidFill>
                  <a:srgbClr val="00CA55"/>
                </a:solidFill>
                <a:latin typeface="IBM Plex Mono"/>
                <a:ea typeface="IBM Plex Mono"/>
                <a:cs typeface="IBM Plex Mono"/>
              </a:defRPr>
            </a:pPr>
            <a:r>
              <a:rPr sz="675" b="1">
                <a:solidFill>
                  <a:srgbClr val="00CA55"/>
                </a:solidFill>
                <a:latin typeface="IBM Plex Mono"/>
                <a:ea typeface="IBM Plex Mono"/>
                <a:cs typeface="IBM Plex Mono"/>
              </a:rPr>
              <a:t>PRODUKTNAH</a:t>
            </a:r>
          </a:p>
        </p:txBody>
      </p:sp>
      <p:sp>
        <p:nvSpPr>
          <p:cNvPr id="21" name="">
            <a:extLst xmlns:a="http://schemas.openxmlformats.org/drawingml/2006/main">
              <a:ext uri="{FF2B5EF4-FFF2-40B4-BE49-F238E27FC236}">
                <a16:creationId xmlns:a16="http://schemas.microsoft.com/office/drawing/2014/main" id="{B952B048-C576-4A1C-B74A-065B4ABA4DB0}"/>
              </a:ext>
            </a:extLst>
          </p:cNvPr>
          <p:cNvSpPr>
            <a:spLocks xmlns:a="http://schemas.openxmlformats.org/drawingml/2006/main" noGrp="1"/>
          </p:cNvSpPr>
          <p:nvPr/>
        </p:nvSpPr>
        <p:spPr>
          <a:xfrm xmlns:a="http://schemas.openxmlformats.org/drawingml/2006/main">
            <a:off x="457200" y="626745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FFFFFF"/>
                </a:solidFill>
                <a:latin typeface="Noto Sans JP Light"/>
                <a:ea typeface="Noto Sans JP Light"/>
                <a:cs typeface="Noto Sans JP Light"/>
              </a:defRPr>
            </a:pPr>
            <a:r>
              <a:rPr sz="1125" b="1">
                <a:solidFill>
                  <a:srgbClr val="FFFFFF"/>
                </a:solidFill>
                <a:latin typeface="Noto Sans JP Light"/>
                <a:ea typeface="Noto Sans JP Light"/>
                <a:cs typeface="Noto Sans JP Light"/>
              </a:rPr>
              <a:t>Signale · Quellen · Briefings</a:t>
            </a:r>
          </a:p>
        </p:txBody>
      </p:sp>
    </p:spTree>
    <p:extLst>
      <p:ext uri="{BB962C8B-B14F-4D97-AF65-F5344CB8AC3E}">
        <p14:creationId xmlns:p14="http://schemas.microsoft.com/office/powerpoint/2010/main" val="23739753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c0397273579b49f8"/>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767B3EC-B67C-436A-AEB7-4FCF60BAADB8}"/>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AUDION · PERSONA INTELLIGENCE</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4726a22fa2a94f17"/>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0C10F43-190B-4025-8090-E014AB4A24E4}"/>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686868"/>
                </a:solidFill>
                <a:latin typeface="IBM Plex Mono"/>
                <a:ea typeface="IBM Plex Mono"/>
                <a:cs typeface="IBM Plex Mono"/>
              </a:defRPr>
            </a:pPr>
            <a:r>
              <a:rPr sz="675" b="0">
                <a:solidFill>
                  <a:srgbClr val="686868"/>
                </a:solidFill>
                <a:latin typeface="IBM Plex Mono"/>
                <a:ea typeface="IBM Plex Mono"/>
                <a:cs typeface="IBM Plex Mono"/>
              </a:rPr>
              <a:t>08</a:t>
            </a:r>
          </a:p>
        </p:txBody>
      </p:sp>
      <p:sp>
        <p:nvSpPr>
          <p:cNvPr id="5" name="">
            <a:extLst xmlns:a="http://schemas.openxmlformats.org/drawingml/2006/main">
              <a:ext uri="{FF2B5EF4-FFF2-40B4-BE49-F238E27FC236}">
                <a16:creationId xmlns:a16="http://schemas.microsoft.com/office/drawing/2014/main" id="{7DD8AD0F-9652-4FDD-83BD-39C4E15FD836}"/>
              </a:ext>
            </a:extLst>
          </p:cNvPr>
          <p:cNvSpPr>
            <a:spLocks xmlns:a="http://schemas.openxmlformats.org/drawingml/2006/main" noGrp="1"/>
          </p:cNvSpPr>
          <p:nvPr/>
        </p:nvSpPr>
        <p:spPr>
          <a:xfrm xmlns:a="http://schemas.openxmlformats.org/drawingml/2006/main">
            <a:off x="457200" y="838200"/>
            <a:ext cx="4953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850" b="1">
                <a:solidFill>
                  <a:srgbClr val="111111"/>
                </a:solidFill>
                <a:latin typeface="Noto Sans JP"/>
                <a:ea typeface="Noto Sans JP"/>
                <a:cs typeface="Noto Sans JP"/>
              </a:defRPr>
            </a:pPr>
            <a:r>
              <a:rPr sz="2850" b="1">
                <a:solidFill>
                  <a:srgbClr val="111111"/>
                </a:solidFill>
                <a:latin typeface="Noto Sans JP"/>
                <a:ea typeface="Noto Sans JP"/>
                <a:cs typeface="Noto Sans JP"/>
              </a:rPr>
              <a:t>Zielgruppenwissen wird zum Gesprächspartner.</a:t>
            </a:r>
          </a:p>
        </p:txBody>
      </p:sp>
      <p:sp>
        <p:nvSpPr>
          <p:cNvPr id="6" name="">
            <a:extLst xmlns:a="http://schemas.openxmlformats.org/drawingml/2006/main">
              <a:ext uri="{FF2B5EF4-FFF2-40B4-BE49-F238E27FC236}">
                <a16:creationId xmlns:a16="http://schemas.microsoft.com/office/drawing/2014/main" id="{53DECF69-4201-4A79-A666-4B4E387E89DE}"/>
              </a:ext>
            </a:extLst>
          </p:cNvPr>
          <p:cNvSpPr>
            <a:spLocks xmlns:a="http://schemas.openxmlformats.org/drawingml/2006/main" noGrp="1"/>
          </p:cNvSpPr>
          <p:nvPr/>
        </p:nvSpPr>
        <p:spPr>
          <a:xfrm xmlns:a="http://schemas.openxmlformats.org/drawingml/2006/main">
            <a:off x="457200" y="2038350"/>
            <a:ext cx="457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a:solidFill>
                  <a:srgbClr val="111111"/>
                </a:solidFill>
                <a:latin typeface="Noto Sans JP Light"/>
                <a:ea typeface="Noto Sans JP Light"/>
                <a:cs typeface="Noto Sans JP Light"/>
              </a:defRPr>
            </a:pPr>
            <a:r>
              <a:rPr sz="1275" b="1">
                <a:solidFill>
                  <a:srgbClr val="111111"/>
                </a:solidFill>
                <a:latin typeface="Noto Sans JP Light"/>
                <a:ea typeface="Noto Sans JP Light"/>
                <a:cs typeface="Noto Sans JP Light"/>
              </a:rPr>
              <a:t>MaFo und Quellen werden zu research-basierten Personas – für konkrete Fragen, Ideenchecks und Zielgruppenkontext in der gesamten Suite.</a:t>
            </a:r>
          </a:p>
        </p:txBody>
      </p:sp>
      <p:sp>
        <p:nvSpPr>
          <p:cNvPr id="7" name="">
            <a:extLst xmlns:a="http://schemas.openxmlformats.org/drawingml/2006/main">
              <a:ext uri="{FF2B5EF4-FFF2-40B4-BE49-F238E27FC236}">
                <a16:creationId xmlns:a16="http://schemas.microsoft.com/office/drawing/2014/main" id="{C827550C-B558-4737-98C5-3B605ABFB1F1}"/>
              </a:ext>
            </a:extLst>
          </p:cNvPr>
          <p:cNvSpPr>
            <a:spLocks xmlns:a="http://schemas.openxmlformats.org/drawingml/2006/main" noGrp="1"/>
          </p:cNvSpPr>
          <p:nvPr/>
        </p:nvSpPr>
        <p:spPr>
          <a:xfrm xmlns:a="http://schemas.openxmlformats.org/drawingml/2006/main">
            <a:off x="457200" y="3295650"/>
            <a:ext cx="1238250" cy="238125"/>
          </a:xfrm>
          <a:prstGeom xmlns:a="http://schemas.openxmlformats.org/drawingml/2006/main" prst="rect">
            <a:avLst/>
          </a:prstGeom>
          <a:solidFill xmlns:a="http://schemas.openxmlformats.org/drawingml/2006/main">
            <a:srgbClr val="F256B6"/>
          </a:solidFill>
          <a:ln xmlns:a="http://schemas.openxmlformats.org/drawingml/2006/main" w="0">
            <a:solidFill>
              <a:srgbClr val="F256B6"/>
            </a:solidFill>
            <a:prstDash val="solid"/>
          </a:ln>
        </p:spPr>
      </p:sp>
      <p:sp>
        <p:nvSpPr>
          <p:cNvPr id="8" name="">
            <a:extLst xmlns:a="http://schemas.openxmlformats.org/drawingml/2006/main">
              <a:ext uri="{FF2B5EF4-FFF2-40B4-BE49-F238E27FC236}">
                <a16:creationId xmlns:a16="http://schemas.microsoft.com/office/drawing/2014/main" id="{D419CCF1-D2D8-4279-B4D2-C15D248A4FBF}"/>
              </a:ext>
            </a:extLst>
          </p:cNvPr>
          <p:cNvSpPr>
            <a:spLocks xmlns:a="http://schemas.openxmlformats.org/drawingml/2006/main" noGrp="1"/>
          </p:cNvSpPr>
          <p:nvPr/>
        </p:nvSpPr>
        <p:spPr>
          <a:xfrm xmlns:a="http://schemas.openxmlformats.org/drawingml/2006/main">
            <a:off x="523875" y="3343275"/>
            <a:ext cx="11049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0000"/>
          </a:bodyPr>
          <a:lstStyle xmlns:a="http://schemas.openxmlformats.org/drawingml/2006/main"/>
          <a:p xmlns:a="http://schemas.openxmlformats.org/drawingml/2006/main">
            <a:pPr algn="ctr">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TEXT · HEUTE</a:t>
            </a:r>
          </a:p>
        </p:txBody>
      </p:sp>
      <p:sp>
        <p:nvSpPr>
          <p:cNvPr id="9" name="">
            <a:extLst xmlns:a="http://schemas.openxmlformats.org/drawingml/2006/main">
              <a:ext uri="{FF2B5EF4-FFF2-40B4-BE49-F238E27FC236}">
                <a16:creationId xmlns:a16="http://schemas.microsoft.com/office/drawing/2014/main" id="{A515BBA0-8861-4AF0-8641-E6F203318C1A}"/>
              </a:ext>
            </a:extLst>
          </p:cNvPr>
          <p:cNvSpPr>
            <a:spLocks xmlns:a="http://schemas.openxmlformats.org/drawingml/2006/main" noGrp="1"/>
          </p:cNvSpPr>
          <p:nvPr/>
        </p:nvSpPr>
        <p:spPr>
          <a:xfrm xmlns:a="http://schemas.openxmlformats.org/drawingml/2006/main">
            <a:off x="1790700" y="3295650"/>
            <a:ext cx="1752600" cy="238125"/>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3D033771-2967-421D-9D17-91E1D6A901C4}"/>
              </a:ext>
            </a:extLst>
          </p:cNvPr>
          <p:cNvSpPr>
            <a:spLocks xmlns:a="http://schemas.openxmlformats.org/drawingml/2006/main" noGrp="1"/>
          </p:cNvSpPr>
          <p:nvPr/>
        </p:nvSpPr>
        <p:spPr>
          <a:xfrm xmlns:a="http://schemas.openxmlformats.org/drawingml/2006/main">
            <a:off x="1857375" y="3343275"/>
            <a:ext cx="16192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0000"/>
          </a:bodyPr>
          <a:lstStyle xmlns:a="http://schemas.openxmlformats.org/drawingml/2006/main"/>
          <a:p xmlns:a="http://schemas.openxmlformats.org/drawingml/2006/main">
            <a:pPr algn="ctr">
              <a:buNone/>
              <a:defRPr sz="675" b="1">
                <a:solidFill>
                  <a:srgbClr val="FFFFFF"/>
                </a:solidFill>
                <a:latin typeface="IBM Plex Mono"/>
                <a:ea typeface="IBM Plex Mono"/>
                <a:cs typeface="IBM Plex Mono"/>
              </a:defRPr>
            </a:pPr>
            <a:r>
              <a:rPr sz="675" b="1">
                <a:solidFill>
                  <a:srgbClr val="FFFFFF"/>
                </a:solidFill>
                <a:latin typeface="IBM Plex Mono"/>
                <a:ea typeface="IBM Plex Mono"/>
                <a:cs typeface="IBM Plex Mono"/>
              </a:rPr>
              <a:t>VIDEO · KONFIGURIERT</a:t>
            </a:r>
          </a:p>
        </p:txBody>
      </p:sp>
      <p:sp>
        <p:nvSpPr>
          <p:cNvPr id="11" name="">
            <a:extLst xmlns:a="http://schemas.openxmlformats.org/drawingml/2006/main">
              <a:ext uri="{FF2B5EF4-FFF2-40B4-BE49-F238E27FC236}">
                <a16:creationId xmlns:a16="http://schemas.microsoft.com/office/drawing/2014/main" id="{1A09E4B6-1A92-4D93-A162-8C1B6C0267BD}"/>
              </a:ext>
            </a:extLst>
          </p:cNvPr>
          <p:cNvSpPr>
            <a:spLocks xmlns:a="http://schemas.openxmlformats.org/drawingml/2006/main" noGrp="1"/>
          </p:cNvSpPr>
          <p:nvPr/>
        </p:nvSpPr>
        <p:spPr>
          <a:xfrm xmlns:a="http://schemas.openxmlformats.org/drawingml/2006/main">
            <a:off x="3638550" y="3295650"/>
            <a:ext cx="1866900" cy="238125"/>
          </a:xfrm>
          <a:prstGeom xmlns:a="http://schemas.openxmlformats.org/drawingml/2006/main" prst="rect">
            <a:avLst/>
          </a:prstGeom>
          <a:solidFill xmlns:a="http://schemas.openxmlformats.org/drawingml/2006/main">
            <a:srgbClr val="F2F2F2"/>
          </a:solidFill>
          <a:ln xmlns:a="http://schemas.openxmlformats.org/drawingml/2006/main" w="0">
            <a:solidFill>
              <a:srgbClr val="F2F2F2"/>
            </a:solidFill>
            <a:prstDash val="solid"/>
          </a:ln>
        </p:spPr>
      </p:sp>
      <p:sp>
        <p:nvSpPr>
          <p:cNvPr id="12" name="">
            <a:extLst xmlns:a="http://schemas.openxmlformats.org/drawingml/2006/main">
              <a:ext uri="{FF2B5EF4-FFF2-40B4-BE49-F238E27FC236}">
                <a16:creationId xmlns:a16="http://schemas.microsoft.com/office/drawing/2014/main" id="{D64A0823-8C61-4D1E-8D83-0F522A5966A8}"/>
              </a:ext>
            </a:extLst>
          </p:cNvPr>
          <p:cNvSpPr>
            <a:spLocks xmlns:a="http://schemas.openxmlformats.org/drawingml/2006/main" noGrp="1"/>
          </p:cNvSpPr>
          <p:nvPr/>
        </p:nvSpPr>
        <p:spPr>
          <a:xfrm xmlns:a="http://schemas.openxmlformats.org/drawingml/2006/main">
            <a:off x="3705225" y="3343275"/>
            <a:ext cx="17335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0000"/>
          </a:bodyPr>
          <a:lstStyle xmlns:a="http://schemas.openxmlformats.org/drawingml/2006/main"/>
          <a:p xmlns:a="http://schemas.openxmlformats.org/drawingml/2006/main">
            <a:pPr algn="ctr">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VOICE · IN VORBEREITUNG</a:t>
            </a:r>
          </a:p>
        </p:txBody>
      </p:sp>
      <p:sp>
        <p:nvSpPr>
          <p:cNvPr id="13" name="">
            <a:extLst xmlns:a="http://schemas.openxmlformats.org/drawingml/2006/main">
              <a:ext uri="{FF2B5EF4-FFF2-40B4-BE49-F238E27FC236}">
                <a16:creationId xmlns:a16="http://schemas.microsoft.com/office/drawing/2014/main" id="{B2D25372-99F0-417A-B264-3F304C22CCB2}"/>
              </a:ext>
            </a:extLst>
          </p:cNvPr>
          <p:cNvSpPr>
            <a:spLocks xmlns:a="http://schemas.openxmlformats.org/drawingml/2006/main" noGrp="1"/>
          </p:cNvSpPr>
          <p:nvPr/>
        </p:nvSpPr>
        <p:spPr>
          <a:xfrm xmlns:a="http://schemas.openxmlformats.org/drawingml/2006/main">
            <a:off x="457200" y="398145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EVIDENCE CHAIN</a:t>
            </a:r>
          </a:p>
        </p:txBody>
      </p:sp>
      <p:sp>
        <p:nvSpPr>
          <p:cNvPr id="14" name="">
            <a:extLst xmlns:a="http://schemas.openxmlformats.org/drawingml/2006/main">
              <a:ext uri="{FF2B5EF4-FFF2-40B4-BE49-F238E27FC236}">
                <a16:creationId xmlns:a16="http://schemas.microsoft.com/office/drawing/2014/main" id="{34EB3321-5EF3-4B42-ABBC-3D168C6F3AB6}"/>
              </a:ext>
            </a:extLst>
          </p:cNvPr>
          <p:cNvSpPr>
            <a:spLocks xmlns:a="http://schemas.openxmlformats.org/drawingml/2006/main" noGrp="1"/>
          </p:cNvSpPr>
          <p:nvPr/>
        </p:nvSpPr>
        <p:spPr>
          <a:xfrm xmlns:a="http://schemas.openxmlformats.org/drawingml/2006/main">
            <a:off x="457200" y="4305300"/>
            <a:ext cx="904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p xmlns:a="http://schemas.openxmlformats.org/drawingml/2006/main">
            <a:pPr algn="l">
              <a:buNone/>
              <a:defRPr sz="1125" b="1">
                <a:solidFill>
                  <a:srgbClr val="111111"/>
                </a:solidFill>
                <a:latin typeface="Noto Sans JP"/>
                <a:ea typeface="Noto Sans JP"/>
                <a:cs typeface="Noto Sans JP"/>
              </a:defRPr>
            </a:pPr>
            <a:r>
              <a:rPr sz="1125" b="1">
                <a:solidFill>
                  <a:srgbClr val="111111"/>
                </a:solidFill>
                <a:latin typeface="Noto Sans JP"/>
                <a:ea typeface="Noto Sans JP"/>
                <a:cs typeface="Noto Sans JP"/>
              </a:rPr>
              <a:t>QUELLE</a:t>
            </a:r>
          </a:p>
        </p:txBody>
      </p:sp>
      <p:sp>
        <p:nvSpPr>
          <p:cNvPr id="15" name="">
            <a:extLst xmlns:a="http://schemas.openxmlformats.org/drawingml/2006/main">
              <a:ext uri="{FF2B5EF4-FFF2-40B4-BE49-F238E27FC236}">
                <a16:creationId xmlns:a16="http://schemas.microsoft.com/office/drawing/2014/main" id="{E6D80242-5D51-4F31-9386-13E5550D74B8}"/>
              </a:ext>
            </a:extLst>
          </p:cNvPr>
          <p:cNvSpPr>
            <a:spLocks xmlns:a="http://schemas.openxmlformats.org/drawingml/2006/main" noGrp="1"/>
          </p:cNvSpPr>
          <p:nvPr/>
        </p:nvSpPr>
        <p:spPr>
          <a:xfrm xmlns:a="http://schemas.openxmlformats.org/drawingml/2006/main">
            <a:off x="1333500" y="427672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722"/>
          </a:bodyPr>
          <a:lstStyle xmlns:a="http://schemas.openxmlformats.org/drawingml/2006/main"/>
          <a:p xmlns:a="http://schemas.openxmlformats.org/drawingml/2006/main">
            <a:pPr algn="ctr">
              <a:buNone/>
              <a:defRPr sz="1500" b="1">
                <a:solidFill>
                  <a:srgbClr val="111111"/>
                </a:solidFill>
                <a:latin typeface="Noto Sans JP Light"/>
                <a:ea typeface="Noto Sans JP Light"/>
                <a:cs typeface="Noto Sans JP Light"/>
              </a:defRPr>
            </a:pPr>
            <a:r>
              <a:rPr sz="1500" b="1">
                <a:solidFill>
                  <a:srgbClr val="111111"/>
                </a:solidFill>
                <a:latin typeface="Noto Sans JP Light"/>
                <a:ea typeface="Noto Sans JP Light"/>
                <a:cs typeface="Noto Sans JP Light"/>
              </a:rPr>
              <a:t>→</a:t>
            </a:r>
          </a:p>
        </p:txBody>
      </p:sp>
      <p:sp>
        <p:nvSpPr>
          <p:cNvPr id="16" name="">
            <a:extLst xmlns:a="http://schemas.openxmlformats.org/drawingml/2006/main">
              <a:ext uri="{FF2B5EF4-FFF2-40B4-BE49-F238E27FC236}">
                <a16:creationId xmlns:a16="http://schemas.microsoft.com/office/drawing/2014/main" id="{2014B4BA-6CA7-4CDD-A56E-272099B76509}"/>
              </a:ext>
            </a:extLst>
          </p:cNvPr>
          <p:cNvSpPr>
            <a:spLocks xmlns:a="http://schemas.openxmlformats.org/drawingml/2006/main" noGrp="1"/>
          </p:cNvSpPr>
          <p:nvPr/>
        </p:nvSpPr>
        <p:spPr>
          <a:xfrm xmlns:a="http://schemas.openxmlformats.org/drawingml/2006/main">
            <a:off x="1657350" y="4305300"/>
            <a:ext cx="1476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p xmlns:a="http://schemas.openxmlformats.org/drawingml/2006/main">
            <a:pPr algn="l">
              <a:buNone/>
              <a:defRPr sz="1125" b="1">
                <a:solidFill>
                  <a:srgbClr val="111111"/>
                </a:solidFill>
                <a:latin typeface="Noto Sans JP"/>
                <a:ea typeface="Noto Sans JP"/>
                <a:cs typeface="Noto Sans JP"/>
              </a:defRPr>
            </a:pPr>
            <a:r>
              <a:rPr sz="1125" b="1">
                <a:solidFill>
                  <a:srgbClr val="111111"/>
                </a:solidFill>
                <a:latin typeface="Noto Sans JP"/>
                <a:ea typeface="Noto Sans JP"/>
                <a:cs typeface="Noto Sans JP"/>
              </a:rPr>
              <a:t>INTERPRETATION</a:t>
            </a:r>
          </a:p>
        </p:txBody>
      </p:sp>
      <p:sp>
        <p:nvSpPr>
          <p:cNvPr id="17" name="">
            <a:extLst xmlns:a="http://schemas.openxmlformats.org/drawingml/2006/main">
              <a:ext uri="{FF2B5EF4-FFF2-40B4-BE49-F238E27FC236}">
                <a16:creationId xmlns:a16="http://schemas.microsoft.com/office/drawing/2014/main" id="{E20FC595-F803-41F0-9B01-3AD25BEBDE91}"/>
              </a:ext>
            </a:extLst>
          </p:cNvPr>
          <p:cNvSpPr>
            <a:spLocks xmlns:a="http://schemas.openxmlformats.org/drawingml/2006/main" noGrp="1"/>
          </p:cNvSpPr>
          <p:nvPr/>
        </p:nvSpPr>
        <p:spPr>
          <a:xfrm xmlns:a="http://schemas.openxmlformats.org/drawingml/2006/main">
            <a:off x="3143250" y="427672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722"/>
          </a:bodyPr>
          <a:lstStyle xmlns:a="http://schemas.openxmlformats.org/drawingml/2006/main"/>
          <a:p xmlns:a="http://schemas.openxmlformats.org/drawingml/2006/main">
            <a:pPr algn="ctr">
              <a:buNone/>
              <a:defRPr sz="1500" b="1">
                <a:solidFill>
                  <a:srgbClr val="111111"/>
                </a:solidFill>
                <a:latin typeface="Noto Sans JP Light"/>
                <a:ea typeface="Noto Sans JP Light"/>
                <a:cs typeface="Noto Sans JP Light"/>
              </a:defRPr>
            </a:pPr>
            <a:r>
              <a:rPr sz="1500" b="1">
                <a:solidFill>
                  <a:srgbClr val="111111"/>
                </a:solidFill>
                <a:latin typeface="Noto Sans JP Light"/>
                <a:ea typeface="Noto Sans JP Light"/>
                <a:cs typeface="Noto Sans JP Light"/>
              </a:rPr>
              <a:t>→</a:t>
            </a:r>
          </a:p>
        </p:txBody>
      </p:sp>
      <p:sp>
        <p:nvSpPr>
          <p:cNvPr id="18" name="">
            <a:extLst xmlns:a="http://schemas.openxmlformats.org/drawingml/2006/main">
              <a:ext uri="{FF2B5EF4-FFF2-40B4-BE49-F238E27FC236}">
                <a16:creationId xmlns:a16="http://schemas.microsoft.com/office/drawing/2014/main" id="{EAAD26B5-FFF7-4E14-ABED-983F5A79653F}"/>
              </a:ext>
            </a:extLst>
          </p:cNvPr>
          <p:cNvSpPr>
            <a:spLocks xmlns:a="http://schemas.openxmlformats.org/drawingml/2006/main" noGrp="1"/>
          </p:cNvSpPr>
          <p:nvPr/>
        </p:nvSpPr>
        <p:spPr>
          <a:xfrm xmlns:a="http://schemas.openxmlformats.org/drawingml/2006/main">
            <a:off x="3486150" y="4305300"/>
            <a:ext cx="123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p xmlns:a="http://schemas.openxmlformats.org/drawingml/2006/main">
            <a:pPr algn="l">
              <a:buNone/>
              <a:defRPr sz="1125" b="1">
                <a:solidFill>
                  <a:srgbClr val="111111"/>
                </a:solidFill>
                <a:latin typeface="Noto Sans JP"/>
                <a:ea typeface="Noto Sans JP"/>
                <a:cs typeface="Noto Sans JP"/>
              </a:defRPr>
            </a:pPr>
            <a:r>
              <a:rPr sz="1125" b="1">
                <a:solidFill>
                  <a:srgbClr val="111111"/>
                </a:solidFill>
                <a:latin typeface="Noto Sans JP"/>
                <a:ea typeface="Noto Sans JP"/>
                <a:cs typeface="Noto Sans JP"/>
              </a:rPr>
              <a:t>SIMULATION</a:t>
            </a:r>
          </a:p>
        </p:txBody>
      </p:sp>
      <p:sp>
        <p:nvSpPr>
          <p:cNvPr id="19" name="">
            <a:extLst xmlns:a="http://schemas.openxmlformats.org/drawingml/2006/main">
              <a:ext uri="{FF2B5EF4-FFF2-40B4-BE49-F238E27FC236}">
                <a16:creationId xmlns:a16="http://schemas.microsoft.com/office/drawing/2014/main" id="{3AF3E648-6959-49CF-B6F2-1A72BC7139BD}"/>
              </a:ext>
            </a:extLst>
          </p:cNvPr>
          <p:cNvSpPr>
            <a:spLocks xmlns:a="http://schemas.openxmlformats.org/drawingml/2006/main" noGrp="1"/>
          </p:cNvSpPr>
          <p:nvPr/>
        </p:nvSpPr>
        <p:spPr>
          <a:xfrm xmlns:a="http://schemas.openxmlformats.org/drawingml/2006/main">
            <a:off x="457200" y="47244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975" b="1">
                <a:solidFill>
                  <a:srgbClr val="111111"/>
                </a:solidFill>
                <a:latin typeface="Noto Sans JP Light"/>
                <a:ea typeface="Noto Sans JP Light"/>
                <a:cs typeface="Noto Sans JP Light"/>
              </a:defRPr>
            </a:pPr>
            <a:r>
              <a:rPr sz="975" b="1">
                <a:solidFill>
                  <a:srgbClr val="111111"/>
                </a:solidFill>
                <a:latin typeface="Noto Sans JP Light"/>
                <a:ea typeface="Noto Sans JP Light"/>
                <a:cs typeface="Noto Sans JP Light"/>
              </a:rPr>
              <a:t>Personas ergänzen empirische Forschung. Sie ersetzen sie nicht.</a:t>
            </a:r>
          </a:p>
        </p:txBody>
      </p:sp>
      <p:sp>
        <p:nvSpPr>
          <p:cNvPr id="20" name="">
            <a:extLst xmlns:a="http://schemas.openxmlformats.org/drawingml/2006/main">
              <a:ext uri="{FF2B5EF4-FFF2-40B4-BE49-F238E27FC236}">
                <a16:creationId xmlns:a16="http://schemas.microsoft.com/office/drawing/2014/main" id="{A76501BB-BDCF-4780-A692-5E95E3097CE2}"/>
              </a:ext>
            </a:extLst>
          </p:cNvPr>
          <p:cNvSpPr>
            <a:spLocks xmlns:a="http://schemas.openxmlformats.org/drawingml/2006/main" noGrp="1"/>
          </p:cNvSpPr>
          <p:nvPr/>
        </p:nvSpPr>
        <p:spPr>
          <a:xfrm xmlns:a="http://schemas.openxmlformats.org/drawingml/2006/main">
            <a:off x="457200" y="5429250"/>
            <a:ext cx="4762500" cy="19050"/>
          </a:xfrm>
          <a:prstGeom xmlns:a="http://schemas.openxmlformats.org/drawingml/2006/main" prst="rect">
            <a:avLst/>
          </a:prstGeom>
          <a:solidFill xmlns:a="http://schemas.openxmlformats.org/drawingml/2006/main">
            <a:srgbClr val="F256B6"/>
          </a:solidFill>
          <a:ln xmlns:a="http://schemas.openxmlformats.org/drawingml/2006/main" w="0">
            <a:solidFill>
              <a:srgbClr val="F256B6"/>
            </a:solidFill>
            <a:prstDash val="solid"/>
          </a:ln>
        </p:spPr>
      </p:sp>
      <p:sp>
        <p:nvSpPr>
          <p:cNvPr id="21" name="">
            <a:extLst xmlns:a="http://schemas.openxmlformats.org/drawingml/2006/main">
              <a:ext uri="{FF2B5EF4-FFF2-40B4-BE49-F238E27FC236}">
                <a16:creationId xmlns:a16="http://schemas.microsoft.com/office/drawing/2014/main" id="{3DEAEDB9-3218-4BB5-AD2D-8DFB3091C6A2}"/>
              </a:ext>
            </a:extLst>
          </p:cNvPr>
          <p:cNvSpPr>
            <a:spLocks xmlns:a="http://schemas.openxmlformats.org/drawingml/2006/main" noGrp="1"/>
          </p:cNvSpPr>
          <p:nvPr/>
        </p:nvSpPr>
        <p:spPr>
          <a:xfrm xmlns:a="http://schemas.openxmlformats.org/drawingml/2006/main">
            <a:off x="457200" y="552450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1">
                <a:solidFill>
                  <a:srgbClr val="F256B6"/>
                </a:solidFill>
                <a:latin typeface="IBM Plex Mono"/>
                <a:ea typeface="IBM Plex Mono"/>
                <a:cs typeface="IBM Plex Mono"/>
              </a:defRPr>
            </a:pPr>
            <a:r>
              <a:rPr sz="675" b="1">
                <a:solidFill>
                  <a:srgbClr val="F256B6"/>
                </a:solidFill>
                <a:latin typeface="IBM Plex Mono"/>
                <a:ea typeface="IBM Plex Mono"/>
                <a:cs typeface="IBM Plex Mono"/>
              </a:rPr>
              <a:t>CROSS-APP</a:t>
            </a:r>
          </a:p>
        </p:txBody>
      </p:sp>
      <p:sp>
        <p:nvSpPr>
          <p:cNvPr id="22" name="">
            <a:extLst xmlns:a="http://schemas.openxmlformats.org/drawingml/2006/main">
              <a:ext uri="{FF2B5EF4-FFF2-40B4-BE49-F238E27FC236}">
                <a16:creationId xmlns:a16="http://schemas.microsoft.com/office/drawing/2014/main" id="{DECC1EAB-9AF1-40E4-A0A2-B82E906954B0}"/>
              </a:ext>
            </a:extLst>
          </p:cNvPr>
          <p:cNvSpPr>
            <a:spLocks xmlns:a="http://schemas.openxmlformats.org/drawingml/2006/main" noGrp="1"/>
          </p:cNvSpPr>
          <p:nvPr/>
        </p:nvSpPr>
        <p:spPr>
          <a:xfrm xmlns:a="http://schemas.openxmlformats.org/drawingml/2006/main">
            <a:off x="457200" y="57150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111111"/>
                </a:solidFill>
                <a:latin typeface="Noto Sans JP Light"/>
                <a:ea typeface="Noto Sans JP Light"/>
                <a:cs typeface="Noto Sans JP Light"/>
              </a:defRPr>
            </a:pPr>
            <a:r>
              <a:rPr sz="1125" b="1">
                <a:solidFill>
                  <a:srgbClr val="111111"/>
                </a:solidFill>
                <a:latin typeface="Noto Sans JP Light"/>
                <a:ea typeface="Noto Sans JP Light"/>
                <a:cs typeface="Noto Sans JP Light"/>
              </a:rPr>
              <a:t>GEO-Fragen · Markt-Relevanz · Resonanzfeedback</a:t>
            </a:r>
          </a:p>
        </p:txBody>
      </p:sp>
      <p:sp>
        <p:nvSpPr>
          <p:cNvPr id="23" name="">
            <a:extLst xmlns:a="http://schemas.openxmlformats.org/drawingml/2006/main">
              <a:ext uri="{FF2B5EF4-FFF2-40B4-BE49-F238E27FC236}">
                <a16:creationId xmlns:a16="http://schemas.microsoft.com/office/drawing/2014/main" id="{ED547E72-2B73-4097-8BAB-3FA74D0CBD18}"/>
              </a:ext>
            </a:extLst>
          </p:cNvPr>
          <p:cNvSpPr>
            <a:spLocks xmlns:a="http://schemas.openxmlformats.org/drawingml/2006/main" noGrp="1"/>
          </p:cNvSpPr>
          <p:nvPr/>
        </p:nvSpPr>
        <p:spPr>
          <a:xfrm xmlns:a="http://schemas.openxmlformats.org/drawingml/2006/main">
            <a:off x="457200" y="6057900"/>
            <a:ext cx="4762500" cy="19050"/>
          </a:xfrm>
          <a:prstGeom xmlns:a="http://schemas.openxmlformats.org/drawingml/2006/main" prst="rect">
            <a:avLst/>
          </a:prstGeom>
          <a:solidFill xmlns:a="http://schemas.openxmlformats.org/drawingml/2006/main">
            <a:srgbClr val="00CA55"/>
          </a:solidFill>
          <a:ln xmlns:a="http://schemas.openxmlformats.org/drawingml/2006/main" w="0">
            <a:solidFill>
              <a:srgbClr val="00CA55"/>
            </a:solidFill>
            <a:prstDash val="solid"/>
          </a:ln>
        </p:spPr>
      </p:sp>
      <p:sp>
        <p:nvSpPr>
          <p:cNvPr id="24" name="">
            <a:extLst xmlns:a="http://schemas.openxmlformats.org/drawingml/2006/main">
              <a:ext uri="{FF2B5EF4-FFF2-40B4-BE49-F238E27FC236}">
                <a16:creationId xmlns:a16="http://schemas.microsoft.com/office/drawing/2014/main" id="{313A0257-E605-426A-AAE2-77B55C874B0B}"/>
              </a:ext>
            </a:extLst>
          </p:cNvPr>
          <p:cNvSpPr>
            <a:spLocks xmlns:a="http://schemas.openxmlformats.org/drawingml/2006/main" noGrp="1"/>
          </p:cNvSpPr>
          <p:nvPr/>
        </p:nvSpPr>
        <p:spPr>
          <a:xfrm xmlns:a="http://schemas.openxmlformats.org/drawingml/2006/main">
            <a:off x="457200" y="61531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1">
                <a:solidFill>
                  <a:srgbClr val="00CA55"/>
                </a:solidFill>
                <a:latin typeface="IBM Plex Mono"/>
                <a:ea typeface="IBM Plex Mono"/>
                <a:cs typeface="IBM Plex Mono"/>
              </a:defRPr>
            </a:pPr>
            <a:r>
              <a:rPr sz="675" b="1">
                <a:solidFill>
                  <a:srgbClr val="00CA55"/>
                </a:solidFill>
                <a:latin typeface="IBM Plex Mono"/>
                <a:ea typeface="IBM Plex Mono"/>
                <a:cs typeface="IBM Plex Mono"/>
              </a:rPr>
              <a:t>PILOT-KPI</a:t>
            </a:r>
          </a:p>
        </p:txBody>
      </p:sp>
      <p:sp>
        <p:nvSpPr>
          <p:cNvPr id="25" name="">
            <a:extLst xmlns:a="http://schemas.openxmlformats.org/drawingml/2006/main">
              <a:ext uri="{FF2B5EF4-FFF2-40B4-BE49-F238E27FC236}">
                <a16:creationId xmlns:a16="http://schemas.microsoft.com/office/drawing/2014/main" id="{A42B352A-C215-4036-B102-8A46CBD55CFA}"/>
              </a:ext>
            </a:extLst>
          </p:cNvPr>
          <p:cNvSpPr>
            <a:spLocks xmlns:a="http://schemas.openxmlformats.org/drawingml/2006/main" noGrp="1"/>
          </p:cNvSpPr>
          <p:nvPr/>
        </p:nvSpPr>
        <p:spPr>
          <a:xfrm xmlns:a="http://schemas.openxmlformats.org/drawingml/2006/main">
            <a:off x="457200" y="63436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111111"/>
                </a:solidFill>
                <a:latin typeface="Noto Sans JP Light"/>
                <a:ea typeface="Noto Sans JP Light"/>
                <a:cs typeface="Noto Sans JP Light"/>
              </a:defRPr>
            </a:pPr>
            <a:r>
              <a:rPr sz="1125" b="1">
                <a:solidFill>
                  <a:srgbClr val="111111"/>
                </a:solidFill>
                <a:latin typeface="Noto Sans JP Light"/>
                <a:ea typeface="Noto Sans JP Light"/>
                <a:cs typeface="Noto Sans JP Light"/>
              </a:rPr>
              <a:t>Validierungszeit · Evidence Coverage</a:t>
            </a:r>
          </a:p>
        </p:txBody>
      </p:sp>
    </p:spTree>
    <p:extLst>
      <p:ext uri="{BB962C8B-B14F-4D97-AF65-F5344CB8AC3E}">
        <p14:creationId xmlns:p14="http://schemas.microsoft.com/office/powerpoint/2010/main" val="571299844"/>
      </p:ext>
    </p:extLst>
  </p:cSld>
</p:sld>
</file>

<file path=ppt/slides/slide9.xml><?xml version="1.0" encoding="utf-8"?>
<p:sld xmlns:p="http://schemas.openxmlformats.org/presentationml/2006/main">
  <p:cSld>
    <p:bg>
      <p:bgPr>
        <a:solidFill xmlns:a="http://schemas.openxmlformats.org/drawingml/2006/main">
          <a:srgbClr val="FEF14D"/>
        </a:solidFill>
      </p:bgPr>
    </p:bg>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d22b630c8064df3"/>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9FA1A16-AECE-4F5D-975E-C8FD1CB06C9E}"/>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CREATION · RAPID PROTOTYPING</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11eaecbd91b54160"/>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3AA2210-6C06-4839-94A8-6B191B871601}"/>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686868"/>
                </a:solidFill>
                <a:latin typeface="IBM Plex Mono"/>
                <a:ea typeface="IBM Plex Mono"/>
                <a:cs typeface="IBM Plex Mono"/>
              </a:defRPr>
            </a:pPr>
            <a:r>
              <a:rPr sz="675" b="0">
                <a:solidFill>
                  <a:srgbClr val="686868"/>
                </a:solidFill>
                <a:latin typeface="IBM Plex Mono"/>
                <a:ea typeface="IBM Plex Mono"/>
                <a:cs typeface="IBM Plex Mono"/>
              </a:rPr>
              <a:t>09</a:t>
            </a:r>
          </a:p>
        </p:txBody>
      </p:sp>
      <p:sp>
        <p:nvSpPr>
          <p:cNvPr id="5" name="">
            <a:extLst xmlns:a="http://schemas.openxmlformats.org/drawingml/2006/main">
              <a:ext uri="{FF2B5EF4-FFF2-40B4-BE49-F238E27FC236}">
                <a16:creationId xmlns:a16="http://schemas.microsoft.com/office/drawing/2014/main" id="{72579288-C66A-4ACF-97AA-FB1F52F336D1}"/>
              </a:ext>
            </a:extLst>
          </p:cNvPr>
          <p:cNvSpPr>
            <a:spLocks xmlns:a="http://schemas.openxmlformats.org/drawingml/2006/main" noGrp="1"/>
          </p:cNvSpPr>
          <p:nvPr/>
        </p:nvSpPr>
        <p:spPr>
          <a:xfrm xmlns:a="http://schemas.openxmlformats.org/drawingml/2006/main">
            <a:off x="0" y="666750"/>
            <a:ext cx="5334000" cy="20955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E4C0D502-19E0-4F37-A96B-21783A464428}"/>
              </a:ext>
            </a:extLst>
          </p:cNvPr>
          <p:cNvSpPr>
            <a:spLocks xmlns:a="http://schemas.openxmlformats.org/drawingml/2006/main" noGrp="1"/>
          </p:cNvSpPr>
          <p:nvPr/>
        </p:nvSpPr>
        <p:spPr>
          <a:xfrm xmlns:a="http://schemas.openxmlformats.org/drawingml/2006/main">
            <a:off x="457200" y="914400"/>
            <a:ext cx="4667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685"/>
          </a:bodyPr>
          <a:lstStyle xmlns:a="http://schemas.openxmlformats.org/drawingml/2006/main"/>
          <a:p xmlns:a="http://schemas.openxmlformats.org/drawingml/2006/main">
            <a:pPr algn="l">
              <a:buNone/>
              <a:defRPr sz="2700" b="1">
                <a:solidFill>
                  <a:srgbClr val="FFFFFF"/>
                </a:solidFill>
                <a:latin typeface="Noto Sans JP"/>
                <a:ea typeface="Noto Sans JP"/>
                <a:cs typeface="Noto Sans JP"/>
              </a:defRPr>
            </a:pPr>
            <a:r>
              <a:rPr sz="2700" b="1">
                <a:solidFill>
                  <a:srgbClr val="FFFFFF"/>
                </a:solidFill>
                <a:latin typeface="Noto Sans JP"/>
                <a:ea typeface="Noto Sans JP"/>
                <a:cs typeface="Noto Sans JP"/>
              </a:rPr>
              <a:t>Ideen werden sichtbar, bevor Produktion beginnt.</a:t>
            </a:r>
          </a:p>
        </p:txBody>
      </p:sp>
      <p:sp>
        <p:nvSpPr>
          <p:cNvPr id="7" name="">
            <a:extLst xmlns:a="http://schemas.openxmlformats.org/drawingml/2006/main">
              <a:ext uri="{FF2B5EF4-FFF2-40B4-BE49-F238E27FC236}">
                <a16:creationId xmlns:a16="http://schemas.microsoft.com/office/drawing/2014/main" id="{94FBAEF7-4179-4F95-8CE9-B4559DAAFBC2}"/>
              </a:ext>
            </a:extLst>
          </p:cNvPr>
          <p:cNvSpPr>
            <a:spLocks xmlns:a="http://schemas.openxmlformats.org/drawingml/2006/main" noGrp="1"/>
          </p:cNvSpPr>
          <p:nvPr/>
        </p:nvSpPr>
        <p:spPr>
          <a:xfrm xmlns:a="http://schemas.openxmlformats.org/drawingml/2006/main">
            <a:off x="457200" y="1943100"/>
            <a:ext cx="4572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FFFFFF"/>
                </a:solidFill>
                <a:latin typeface="Noto Sans JP Light"/>
                <a:ea typeface="Noto Sans JP Light"/>
                <a:cs typeface="Noto Sans JP Light"/>
              </a:defRPr>
            </a:pPr>
            <a:r>
              <a:rPr sz="1125" b="1">
                <a:solidFill>
                  <a:srgbClr val="FFFFFF"/>
                </a:solidFill>
                <a:latin typeface="Noto Sans JP Light"/>
                <a:ea typeface="Noto Sans JP Light"/>
                <a:cs typeface="Noto Sans JP Light"/>
              </a:rPr>
              <a:t>CREATION visualisiert Landingpages und PDPs – und überführt ausgewählte Varianten in wiederverwendbare React-/Storybook-Bausteine.</a:t>
            </a:r>
          </a:p>
        </p:txBody>
      </p:sp>
      <p:sp>
        <p:nvSpPr>
          <p:cNvPr id="8" name="">
            <a:extLst xmlns:a="http://schemas.openxmlformats.org/drawingml/2006/main">
              <a:ext uri="{FF2B5EF4-FFF2-40B4-BE49-F238E27FC236}">
                <a16:creationId xmlns:a16="http://schemas.microsoft.com/office/drawing/2014/main" id="{CCC44D12-1209-4B3F-BF87-F388252B8E8F}"/>
              </a:ext>
            </a:extLst>
          </p:cNvPr>
          <p:cNvSpPr>
            <a:spLocks xmlns:a="http://schemas.openxmlformats.org/drawingml/2006/main" noGrp="1"/>
          </p:cNvSpPr>
          <p:nvPr/>
        </p:nvSpPr>
        <p:spPr>
          <a:xfrm xmlns:a="http://schemas.openxmlformats.org/drawingml/2006/main">
            <a:off x="0" y="5600700"/>
            <a:ext cx="12192000" cy="8953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201DA39E-21ED-4D99-9437-9F1DD005C7FB}"/>
              </a:ext>
            </a:extLst>
          </p:cNvPr>
          <p:cNvSpPr>
            <a:spLocks xmlns:a="http://schemas.openxmlformats.org/drawingml/2006/main" noGrp="1"/>
          </p:cNvSpPr>
          <p:nvPr/>
        </p:nvSpPr>
        <p:spPr>
          <a:xfrm xmlns:a="http://schemas.openxmlformats.org/drawingml/2006/main">
            <a:off x="457200" y="58197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1">
                <a:solidFill>
                  <a:srgbClr val="FFFFFF"/>
                </a:solidFill>
                <a:latin typeface="IBM Plex Mono"/>
                <a:ea typeface="IBM Plex Mono"/>
                <a:cs typeface="IBM Plex Mono"/>
              </a:defRPr>
            </a:pPr>
            <a:r>
              <a:rPr sz="750" b="1">
                <a:solidFill>
                  <a:srgbClr val="FFFFFF"/>
                </a:solidFill>
                <a:latin typeface="IBM Plex Mono"/>
                <a:ea typeface="IBM Plex Mono"/>
                <a:cs typeface="IBM Plex Mono"/>
              </a:rPr>
              <a:t>BRIEF</a:t>
            </a:r>
          </a:p>
        </p:txBody>
      </p:sp>
      <p:sp>
        <p:nvSpPr>
          <p:cNvPr id="10" name="">
            <a:extLst xmlns:a="http://schemas.openxmlformats.org/drawingml/2006/main">
              <a:ext uri="{FF2B5EF4-FFF2-40B4-BE49-F238E27FC236}">
                <a16:creationId xmlns:a16="http://schemas.microsoft.com/office/drawing/2014/main" id="{0A046827-43E5-4179-8406-1B88DA38EC70}"/>
              </a:ext>
            </a:extLst>
          </p:cNvPr>
          <p:cNvSpPr>
            <a:spLocks xmlns:a="http://schemas.openxmlformats.org/drawingml/2006/main" noGrp="1"/>
          </p:cNvSpPr>
          <p:nvPr/>
        </p:nvSpPr>
        <p:spPr>
          <a:xfrm xmlns:a="http://schemas.openxmlformats.org/drawingml/2006/main">
            <a:off x="1885950" y="574357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8581"/>
          </a:bodyPr>
          <a:lstStyle xmlns:a="http://schemas.openxmlformats.org/drawingml/2006/main"/>
          <a:p xmlns:a="http://schemas.openxmlformats.org/drawingml/2006/main">
            <a:pPr algn="ctr">
              <a:buNone/>
              <a:defRPr sz="1350" b="1">
                <a:solidFill>
                  <a:srgbClr val="F256B6"/>
                </a:solidFill>
                <a:latin typeface="Noto Sans JP Light"/>
                <a:ea typeface="Noto Sans JP Light"/>
                <a:cs typeface="Noto Sans JP Light"/>
              </a:defRPr>
            </a:pPr>
            <a:r>
              <a:rPr sz="1350" b="1">
                <a:solidFill>
                  <a:srgbClr val="F256B6"/>
                </a:solidFill>
                <a:latin typeface="Noto Sans JP Light"/>
                <a:ea typeface="Noto Sans JP Light"/>
                <a:cs typeface="Noto Sans JP Light"/>
              </a:rPr>
              <a:t>→</a:t>
            </a:r>
          </a:p>
        </p:txBody>
      </p:sp>
      <p:sp>
        <p:nvSpPr>
          <p:cNvPr id="11" name="">
            <a:extLst xmlns:a="http://schemas.openxmlformats.org/drawingml/2006/main">
              <a:ext uri="{FF2B5EF4-FFF2-40B4-BE49-F238E27FC236}">
                <a16:creationId xmlns:a16="http://schemas.microsoft.com/office/drawing/2014/main" id="{5FDB8507-123F-4C7B-9B7D-487381CDEDDD}"/>
              </a:ext>
            </a:extLst>
          </p:cNvPr>
          <p:cNvSpPr>
            <a:spLocks xmlns:a="http://schemas.openxmlformats.org/drawingml/2006/main" noGrp="1"/>
          </p:cNvSpPr>
          <p:nvPr/>
        </p:nvSpPr>
        <p:spPr>
          <a:xfrm xmlns:a="http://schemas.openxmlformats.org/drawingml/2006/main">
            <a:off x="2152650" y="58197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1">
                <a:solidFill>
                  <a:srgbClr val="FEF14D"/>
                </a:solidFill>
                <a:latin typeface="IBM Plex Mono"/>
                <a:ea typeface="IBM Plex Mono"/>
                <a:cs typeface="IBM Plex Mono"/>
              </a:defRPr>
            </a:pPr>
            <a:r>
              <a:rPr sz="750" b="1">
                <a:solidFill>
                  <a:srgbClr val="FEF14D"/>
                </a:solidFill>
                <a:latin typeface="IBM Plex Mono"/>
                <a:ea typeface="IBM Plex Mono"/>
                <a:cs typeface="IBM Plex Mono"/>
              </a:rPr>
              <a:t>VARIANTEN</a:t>
            </a:r>
          </a:p>
        </p:txBody>
      </p:sp>
      <p:sp>
        <p:nvSpPr>
          <p:cNvPr id="12" name="">
            <a:extLst xmlns:a="http://schemas.openxmlformats.org/drawingml/2006/main">
              <a:ext uri="{FF2B5EF4-FFF2-40B4-BE49-F238E27FC236}">
                <a16:creationId xmlns:a16="http://schemas.microsoft.com/office/drawing/2014/main" id="{1F2A2180-713A-42C3-8E20-F0B4A087235F}"/>
              </a:ext>
            </a:extLst>
          </p:cNvPr>
          <p:cNvSpPr>
            <a:spLocks xmlns:a="http://schemas.openxmlformats.org/drawingml/2006/main" noGrp="1"/>
          </p:cNvSpPr>
          <p:nvPr/>
        </p:nvSpPr>
        <p:spPr>
          <a:xfrm xmlns:a="http://schemas.openxmlformats.org/drawingml/2006/main">
            <a:off x="3581400" y="574357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8581"/>
          </a:bodyPr>
          <a:lstStyle xmlns:a="http://schemas.openxmlformats.org/drawingml/2006/main"/>
          <a:p xmlns:a="http://schemas.openxmlformats.org/drawingml/2006/main">
            <a:pPr algn="ctr">
              <a:buNone/>
              <a:defRPr sz="1350" b="1">
                <a:solidFill>
                  <a:srgbClr val="F256B6"/>
                </a:solidFill>
                <a:latin typeface="Noto Sans JP Light"/>
                <a:ea typeface="Noto Sans JP Light"/>
                <a:cs typeface="Noto Sans JP Light"/>
              </a:defRPr>
            </a:pPr>
            <a:r>
              <a:rPr sz="1350" b="1">
                <a:solidFill>
                  <a:srgbClr val="F256B6"/>
                </a:solidFill>
                <a:latin typeface="Noto Sans JP Light"/>
                <a:ea typeface="Noto Sans JP Light"/>
                <a:cs typeface="Noto Sans JP Light"/>
              </a:rPr>
              <a:t>→</a:t>
            </a:r>
          </a:p>
        </p:txBody>
      </p:sp>
      <p:sp>
        <p:nvSpPr>
          <p:cNvPr id="13" name="">
            <a:extLst xmlns:a="http://schemas.openxmlformats.org/drawingml/2006/main">
              <a:ext uri="{FF2B5EF4-FFF2-40B4-BE49-F238E27FC236}">
                <a16:creationId xmlns:a16="http://schemas.microsoft.com/office/drawing/2014/main" id="{0DF7C5F9-C7B5-4EED-8685-C71B020C2149}"/>
              </a:ext>
            </a:extLst>
          </p:cNvPr>
          <p:cNvSpPr>
            <a:spLocks xmlns:a="http://schemas.openxmlformats.org/drawingml/2006/main" noGrp="1"/>
          </p:cNvSpPr>
          <p:nvPr/>
        </p:nvSpPr>
        <p:spPr>
          <a:xfrm xmlns:a="http://schemas.openxmlformats.org/drawingml/2006/main">
            <a:off x="3848100" y="581977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1">
                <a:solidFill>
                  <a:srgbClr val="FFFFFF"/>
                </a:solidFill>
                <a:latin typeface="IBM Plex Mono"/>
                <a:ea typeface="IBM Plex Mono"/>
                <a:cs typeface="IBM Plex Mono"/>
              </a:defRPr>
            </a:pPr>
            <a:r>
              <a:rPr sz="750" b="1">
                <a:solidFill>
                  <a:srgbClr val="FFFFFF"/>
                </a:solidFill>
                <a:latin typeface="IBM Plex Mono"/>
                <a:ea typeface="IBM Plex Mono"/>
                <a:cs typeface="IBM Plex Mono"/>
              </a:rPr>
              <a:t>PERSONA + BRAND</a:t>
            </a:r>
          </a:p>
        </p:txBody>
      </p:sp>
      <p:sp>
        <p:nvSpPr>
          <p:cNvPr id="14" name="">
            <a:extLst xmlns:a="http://schemas.openxmlformats.org/drawingml/2006/main">
              <a:ext uri="{FF2B5EF4-FFF2-40B4-BE49-F238E27FC236}">
                <a16:creationId xmlns:a16="http://schemas.microsoft.com/office/drawing/2014/main" id="{EA35FF25-1B63-4D4F-AC32-233C3BE895E4}"/>
              </a:ext>
            </a:extLst>
          </p:cNvPr>
          <p:cNvSpPr>
            <a:spLocks xmlns:a="http://schemas.openxmlformats.org/drawingml/2006/main" noGrp="1"/>
          </p:cNvSpPr>
          <p:nvPr/>
        </p:nvSpPr>
        <p:spPr>
          <a:xfrm xmlns:a="http://schemas.openxmlformats.org/drawingml/2006/main">
            <a:off x="5657850" y="574357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8581"/>
          </a:bodyPr>
          <a:lstStyle xmlns:a="http://schemas.openxmlformats.org/drawingml/2006/main"/>
          <a:p xmlns:a="http://schemas.openxmlformats.org/drawingml/2006/main">
            <a:pPr algn="ctr">
              <a:buNone/>
              <a:defRPr sz="1350" b="1">
                <a:solidFill>
                  <a:srgbClr val="F256B6"/>
                </a:solidFill>
                <a:latin typeface="Noto Sans JP Light"/>
                <a:ea typeface="Noto Sans JP Light"/>
                <a:cs typeface="Noto Sans JP Light"/>
              </a:defRPr>
            </a:pPr>
            <a:r>
              <a:rPr sz="1350" b="1">
                <a:solidFill>
                  <a:srgbClr val="F256B6"/>
                </a:solidFill>
                <a:latin typeface="Noto Sans JP Light"/>
                <a:ea typeface="Noto Sans JP Light"/>
                <a:cs typeface="Noto Sans JP Light"/>
              </a:rPr>
              <a:t>→</a:t>
            </a:r>
          </a:p>
        </p:txBody>
      </p:sp>
      <p:sp>
        <p:nvSpPr>
          <p:cNvPr id="15" name="">
            <a:extLst xmlns:a="http://schemas.openxmlformats.org/drawingml/2006/main">
              <a:ext uri="{FF2B5EF4-FFF2-40B4-BE49-F238E27FC236}">
                <a16:creationId xmlns:a16="http://schemas.microsoft.com/office/drawing/2014/main" id="{8319ED10-136B-40F1-B177-09F4D61086B1}"/>
              </a:ext>
            </a:extLst>
          </p:cNvPr>
          <p:cNvSpPr>
            <a:spLocks xmlns:a="http://schemas.openxmlformats.org/drawingml/2006/main" noGrp="1"/>
          </p:cNvSpPr>
          <p:nvPr/>
        </p:nvSpPr>
        <p:spPr>
          <a:xfrm xmlns:a="http://schemas.openxmlformats.org/drawingml/2006/main">
            <a:off x="5924550" y="58197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1">
                <a:solidFill>
                  <a:srgbClr val="FFFFFF"/>
                </a:solidFill>
                <a:latin typeface="IBM Plex Mono"/>
                <a:ea typeface="IBM Plex Mono"/>
                <a:cs typeface="IBM Plex Mono"/>
              </a:defRPr>
            </a:pPr>
            <a:r>
              <a:rPr sz="750" b="1">
                <a:solidFill>
                  <a:srgbClr val="FFFFFF"/>
                </a:solidFill>
                <a:latin typeface="IBM Plex Mono"/>
                <a:ea typeface="IBM Plex Mono"/>
                <a:cs typeface="IBM Plex Mono"/>
              </a:rPr>
              <a:t>FREIGABE</a:t>
            </a:r>
          </a:p>
        </p:txBody>
      </p:sp>
      <p:sp>
        <p:nvSpPr>
          <p:cNvPr id="16" name="">
            <a:extLst xmlns:a="http://schemas.openxmlformats.org/drawingml/2006/main">
              <a:ext uri="{FF2B5EF4-FFF2-40B4-BE49-F238E27FC236}">
                <a16:creationId xmlns:a16="http://schemas.microsoft.com/office/drawing/2014/main" id="{91A0DC23-A995-4126-BF79-EF12808A2A8B}"/>
              </a:ext>
            </a:extLst>
          </p:cNvPr>
          <p:cNvSpPr>
            <a:spLocks xmlns:a="http://schemas.openxmlformats.org/drawingml/2006/main" noGrp="1"/>
          </p:cNvSpPr>
          <p:nvPr/>
        </p:nvSpPr>
        <p:spPr>
          <a:xfrm xmlns:a="http://schemas.openxmlformats.org/drawingml/2006/main">
            <a:off x="7353300" y="574357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8581"/>
          </a:bodyPr>
          <a:lstStyle xmlns:a="http://schemas.openxmlformats.org/drawingml/2006/main"/>
          <a:p xmlns:a="http://schemas.openxmlformats.org/drawingml/2006/main">
            <a:pPr algn="ctr">
              <a:buNone/>
              <a:defRPr sz="1350" b="1">
                <a:solidFill>
                  <a:srgbClr val="F256B6"/>
                </a:solidFill>
                <a:latin typeface="Noto Sans JP Light"/>
                <a:ea typeface="Noto Sans JP Light"/>
                <a:cs typeface="Noto Sans JP Light"/>
              </a:defRPr>
            </a:pPr>
            <a:r>
              <a:rPr sz="1350" b="1">
                <a:solidFill>
                  <a:srgbClr val="F256B6"/>
                </a:solidFill>
                <a:latin typeface="Noto Sans JP Light"/>
                <a:ea typeface="Noto Sans JP Light"/>
                <a:cs typeface="Noto Sans JP Light"/>
              </a:rPr>
              <a:t>→</a:t>
            </a:r>
          </a:p>
        </p:txBody>
      </p:sp>
      <p:sp>
        <p:nvSpPr>
          <p:cNvPr id="17" name="">
            <a:extLst xmlns:a="http://schemas.openxmlformats.org/drawingml/2006/main">
              <a:ext uri="{FF2B5EF4-FFF2-40B4-BE49-F238E27FC236}">
                <a16:creationId xmlns:a16="http://schemas.microsoft.com/office/drawing/2014/main" id="{4EE7E001-3BC4-485D-A89C-681952747126}"/>
              </a:ext>
            </a:extLst>
          </p:cNvPr>
          <p:cNvSpPr>
            <a:spLocks xmlns:a="http://schemas.openxmlformats.org/drawingml/2006/main" noGrp="1"/>
          </p:cNvSpPr>
          <p:nvPr/>
        </p:nvSpPr>
        <p:spPr>
          <a:xfrm xmlns:a="http://schemas.openxmlformats.org/drawingml/2006/main">
            <a:off x="7620000" y="58197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1">
                <a:solidFill>
                  <a:srgbClr val="FFFFFF"/>
                </a:solidFill>
                <a:latin typeface="IBM Plex Mono"/>
                <a:ea typeface="IBM Plex Mono"/>
                <a:cs typeface="IBM Plex Mono"/>
              </a:defRPr>
            </a:pPr>
            <a:r>
              <a:rPr sz="750" b="1">
                <a:solidFill>
                  <a:srgbClr val="FFFFFF"/>
                </a:solidFill>
                <a:latin typeface="IBM Plex Mono"/>
                <a:ea typeface="IBM Plex Mono"/>
                <a:cs typeface="IBM Plex Mono"/>
              </a:rPr>
              <a:t>REACT / STORYBOOK</a:t>
            </a:r>
          </a:p>
        </p:txBody>
      </p:sp>
      <p:sp>
        <p:nvSpPr>
          <p:cNvPr id="18" name="">
            <a:extLst xmlns:a="http://schemas.openxmlformats.org/drawingml/2006/main">
              <a:ext uri="{FF2B5EF4-FFF2-40B4-BE49-F238E27FC236}">
                <a16:creationId xmlns:a16="http://schemas.microsoft.com/office/drawing/2014/main" id="{B7620EE0-44E6-463B-817E-CE9AD44E6B4C}"/>
              </a:ext>
            </a:extLst>
          </p:cNvPr>
          <p:cNvSpPr>
            <a:spLocks xmlns:a="http://schemas.openxmlformats.org/drawingml/2006/main" noGrp="1"/>
          </p:cNvSpPr>
          <p:nvPr/>
        </p:nvSpPr>
        <p:spPr>
          <a:xfrm xmlns:a="http://schemas.openxmlformats.org/drawingml/2006/main">
            <a:off x="8020050" y="619125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r">
              <a:buNone/>
              <a:defRPr sz="750" b="1">
                <a:solidFill>
                  <a:srgbClr val="B9B9B9"/>
                </a:solidFill>
                <a:latin typeface="IBM Plex Mono"/>
                <a:ea typeface="IBM Plex Mono"/>
                <a:cs typeface="IBM Plex Mono"/>
              </a:defRPr>
            </a:pPr>
            <a:r>
              <a:rPr sz="750" b="1">
                <a:solidFill>
                  <a:srgbClr val="B9B9B9"/>
                </a:solidFill>
                <a:latin typeface="IBM Plex Mono"/>
                <a:ea typeface="IBM Plex Mono"/>
                <a:cs typeface="IBM Plex Mono"/>
              </a:rPr>
              <a:t>CMS-Anbindungen werden projektspezifisch ergänzt.</a:t>
            </a:r>
          </a:p>
        </p:txBody>
      </p:sp>
    </p:spTree>
    <p:extLst>
      <p:ext uri="{BB962C8B-B14F-4D97-AF65-F5344CB8AC3E}">
        <p14:creationId xmlns:p14="http://schemas.microsoft.com/office/powerpoint/2010/main" val="1585351139"/>
      </p:ext>
    </p:extLst>
  </p:cSld>
</p:sld>
</file>

<file path=ppt/slides/slide10.xml><?xml version="1.0" encoding="utf-8"?>
<p:sld xmlns:p="http://schemas.openxmlformats.org/presentationml/2006/main">
  <p:cSld>
    <p:bg>
      <p:bgPr>
        <a:solidFill xmlns:a="http://schemas.openxmlformats.org/drawingml/2006/main">
          <a:srgbClr val="FF6A3B"/>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fc9d74456e14042"/>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3C5D07D-7448-44D3-A650-FD0EC3B7FA97}"/>
              </a:ext>
            </a:extLst>
          </p:cNvPr>
          <p:cNvSpPr>
            <a:spLocks xmlns:a="http://schemas.openxmlformats.org/drawingml/2006/main" noGrp="1"/>
          </p:cNvSpPr>
          <p:nvPr/>
        </p:nvSpPr>
        <p:spPr>
          <a:xfrm xmlns:a="http://schemas.openxmlformats.org/drawingml/2006/main">
            <a:off x="0" y="0"/>
            <a:ext cx="4810125" cy="68580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1E3B9EFA-7ED9-4A10-AD01-B1ECEA989491}"/>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BRANDION · BRAND GOVERNANCE</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77197766a044423"/>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A896DB2-0A9B-499B-A3ED-1A048A5C9AB5}"/>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FFFFFF"/>
                </a:solidFill>
                <a:latin typeface="IBM Plex Mono"/>
                <a:ea typeface="IBM Plex Mono"/>
                <a:cs typeface="IBM Plex Mono"/>
              </a:defRPr>
            </a:pPr>
            <a:r>
              <a:rPr sz="675" b="0">
                <a:solidFill>
                  <a:srgbClr val="FFFFFF"/>
                </a:solidFill>
                <a:latin typeface="IBM Plex Mono"/>
                <a:ea typeface="IBM Plex Mono"/>
                <a:cs typeface="IBM Plex Mono"/>
              </a:rPr>
              <a:t>10</a:t>
            </a:r>
          </a:p>
        </p:txBody>
      </p:sp>
      <p:sp>
        <p:nvSpPr>
          <p:cNvPr id="6" name="">
            <a:extLst xmlns:a="http://schemas.openxmlformats.org/drawingml/2006/main">
              <a:ext uri="{FF2B5EF4-FFF2-40B4-BE49-F238E27FC236}">
                <a16:creationId xmlns:a16="http://schemas.microsoft.com/office/drawing/2014/main" id="{91BE72C5-7B66-433D-8E47-871599366B30}"/>
              </a:ext>
            </a:extLst>
          </p:cNvPr>
          <p:cNvSpPr>
            <a:spLocks xmlns:a="http://schemas.openxmlformats.org/drawingml/2006/main" noGrp="1"/>
          </p:cNvSpPr>
          <p:nvPr/>
        </p:nvSpPr>
        <p:spPr>
          <a:xfrm xmlns:a="http://schemas.openxmlformats.org/drawingml/2006/main">
            <a:off x="457200" y="876300"/>
            <a:ext cx="40957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601"/>
          </a:bodyPr>
          <a:lstStyle xmlns:a="http://schemas.openxmlformats.org/drawingml/2006/main"/>
          <a:p xmlns:a="http://schemas.openxmlformats.org/drawingml/2006/main">
            <a:pPr algn="l">
              <a:buNone/>
              <a:defRPr sz="2775" b="1">
                <a:solidFill>
                  <a:srgbClr val="FFFFFF"/>
                </a:solidFill>
                <a:latin typeface="Noto Sans JP"/>
                <a:ea typeface="Noto Sans JP"/>
                <a:cs typeface="Noto Sans JP"/>
              </a:defRPr>
            </a:pPr>
            <a:r>
              <a:rPr sz="2775" b="1">
                <a:solidFill>
                  <a:srgbClr val="FFFFFF"/>
                </a:solidFill>
                <a:latin typeface="Noto Sans JP"/>
                <a:ea typeface="Noto Sans JP"/>
                <a:cs typeface="Noto Sans JP"/>
              </a:rPr>
              <a:t>Marke wird anwendbar. Und überprüfbar.</a:t>
            </a:r>
          </a:p>
        </p:txBody>
      </p:sp>
      <p:sp>
        <p:nvSpPr>
          <p:cNvPr id="7" name="">
            <a:extLst xmlns:a="http://schemas.openxmlformats.org/drawingml/2006/main">
              <a:ext uri="{FF2B5EF4-FFF2-40B4-BE49-F238E27FC236}">
                <a16:creationId xmlns:a16="http://schemas.microsoft.com/office/drawing/2014/main" id="{4FE63554-A0FB-4C30-89DF-F522C0650C6E}"/>
              </a:ext>
            </a:extLst>
          </p:cNvPr>
          <p:cNvSpPr>
            <a:spLocks xmlns:a="http://schemas.openxmlformats.org/drawingml/2006/main" noGrp="1"/>
          </p:cNvSpPr>
          <p:nvPr/>
        </p:nvSpPr>
        <p:spPr>
          <a:xfrm xmlns:a="http://schemas.openxmlformats.org/drawingml/2006/main">
            <a:off x="457200" y="2038350"/>
            <a:ext cx="3886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a:solidFill>
                  <a:srgbClr val="FFFFFF"/>
                </a:solidFill>
                <a:latin typeface="Noto Sans JP Light"/>
                <a:ea typeface="Noto Sans JP Light"/>
                <a:cs typeface="Noto Sans JP Light"/>
              </a:defRPr>
            </a:pPr>
            <a:r>
              <a:rPr sz="1200" b="1">
                <a:solidFill>
                  <a:srgbClr val="FFFFFF"/>
                </a:solidFill>
                <a:latin typeface="Noto Sans JP Light"/>
                <a:ea typeface="Noto Sans JP Light"/>
                <a:cs typeface="Noto Sans JP Light"/>
              </a:rPr>
              <a:t>Brandwissen, Tokens und Guidelines stehen als gemeinsamer Kontext bereit – für digitale und druckfertige PDF-/Bild-Assets.</a:t>
            </a:r>
          </a:p>
        </p:txBody>
      </p:sp>
      <p:sp>
        <p:nvSpPr>
          <p:cNvPr id="8" name="">
            <a:extLst xmlns:a="http://schemas.openxmlformats.org/drawingml/2006/main">
              <a:ext uri="{FF2B5EF4-FFF2-40B4-BE49-F238E27FC236}">
                <a16:creationId xmlns:a16="http://schemas.microsoft.com/office/drawing/2014/main" id="{8D45FA3D-80BC-4BCB-ACC7-75E4D5863BAE}"/>
              </a:ext>
            </a:extLst>
          </p:cNvPr>
          <p:cNvSpPr>
            <a:spLocks xmlns:a="http://schemas.openxmlformats.org/drawingml/2006/main" noGrp="1"/>
          </p:cNvSpPr>
          <p:nvPr/>
        </p:nvSpPr>
        <p:spPr>
          <a:xfrm xmlns:a="http://schemas.openxmlformats.org/drawingml/2006/main">
            <a:off x="457200" y="331470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1">
                <a:solidFill>
                  <a:srgbClr val="FF6A3B"/>
                </a:solidFill>
                <a:latin typeface="IBM Plex Mono"/>
                <a:ea typeface="IBM Plex Mono"/>
                <a:cs typeface="IBM Plex Mono"/>
              </a:defRPr>
            </a:pPr>
            <a:r>
              <a:rPr sz="825" b="1">
                <a:solidFill>
                  <a:srgbClr val="FF6A3B"/>
                </a:solidFill>
                <a:latin typeface="IBM Plex Mono"/>
                <a:ea typeface="IBM Plex Mono"/>
                <a:cs typeface="IBM Plex Mono"/>
              </a:rPr>
              <a:t>01  COMPLIANCE</a:t>
            </a:r>
          </a:p>
        </p:txBody>
      </p:sp>
      <p:sp>
        <p:nvSpPr>
          <p:cNvPr id="9" name="">
            <a:extLst xmlns:a="http://schemas.openxmlformats.org/drawingml/2006/main">
              <a:ext uri="{FF2B5EF4-FFF2-40B4-BE49-F238E27FC236}">
                <a16:creationId xmlns:a16="http://schemas.microsoft.com/office/drawing/2014/main" id="{2AFE3132-5E4C-43C6-99E1-9C0FA63A0272}"/>
              </a:ext>
            </a:extLst>
          </p:cNvPr>
          <p:cNvSpPr>
            <a:spLocks xmlns:a="http://schemas.openxmlformats.org/drawingml/2006/main" noGrp="1"/>
          </p:cNvSpPr>
          <p:nvPr/>
        </p:nvSpPr>
        <p:spPr>
          <a:xfrm xmlns:a="http://schemas.openxmlformats.org/drawingml/2006/main">
            <a:off x="457200" y="363855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a:solidFill>
                  <a:srgbClr val="FFFFFF"/>
                </a:solidFill>
                <a:latin typeface="Noto Sans JP"/>
                <a:ea typeface="Noto Sans JP"/>
                <a:cs typeface="Noto Sans JP"/>
              </a:defRPr>
            </a:pPr>
            <a:r>
              <a:rPr sz="1275" b="1">
                <a:solidFill>
                  <a:srgbClr val="FFFFFF"/>
                </a:solidFill>
                <a:latin typeface="Noto Sans JP"/>
                <a:ea typeface="Noto Sans JP"/>
                <a:cs typeface="Noto Sans JP"/>
              </a:rPr>
              <a:t>Farbe · Typografie · Layout</a:t>
            </a:r>
          </a:p>
          <a:p xmlns:a="http://schemas.openxmlformats.org/drawingml/2006/main">
            <a:pPr algn="l">
              <a:buNone/>
              <a:defRPr sz="1275" b="1">
                <a:solidFill>
                  <a:srgbClr val="FFFFFF"/>
                </a:solidFill>
                <a:latin typeface="Noto Sans JP"/>
                <a:ea typeface="Noto Sans JP"/>
                <a:cs typeface="Noto Sans JP"/>
              </a:defRPr>
            </a:pPr>
            <a:r>
              <a:rPr sz="1275" b="1">
                <a:solidFill>
                  <a:srgbClr val="FFFFFF"/>
                </a:solidFill>
                <a:latin typeface="Noto Sans JP"/>
                <a:ea typeface="Noto Sans JP"/>
                <a:cs typeface="Noto Sans JP"/>
              </a:rPr>
              <a:t>Sprache · Logo</a:t>
            </a:r>
          </a:p>
        </p:txBody>
      </p:sp>
      <p:sp>
        <p:nvSpPr>
          <p:cNvPr id="10" name="">
            <a:extLst xmlns:a="http://schemas.openxmlformats.org/drawingml/2006/main">
              <a:ext uri="{FF2B5EF4-FFF2-40B4-BE49-F238E27FC236}">
                <a16:creationId xmlns:a16="http://schemas.microsoft.com/office/drawing/2014/main" id="{CC142438-DAFC-4D7F-A1E4-28A43BC58B64}"/>
              </a:ext>
            </a:extLst>
          </p:cNvPr>
          <p:cNvSpPr>
            <a:spLocks xmlns:a="http://schemas.openxmlformats.org/drawingml/2006/main" noGrp="1"/>
          </p:cNvSpPr>
          <p:nvPr/>
        </p:nvSpPr>
        <p:spPr>
          <a:xfrm xmlns:a="http://schemas.openxmlformats.org/drawingml/2006/main">
            <a:off x="457200" y="4381500"/>
            <a:ext cx="3429000" cy="19050"/>
          </a:xfrm>
          <a:prstGeom xmlns:a="http://schemas.openxmlformats.org/drawingml/2006/main" prst="rect">
            <a:avLst/>
          </a:prstGeom>
          <a:solidFill xmlns:a="http://schemas.openxmlformats.org/drawingml/2006/main">
            <a:srgbClr val="686868"/>
          </a:solidFill>
          <a:ln xmlns:a="http://schemas.openxmlformats.org/drawingml/2006/main" w="0">
            <a:solidFill>
              <a:srgbClr val="686868"/>
            </a:solidFill>
            <a:prstDash val="solid"/>
          </a:ln>
        </p:spPr>
      </p:sp>
      <p:sp>
        <p:nvSpPr>
          <p:cNvPr id="11" name="">
            <a:extLst xmlns:a="http://schemas.openxmlformats.org/drawingml/2006/main">
              <a:ext uri="{FF2B5EF4-FFF2-40B4-BE49-F238E27FC236}">
                <a16:creationId xmlns:a16="http://schemas.microsoft.com/office/drawing/2014/main" id="{803CA78A-F439-4F54-80B8-2ED31565351C}"/>
              </a:ext>
            </a:extLst>
          </p:cNvPr>
          <p:cNvSpPr>
            <a:spLocks xmlns:a="http://schemas.openxmlformats.org/drawingml/2006/main" noGrp="1"/>
          </p:cNvSpPr>
          <p:nvPr/>
        </p:nvSpPr>
        <p:spPr>
          <a:xfrm xmlns:a="http://schemas.openxmlformats.org/drawingml/2006/main">
            <a:off x="457200" y="46291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1">
                <a:solidFill>
                  <a:srgbClr val="F256B6"/>
                </a:solidFill>
                <a:latin typeface="IBM Plex Mono"/>
                <a:ea typeface="IBM Plex Mono"/>
                <a:cs typeface="IBM Plex Mono"/>
              </a:defRPr>
            </a:pPr>
            <a:r>
              <a:rPr sz="825" b="1">
                <a:solidFill>
                  <a:srgbClr val="F256B6"/>
                </a:solidFill>
                <a:latin typeface="IBM Plex Mono"/>
                <a:ea typeface="IBM Plex Mono"/>
                <a:cs typeface="IBM Plex Mono"/>
              </a:rPr>
              <a:t>02  RESONANZ</a:t>
            </a:r>
          </a:p>
        </p:txBody>
      </p:sp>
      <p:sp>
        <p:nvSpPr>
          <p:cNvPr id="12" name="">
            <a:extLst xmlns:a="http://schemas.openxmlformats.org/drawingml/2006/main">
              <a:ext uri="{FF2B5EF4-FFF2-40B4-BE49-F238E27FC236}">
                <a16:creationId xmlns:a16="http://schemas.microsoft.com/office/drawing/2014/main" id="{4D643BBF-5EC2-499B-A2F2-A52FFF280B1F}"/>
              </a:ext>
            </a:extLst>
          </p:cNvPr>
          <p:cNvSpPr>
            <a:spLocks xmlns:a="http://schemas.openxmlformats.org/drawingml/2006/main" noGrp="1"/>
          </p:cNvSpPr>
          <p:nvPr/>
        </p:nvSpPr>
        <p:spPr>
          <a:xfrm xmlns:a="http://schemas.openxmlformats.org/drawingml/2006/main">
            <a:off x="457200" y="495300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a:solidFill>
                  <a:srgbClr val="FFFFFF"/>
                </a:solidFill>
                <a:latin typeface="Noto Sans JP"/>
                <a:ea typeface="Noto Sans JP"/>
                <a:cs typeface="Noto Sans JP"/>
              </a:defRPr>
            </a:pPr>
            <a:r>
              <a:rPr sz="1275" b="1">
                <a:solidFill>
                  <a:srgbClr val="FFFFFF"/>
                </a:solidFill>
                <a:latin typeface="Noto Sans JP"/>
                <a:ea typeface="Noto Sans JP"/>
                <a:cs typeface="Noto Sans JP"/>
              </a:rPr>
              <a:t>Persona-Wirkung optional</a:t>
            </a:r>
          </a:p>
          <a:p xmlns:a="http://schemas.openxmlformats.org/drawingml/2006/main">
            <a:pPr algn="l">
              <a:buNone/>
              <a:defRPr sz="1275" b="1">
                <a:solidFill>
                  <a:srgbClr val="FFFFFF"/>
                </a:solidFill>
                <a:latin typeface="Noto Sans JP"/>
                <a:ea typeface="Noto Sans JP"/>
                <a:cs typeface="Noto Sans JP"/>
              </a:defRPr>
            </a:pPr>
            <a:r>
              <a:rPr sz="1275" b="1">
                <a:solidFill>
                  <a:srgbClr val="FFFFFF"/>
                </a:solidFill>
                <a:latin typeface="Noto Sans JP"/>
                <a:ea typeface="Noto Sans JP"/>
                <a:cs typeface="Noto Sans JP"/>
              </a:rPr>
              <a:t>über PLEXON + AUDION</a:t>
            </a:r>
          </a:p>
        </p:txBody>
      </p:sp>
      <p:sp>
        <p:nvSpPr>
          <p:cNvPr id="13" name="">
            <a:extLst xmlns:a="http://schemas.openxmlformats.org/drawingml/2006/main">
              <a:ext uri="{FF2B5EF4-FFF2-40B4-BE49-F238E27FC236}">
                <a16:creationId xmlns:a16="http://schemas.microsoft.com/office/drawing/2014/main" id="{9A6142B2-5D40-4F6F-AF40-361BF7E6EB4E}"/>
              </a:ext>
            </a:extLst>
          </p:cNvPr>
          <p:cNvSpPr>
            <a:spLocks xmlns:a="http://schemas.openxmlformats.org/drawingml/2006/main" noGrp="1"/>
          </p:cNvSpPr>
          <p:nvPr/>
        </p:nvSpPr>
        <p:spPr>
          <a:xfrm xmlns:a="http://schemas.openxmlformats.org/drawingml/2006/main">
            <a:off x="457200" y="5924550"/>
            <a:ext cx="3714750" cy="19050"/>
          </a:xfrm>
          <a:prstGeom xmlns:a="http://schemas.openxmlformats.org/drawingml/2006/main" prst="rect">
            <a:avLst/>
          </a:prstGeom>
          <a:solidFill xmlns:a="http://schemas.openxmlformats.org/drawingml/2006/main">
            <a:srgbClr val="FF6A3B"/>
          </a:solidFill>
          <a:ln xmlns:a="http://schemas.openxmlformats.org/drawingml/2006/main" w="0">
            <a:solidFill>
              <a:srgbClr val="FF6A3B"/>
            </a:solidFill>
            <a:prstDash val="solid"/>
          </a:ln>
        </p:spPr>
      </p:sp>
      <p:sp>
        <p:nvSpPr>
          <p:cNvPr id="14" name="">
            <a:extLst xmlns:a="http://schemas.openxmlformats.org/drawingml/2006/main">
              <a:ext uri="{FF2B5EF4-FFF2-40B4-BE49-F238E27FC236}">
                <a16:creationId xmlns:a16="http://schemas.microsoft.com/office/drawing/2014/main" id="{8F6D86B2-1167-48A8-B461-28524AD2EF6A}"/>
              </a:ext>
            </a:extLst>
          </p:cNvPr>
          <p:cNvSpPr>
            <a:spLocks xmlns:a="http://schemas.openxmlformats.org/drawingml/2006/main" noGrp="1"/>
          </p:cNvSpPr>
          <p:nvPr/>
        </p:nvSpPr>
        <p:spPr>
          <a:xfrm xmlns:a="http://schemas.openxmlformats.org/drawingml/2006/main">
            <a:off x="457200" y="6019800"/>
            <a:ext cx="3714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1">
                <a:solidFill>
                  <a:srgbClr val="FF6A3B"/>
                </a:solidFill>
                <a:latin typeface="IBM Plex Mono"/>
                <a:ea typeface="IBM Plex Mono"/>
                <a:cs typeface="IBM Plex Mono"/>
              </a:defRPr>
            </a:pPr>
            <a:r>
              <a:rPr sz="675" b="1">
                <a:solidFill>
                  <a:srgbClr val="FF6A3B"/>
                </a:solidFill>
                <a:latin typeface="IBM Plex Mono"/>
                <a:ea typeface="IBM Plex Mono"/>
                <a:cs typeface="IBM Plex Mono"/>
              </a:rPr>
              <a:t>PRODUKTNAH</a:t>
            </a:r>
          </a:p>
        </p:txBody>
      </p:sp>
      <p:sp>
        <p:nvSpPr>
          <p:cNvPr id="15" name="">
            <a:extLst xmlns:a="http://schemas.openxmlformats.org/drawingml/2006/main">
              <a:ext uri="{FF2B5EF4-FFF2-40B4-BE49-F238E27FC236}">
                <a16:creationId xmlns:a16="http://schemas.microsoft.com/office/drawing/2014/main" id="{5C7C9E01-3011-4666-8FB9-98A9700C169D}"/>
              </a:ext>
            </a:extLst>
          </p:cNvPr>
          <p:cNvSpPr>
            <a:spLocks xmlns:a="http://schemas.openxmlformats.org/drawingml/2006/main" noGrp="1"/>
          </p:cNvSpPr>
          <p:nvPr/>
        </p:nvSpPr>
        <p:spPr>
          <a:xfrm xmlns:a="http://schemas.openxmlformats.org/drawingml/2006/main">
            <a:off x="457200" y="62103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FFFFFF"/>
                </a:solidFill>
                <a:latin typeface="Noto Sans JP Light"/>
                <a:ea typeface="Noto Sans JP Light"/>
                <a:cs typeface="Noto Sans JP Light"/>
              </a:defRPr>
            </a:pPr>
            <a:r>
              <a:rPr sz="1125" b="1">
                <a:solidFill>
                  <a:srgbClr val="FFFFFF"/>
                </a:solidFill>
                <a:latin typeface="Noto Sans JP Light"/>
                <a:ea typeface="Noto Sans JP Light"/>
                <a:cs typeface="Noto Sans JP Light"/>
              </a:rPr>
              <a:t>Pass-Rate · Issues · Regelabdeckung</a:t>
            </a:r>
          </a:p>
        </p:txBody>
      </p:sp>
    </p:spTree>
    <p:extLst>
      <p:ext uri="{BB962C8B-B14F-4D97-AF65-F5344CB8AC3E}">
        <p14:creationId xmlns:p14="http://schemas.microsoft.com/office/powerpoint/2010/main" val="1882521879"/>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705D1399-4944-48B8-8D30-17B4D1DA42FE}"/>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CHECKION · CONTINUOUS QUALITY</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72f749b2083b4706"/>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0194CA4-FAD9-45EB-AD4F-DC2A684A9931}"/>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FFFFFF"/>
                </a:solidFill>
                <a:latin typeface="IBM Plex Mono"/>
                <a:ea typeface="IBM Plex Mono"/>
                <a:cs typeface="IBM Plex Mono"/>
              </a:defRPr>
            </a:pPr>
            <a:r>
              <a:rPr sz="675" b="0">
                <a:solidFill>
                  <a:srgbClr val="FFFFFF"/>
                </a:solidFill>
                <a:latin typeface="IBM Plex Mono"/>
                <a:ea typeface="IBM Plex Mono"/>
                <a:cs typeface="IBM Plex Mono"/>
              </a:rPr>
              <a:t>11</a:t>
            </a:r>
          </a:p>
        </p:txBody>
      </p:sp>
      <p:sp>
        <p:nvSpPr>
          <p:cNvPr id="4" name="">
            <a:extLst xmlns:a="http://schemas.openxmlformats.org/drawingml/2006/main">
              <a:ext uri="{FF2B5EF4-FFF2-40B4-BE49-F238E27FC236}">
                <a16:creationId xmlns:a16="http://schemas.microsoft.com/office/drawing/2014/main" id="{390865E2-0E82-4640-A4E9-3F83012DBF5E}"/>
              </a:ext>
            </a:extLst>
          </p:cNvPr>
          <p:cNvSpPr>
            <a:spLocks xmlns:a="http://schemas.openxmlformats.org/drawingml/2006/main" noGrp="1"/>
          </p:cNvSpPr>
          <p:nvPr/>
        </p:nvSpPr>
        <p:spPr>
          <a:xfrm xmlns:a="http://schemas.openxmlformats.org/drawingml/2006/main">
            <a:off x="457200" y="80010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749"/>
          </a:bodyPr>
          <a:lstStyle xmlns:a="http://schemas.openxmlformats.org/drawingml/2006/main"/>
          <a:p xmlns:a="http://schemas.openxmlformats.org/drawingml/2006/main">
            <a:pPr algn="l">
              <a:buNone/>
              <a:defRPr sz="2850" b="1">
                <a:solidFill>
                  <a:srgbClr val="FFFFFF"/>
                </a:solidFill>
                <a:latin typeface="Noto Sans JP"/>
                <a:ea typeface="Noto Sans JP"/>
                <a:cs typeface="Noto Sans JP"/>
              </a:defRPr>
            </a:pPr>
            <a:r>
              <a:rPr sz="2850" b="1">
                <a:solidFill>
                  <a:srgbClr val="FFFFFF"/>
                </a:solidFill>
                <a:latin typeface="Noto Sans JP"/>
                <a:ea typeface="Noto Sans JP"/>
                <a:cs typeface="Noto Sans JP"/>
              </a:rPr>
              <a:t>Qualität endet nicht beim Launch.</a:t>
            </a:r>
          </a:p>
        </p:txBody>
      </p:sp>
      <p:sp>
        <p:nvSpPr>
          <p:cNvPr id="5" name="">
            <a:extLst xmlns:a="http://schemas.openxmlformats.org/drawingml/2006/main">
              <a:ext uri="{FF2B5EF4-FFF2-40B4-BE49-F238E27FC236}">
                <a16:creationId xmlns:a16="http://schemas.microsoft.com/office/drawing/2014/main" id="{F85E8BA4-A556-4F1F-97C6-DAA6A8F68F8D}"/>
              </a:ext>
            </a:extLst>
          </p:cNvPr>
          <p:cNvSpPr>
            <a:spLocks xmlns:a="http://schemas.openxmlformats.org/drawingml/2006/main" noGrp="1"/>
          </p:cNvSpPr>
          <p:nvPr/>
        </p:nvSpPr>
        <p:spPr>
          <a:xfrm xmlns:a="http://schemas.openxmlformats.org/drawingml/2006/main">
            <a:off x="457200" y="1447800"/>
            <a:ext cx="4191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a:solidFill>
                  <a:srgbClr val="FFFFFF"/>
                </a:solidFill>
                <a:latin typeface="Noto Sans JP Light"/>
                <a:ea typeface="Noto Sans JP Light"/>
                <a:cs typeface="Noto Sans JP Light"/>
              </a:defRPr>
            </a:pPr>
            <a:r>
              <a:rPr sz="1200" b="1">
                <a:solidFill>
                  <a:srgbClr val="FFFFFF"/>
                </a:solidFill>
                <a:latin typeface="Noto Sans JP Light"/>
                <a:ea typeface="Noto Sans JP Light"/>
                <a:cs typeface="Noto Sans JP Light"/>
              </a:rPr>
              <a:t>CHECKION macht Website-Qualität wiederholbar messbar – vor dem Release, im Re-Run und über ganze Portfolios.</a:t>
            </a:r>
          </a:p>
        </p:txBody>
      </p:sp>
      <p:sp>
        <p:nvSpPr>
          <p:cNvPr id="6" name="">
            <a:extLst xmlns:a="http://schemas.openxmlformats.org/drawingml/2006/main">
              <a:ext uri="{FF2B5EF4-FFF2-40B4-BE49-F238E27FC236}">
                <a16:creationId xmlns:a16="http://schemas.microsoft.com/office/drawing/2014/main" id="{5D95B3C7-9799-4A20-A51D-408FCD9D6AB5}"/>
              </a:ext>
            </a:extLst>
          </p:cNvPr>
          <p:cNvSpPr>
            <a:spLocks xmlns:a="http://schemas.openxmlformats.org/drawingml/2006/main" noGrp="1"/>
          </p:cNvSpPr>
          <p:nvPr/>
        </p:nvSpPr>
        <p:spPr>
          <a:xfrm xmlns:a="http://schemas.openxmlformats.org/drawingml/2006/main">
            <a:off x="457200" y="2590800"/>
            <a:ext cx="266700" cy="38100"/>
          </a:xfrm>
          <a:prstGeom xmlns:a="http://schemas.openxmlformats.org/drawingml/2006/main" prst="rect">
            <a:avLst/>
          </a:prstGeom>
          <a:solidFill xmlns:a="http://schemas.openxmlformats.org/drawingml/2006/main">
            <a:srgbClr val="00CA55"/>
          </a:solidFill>
          <a:ln xmlns:a="http://schemas.openxmlformats.org/drawingml/2006/main" w="0">
            <a:solidFill>
              <a:srgbClr val="00CA55"/>
            </a:solidFill>
            <a:prstDash val="solid"/>
          </a:ln>
        </p:spPr>
      </p:sp>
      <p:sp>
        <p:nvSpPr>
          <p:cNvPr id="7" name="">
            <a:extLst xmlns:a="http://schemas.openxmlformats.org/drawingml/2006/main">
              <a:ext uri="{FF2B5EF4-FFF2-40B4-BE49-F238E27FC236}">
                <a16:creationId xmlns:a16="http://schemas.microsoft.com/office/drawing/2014/main" id="{74C79382-F9DD-4ACC-8E76-A93E8B7F419D}"/>
              </a:ext>
            </a:extLst>
          </p:cNvPr>
          <p:cNvSpPr>
            <a:spLocks xmlns:a="http://schemas.openxmlformats.org/drawingml/2006/main" noGrp="1"/>
          </p:cNvSpPr>
          <p:nvPr/>
        </p:nvSpPr>
        <p:spPr>
          <a:xfrm xmlns:a="http://schemas.openxmlformats.org/drawingml/2006/main">
            <a:off x="819150" y="247650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FFFFF"/>
                </a:solidFill>
                <a:latin typeface="IBM Plex Mono"/>
                <a:ea typeface="IBM Plex Mono"/>
                <a:cs typeface="IBM Plex Mono"/>
              </a:defRPr>
            </a:pPr>
            <a:r>
              <a:rPr sz="975" b="1">
                <a:solidFill>
                  <a:srgbClr val="FFFFFF"/>
                </a:solidFill>
                <a:latin typeface="IBM Plex Mono"/>
                <a:ea typeface="IBM Plex Mono"/>
                <a:cs typeface="IBM Plex Mono"/>
              </a:rPr>
              <a:t>SEO</a:t>
            </a:r>
          </a:p>
        </p:txBody>
      </p:sp>
      <p:sp>
        <p:nvSpPr>
          <p:cNvPr id="8" name="">
            <a:extLst xmlns:a="http://schemas.openxmlformats.org/drawingml/2006/main">
              <a:ext uri="{FF2B5EF4-FFF2-40B4-BE49-F238E27FC236}">
                <a16:creationId xmlns:a16="http://schemas.microsoft.com/office/drawing/2014/main" id="{0869CB1F-9800-4CE3-A063-4A9BD5E1206A}"/>
              </a:ext>
            </a:extLst>
          </p:cNvPr>
          <p:cNvSpPr>
            <a:spLocks xmlns:a="http://schemas.openxmlformats.org/drawingml/2006/main" noGrp="1"/>
          </p:cNvSpPr>
          <p:nvPr/>
        </p:nvSpPr>
        <p:spPr>
          <a:xfrm xmlns:a="http://schemas.openxmlformats.org/drawingml/2006/main">
            <a:off x="2219325" y="2590800"/>
            <a:ext cx="266700" cy="38100"/>
          </a:xfrm>
          <a:prstGeom xmlns:a="http://schemas.openxmlformats.org/drawingml/2006/main" prst="rect">
            <a:avLst/>
          </a:prstGeom>
          <a:solidFill xmlns:a="http://schemas.openxmlformats.org/drawingml/2006/main">
            <a:srgbClr val="F256B6"/>
          </a:solidFill>
          <a:ln xmlns:a="http://schemas.openxmlformats.org/drawingml/2006/main" w="0">
            <a:solidFill>
              <a:srgbClr val="F256B6"/>
            </a:solidFill>
            <a:prstDash val="solid"/>
          </a:ln>
        </p:spPr>
      </p:sp>
      <p:sp>
        <p:nvSpPr>
          <p:cNvPr id="9" name="">
            <a:extLst xmlns:a="http://schemas.openxmlformats.org/drawingml/2006/main">
              <a:ext uri="{FF2B5EF4-FFF2-40B4-BE49-F238E27FC236}">
                <a16:creationId xmlns:a16="http://schemas.microsoft.com/office/drawing/2014/main" id="{96CD7EFA-B6A8-4ADB-9B65-0D8D7488ABFC}"/>
              </a:ext>
            </a:extLst>
          </p:cNvPr>
          <p:cNvSpPr>
            <a:spLocks xmlns:a="http://schemas.openxmlformats.org/drawingml/2006/main" noGrp="1"/>
          </p:cNvSpPr>
          <p:nvPr/>
        </p:nvSpPr>
        <p:spPr>
          <a:xfrm xmlns:a="http://schemas.openxmlformats.org/drawingml/2006/main">
            <a:off x="2581275" y="247650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FFFFF"/>
                </a:solidFill>
                <a:latin typeface="IBM Plex Mono"/>
                <a:ea typeface="IBM Plex Mono"/>
                <a:cs typeface="IBM Plex Mono"/>
              </a:defRPr>
            </a:pPr>
            <a:r>
              <a:rPr sz="975" b="1">
                <a:solidFill>
                  <a:srgbClr val="FFFFFF"/>
                </a:solidFill>
                <a:latin typeface="IBM Plex Mono"/>
                <a:ea typeface="IBM Plex Mono"/>
                <a:cs typeface="IBM Plex Mono"/>
              </a:rPr>
              <a:t>GEO</a:t>
            </a:r>
          </a:p>
        </p:txBody>
      </p:sp>
      <p:sp>
        <p:nvSpPr>
          <p:cNvPr id="10" name="">
            <a:extLst xmlns:a="http://schemas.openxmlformats.org/drawingml/2006/main">
              <a:ext uri="{FF2B5EF4-FFF2-40B4-BE49-F238E27FC236}">
                <a16:creationId xmlns:a16="http://schemas.microsoft.com/office/drawing/2014/main" id="{74253E43-DAE8-4746-BBE9-6FBFCEF1449D}"/>
              </a:ext>
            </a:extLst>
          </p:cNvPr>
          <p:cNvSpPr>
            <a:spLocks xmlns:a="http://schemas.openxmlformats.org/drawingml/2006/main" noGrp="1"/>
          </p:cNvSpPr>
          <p:nvPr/>
        </p:nvSpPr>
        <p:spPr>
          <a:xfrm xmlns:a="http://schemas.openxmlformats.org/drawingml/2006/main">
            <a:off x="457200" y="3143250"/>
            <a:ext cx="266700" cy="38100"/>
          </a:xfrm>
          <a:prstGeom xmlns:a="http://schemas.openxmlformats.org/drawingml/2006/main" prst="rect">
            <a:avLst/>
          </a:prstGeom>
          <a:solidFill xmlns:a="http://schemas.openxmlformats.org/drawingml/2006/main">
            <a:srgbClr val="FEF14D"/>
          </a:solidFill>
          <a:ln xmlns:a="http://schemas.openxmlformats.org/drawingml/2006/main" w="0">
            <a:solidFill>
              <a:srgbClr val="FEF14D"/>
            </a:solidFill>
            <a:prstDash val="solid"/>
          </a:ln>
        </p:spPr>
      </p:sp>
      <p:sp>
        <p:nvSpPr>
          <p:cNvPr id="11" name="">
            <a:extLst xmlns:a="http://schemas.openxmlformats.org/drawingml/2006/main">
              <a:ext uri="{FF2B5EF4-FFF2-40B4-BE49-F238E27FC236}">
                <a16:creationId xmlns:a16="http://schemas.microsoft.com/office/drawing/2014/main" id="{0106F634-0B35-4FC7-ADF5-A8E81A2BA239}"/>
              </a:ext>
            </a:extLst>
          </p:cNvPr>
          <p:cNvSpPr>
            <a:spLocks xmlns:a="http://schemas.openxmlformats.org/drawingml/2006/main" noGrp="1"/>
          </p:cNvSpPr>
          <p:nvPr/>
        </p:nvSpPr>
        <p:spPr>
          <a:xfrm xmlns:a="http://schemas.openxmlformats.org/drawingml/2006/main">
            <a:off x="819150" y="302895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FFFFF"/>
                </a:solidFill>
                <a:latin typeface="IBM Plex Mono"/>
                <a:ea typeface="IBM Plex Mono"/>
                <a:cs typeface="IBM Plex Mono"/>
              </a:defRPr>
            </a:pPr>
            <a:r>
              <a:rPr sz="975" b="1">
                <a:solidFill>
                  <a:srgbClr val="FFFFFF"/>
                </a:solidFill>
                <a:latin typeface="IBM Plex Mono"/>
                <a:ea typeface="IBM Plex Mono"/>
                <a:cs typeface="IBM Plex Mono"/>
              </a:rPr>
              <a:t>CONTENT</a:t>
            </a:r>
          </a:p>
        </p:txBody>
      </p:sp>
      <p:sp>
        <p:nvSpPr>
          <p:cNvPr id="12" name="">
            <a:extLst xmlns:a="http://schemas.openxmlformats.org/drawingml/2006/main">
              <a:ext uri="{FF2B5EF4-FFF2-40B4-BE49-F238E27FC236}">
                <a16:creationId xmlns:a16="http://schemas.microsoft.com/office/drawing/2014/main" id="{7C0C3AC2-1367-4121-930F-7F02E91D7805}"/>
              </a:ext>
            </a:extLst>
          </p:cNvPr>
          <p:cNvSpPr>
            <a:spLocks xmlns:a="http://schemas.openxmlformats.org/drawingml/2006/main" noGrp="1"/>
          </p:cNvSpPr>
          <p:nvPr/>
        </p:nvSpPr>
        <p:spPr>
          <a:xfrm xmlns:a="http://schemas.openxmlformats.org/drawingml/2006/main">
            <a:off x="2219325" y="3143250"/>
            <a:ext cx="266700" cy="38100"/>
          </a:xfrm>
          <a:prstGeom xmlns:a="http://schemas.openxmlformats.org/drawingml/2006/main" prst="rect">
            <a:avLst/>
          </a:prstGeom>
          <a:solidFill xmlns:a="http://schemas.openxmlformats.org/drawingml/2006/main">
            <a:srgbClr val="FF6A3B"/>
          </a:solidFill>
          <a:ln xmlns:a="http://schemas.openxmlformats.org/drawingml/2006/main" w="0">
            <a:solidFill>
              <a:srgbClr val="FF6A3B"/>
            </a:solidFill>
            <a:prstDash val="solid"/>
          </a:ln>
        </p:spPr>
      </p:sp>
      <p:sp>
        <p:nvSpPr>
          <p:cNvPr id="13" name="">
            <a:extLst xmlns:a="http://schemas.openxmlformats.org/drawingml/2006/main">
              <a:ext uri="{FF2B5EF4-FFF2-40B4-BE49-F238E27FC236}">
                <a16:creationId xmlns:a16="http://schemas.microsoft.com/office/drawing/2014/main" id="{DFE9B3AF-959A-4651-A3FD-8EB391D48B19}"/>
              </a:ext>
            </a:extLst>
          </p:cNvPr>
          <p:cNvSpPr>
            <a:spLocks xmlns:a="http://schemas.openxmlformats.org/drawingml/2006/main" noGrp="1"/>
          </p:cNvSpPr>
          <p:nvPr/>
        </p:nvSpPr>
        <p:spPr>
          <a:xfrm xmlns:a="http://schemas.openxmlformats.org/drawingml/2006/main">
            <a:off x="2581275" y="302895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FFFFF"/>
                </a:solidFill>
                <a:latin typeface="IBM Plex Mono"/>
                <a:ea typeface="IBM Plex Mono"/>
                <a:cs typeface="IBM Plex Mono"/>
              </a:defRPr>
            </a:pPr>
            <a:r>
              <a:rPr sz="975" b="1">
                <a:solidFill>
                  <a:srgbClr val="FFFFFF"/>
                </a:solidFill>
                <a:latin typeface="IBM Plex Mono"/>
                <a:ea typeface="IBM Plex Mono"/>
                <a:cs typeface="IBM Plex Mono"/>
              </a:rPr>
              <a:t>ACCESSIBILITY</a:t>
            </a:r>
          </a:p>
        </p:txBody>
      </p:sp>
      <p:sp>
        <p:nvSpPr>
          <p:cNvPr id="14" name="">
            <a:extLst xmlns:a="http://schemas.openxmlformats.org/drawingml/2006/main">
              <a:ext uri="{FF2B5EF4-FFF2-40B4-BE49-F238E27FC236}">
                <a16:creationId xmlns:a16="http://schemas.microsoft.com/office/drawing/2014/main" id="{4990C6E8-90F7-48C8-AA9E-D02EBC2B8FE7}"/>
              </a:ext>
            </a:extLst>
          </p:cNvPr>
          <p:cNvSpPr>
            <a:spLocks xmlns:a="http://schemas.openxmlformats.org/drawingml/2006/main" noGrp="1"/>
          </p:cNvSpPr>
          <p:nvPr/>
        </p:nvSpPr>
        <p:spPr>
          <a:xfrm xmlns:a="http://schemas.openxmlformats.org/drawingml/2006/main">
            <a:off x="457200" y="3695700"/>
            <a:ext cx="266700" cy="381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5" name="">
            <a:extLst xmlns:a="http://schemas.openxmlformats.org/drawingml/2006/main">
              <a:ext uri="{FF2B5EF4-FFF2-40B4-BE49-F238E27FC236}">
                <a16:creationId xmlns:a16="http://schemas.microsoft.com/office/drawing/2014/main" id="{96BC98D5-D19D-4F24-B1FD-02F22A32666C}"/>
              </a:ext>
            </a:extLst>
          </p:cNvPr>
          <p:cNvSpPr>
            <a:spLocks xmlns:a="http://schemas.openxmlformats.org/drawingml/2006/main" noGrp="1"/>
          </p:cNvSpPr>
          <p:nvPr/>
        </p:nvSpPr>
        <p:spPr>
          <a:xfrm xmlns:a="http://schemas.openxmlformats.org/drawingml/2006/main">
            <a:off x="819150" y="358140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FFFFF"/>
                </a:solidFill>
                <a:latin typeface="IBM Plex Mono"/>
                <a:ea typeface="IBM Plex Mono"/>
                <a:cs typeface="IBM Plex Mono"/>
              </a:defRPr>
            </a:pPr>
            <a:r>
              <a:rPr sz="975" b="1">
                <a:solidFill>
                  <a:srgbClr val="FFFFFF"/>
                </a:solidFill>
                <a:latin typeface="IBM Plex Mono"/>
                <a:ea typeface="IBM Plex Mono"/>
                <a:cs typeface="IBM Plex Mono"/>
              </a:rPr>
              <a:t>PERFORMANCE</a:t>
            </a:r>
          </a:p>
        </p:txBody>
      </p:sp>
      <p:sp>
        <p:nvSpPr>
          <p:cNvPr id="16" name="">
            <a:extLst xmlns:a="http://schemas.openxmlformats.org/drawingml/2006/main">
              <a:ext uri="{FF2B5EF4-FFF2-40B4-BE49-F238E27FC236}">
                <a16:creationId xmlns:a16="http://schemas.microsoft.com/office/drawing/2014/main" id="{69FB5772-4076-4FB6-99AA-040783DF2BBC}"/>
              </a:ext>
            </a:extLst>
          </p:cNvPr>
          <p:cNvSpPr>
            <a:spLocks xmlns:a="http://schemas.openxmlformats.org/drawingml/2006/main" noGrp="1"/>
          </p:cNvSpPr>
          <p:nvPr/>
        </p:nvSpPr>
        <p:spPr>
          <a:xfrm xmlns:a="http://schemas.openxmlformats.org/drawingml/2006/main">
            <a:off x="2219325" y="3695700"/>
            <a:ext cx="266700" cy="38100"/>
          </a:xfrm>
          <a:prstGeom xmlns:a="http://schemas.openxmlformats.org/drawingml/2006/main" prst="rect">
            <a:avLst/>
          </a:prstGeom>
          <a:solidFill xmlns:a="http://schemas.openxmlformats.org/drawingml/2006/main">
            <a:srgbClr val="BDEFCF"/>
          </a:solidFill>
          <a:ln xmlns:a="http://schemas.openxmlformats.org/drawingml/2006/main" w="0">
            <a:solidFill>
              <a:srgbClr val="BDEFCF"/>
            </a:solidFill>
            <a:prstDash val="solid"/>
          </a:ln>
        </p:spPr>
      </p:sp>
      <p:sp>
        <p:nvSpPr>
          <p:cNvPr id="17" name="">
            <a:extLst xmlns:a="http://schemas.openxmlformats.org/drawingml/2006/main">
              <a:ext uri="{FF2B5EF4-FFF2-40B4-BE49-F238E27FC236}">
                <a16:creationId xmlns:a16="http://schemas.microsoft.com/office/drawing/2014/main" id="{BDA7A231-0E97-4DB6-AE55-C863651BA89B}"/>
              </a:ext>
            </a:extLst>
          </p:cNvPr>
          <p:cNvSpPr>
            <a:spLocks xmlns:a="http://schemas.openxmlformats.org/drawingml/2006/main" noGrp="1"/>
          </p:cNvSpPr>
          <p:nvPr/>
        </p:nvSpPr>
        <p:spPr>
          <a:xfrm xmlns:a="http://schemas.openxmlformats.org/drawingml/2006/main">
            <a:off x="2581275" y="358140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FFFFF"/>
                </a:solidFill>
                <a:latin typeface="IBM Plex Mono"/>
                <a:ea typeface="IBM Plex Mono"/>
                <a:cs typeface="IBM Plex Mono"/>
              </a:defRPr>
            </a:pPr>
            <a:r>
              <a:rPr sz="975" b="1">
                <a:solidFill>
                  <a:srgbClr val="FFFFFF"/>
                </a:solidFill>
                <a:latin typeface="IBM Plex Mono"/>
                <a:ea typeface="IBM Plex Mono"/>
                <a:cs typeface="IBM Plex Mono"/>
              </a:rPr>
              <a:t>TECHNIK</a:t>
            </a:r>
          </a:p>
        </p:txBody>
      </p:sp>
      <p:sp>
        <p:nvSpPr>
          <p:cNvPr id="18" name="">
            <a:extLst xmlns:a="http://schemas.openxmlformats.org/drawingml/2006/main">
              <a:ext uri="{FF2B5EF4-FFF2-40B4-BE49-F238E27FC236}">
                <a16:creationId xmlns:a16="http://schemas.microsoft.com/office/drawing/2014/main" id="{969B0C26-AA66-459E-AC03-6687A14037E4}"/>
              </a:ext>
            </a:extLst>
          </p:cNvPr>
          <p:cNvSpPr>
            <a:spLocks xmlns:a="http://schemas.openxmlformats.org/drawingml/2006/main" noGrp="1"/>
          </p:cNvSpPr>
          <p:nvPr/>
        </p:nvSpPr>
        <p:spPr>
          <a:xfrm xmlns:a="http://schemas.openxmlformats.org/drawingml/2006/main">
            <a:off x="5219700" y="1104900"/>
            <a:ext cx="6134100" cy="3390900"/>
          </a:xfrm>
          <a:prstGeom xmlns:a="http://schemas.openxmlformats.org/drawingml/2006/main" prst="rect">
            <a:avLst/>
          </a:prstGeom>
          <a:solidFill xmlns:a="http://schemas.openxmlformats.org/drawingml/2006/main">
            <a:srgbClr val="FFFFFF"/>
          </a:solidFill>
          <a:ln xmlns:a="http://schemas.openxmlformats.org/drawingml/2006/main" w="19050">
            <a:solidFill>
              <a:srgbClr val="FFFFFF"/>
            </a:solidFill>
            <a:prstDash val="solid"/>
          </a:ln>
        </p:spPr>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48567ca2f8ea4037"/>
          <a:srcRect xmlns:a="http://schemas.openxmlformats.org/drawingml/2006/main" l="0" t="1197" r="0" b="1197"/>
          <a:stretch xmlns:a="http://schemas.openxmlformats.org/drawingml/2006/main">
            <a:fillRect l="0" t="0" r="0" b="0"/>
          </a:stretch>
        </p:blipFill>
        <p:spPr>
          <a:xfrm xmlns:a="http://schemas.openxmlformats.org/drawingml/2006/main">
            <a:off x="5314950" y="1200150"/>
            <a:ext cx="5943600" cy="32004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5B20541E-0670-4756-9BF7-D488676C28E4}"/>
              </a:ext>
            </a:extLst>
          </p:cNvPr>
          <p:cNvSpPr>
            <a:spLocks xmlns:a="http://schemas.openxmlformats.org/drawingml/2006/main" noGrp="1"/>
          </p:cNvSpPr>
          <p:nvPr/>
        </p:nvSpPr>
        <p:spPr>
          <a:xfrm xmlns:a="http://schemas.openxmlformats.org/drawingml/2006/main">
            <a:off x="6858000" y="4000500"/>
            <a:ext cx="4267200"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FFFFFF"/>
            </a:solidFill>
            <a:prstDash val="solid"/>
          </a:ln>
        </p:spPr>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298d5a926ca44ffe"/>
          <a:srcRect xmlns:a="http://schemas.openxmlformats.org/drawingml/2006/main" l="0" t="7647" r="0" b="7647"/>
          <a:stretch xmlns:a="http://schemas.openxmlformats.org/drawingml/2006/main">
            <a:fillRect l="0" t="0" r="0" b="0"/>
          </a:stretch>
        </p:blipFill>
        <p:spPr>
          <a:xfrm xmlns:a="http://schemas.openxmlformats.org/drawingml/2006/main">
            <a:off x="6953250" y="4095750"/>
            <a:ext cx="4076700" cy="190500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53699A13-B52F-4E05-AC0F-4634775E823B}"/>
              </a:ext>
            </a:extLst>
          </p:cNvPr>
          <p:cNvSpPr>
            <a:spLocks xmlns:a="http://schemas.openxmlformats.org/drawingml/2006/main" noGrp="1"/>
          </p:cNvSpPr>
          <p:nvPr/>
        </p:nvSpPr>
        <p:spPr>
          <a:xfrm xmlns:a="http://schemas.openxmlformats.org/drawingml/2006/main">
            <a:off x="4762500" y="4343400"/>
            <a:ext cx="2990850" cy="1657350"/>
          </a:xfrm>
          <a:prstGeom xmlns:a="http://schemas.openxmlformats.org/drawingml/2006/main" prst="rect">
            <a:avLst/>
          </a:prstGeom>
          <a:solidFill xmlns:a="http://schemas.openxmlformats.org/drawingml/2006/main">
            <a:srgbClr val="FFFFFF"/>
          </a:solidFill>
          <a:ln xmlns:a="http://schemas.openxmlformats.org/drawingml/2006/main" w="19050">
            <a:solidFill>
              <a:srgbClr val="FFFFFF"/>
            </a:solidFill>
            <a:prstDash val="solid"/>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e5672649dffe47b1"/>
          <a:srcRect xmlns:a="http://schemas.openxmlformats.org/drawingml/2006/main" l="0" t="2525" r="0" b="2525"/>
          <a:stretch xmlns:a="http://schemas.openxmlformats.org/drawingml/2006/main">
            <a:fillRect l="0" t="0" r="0" b="0"/>
          </a:stretch>
        </p:blipFill>
        <p:spPr>
          <a:xfrm xmlns:a="http://schemas.openxmlformats.org/drawingml/2006/main">
            <a:off x="4857750" y="4438650"/>
            <a:ext cx="2800350" cy="146685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ADC92E78-ED26-4617-8E07-D3D3E9EC2464}"/>
              </a:ext>
            </a:extLst>
          </p:cNvPr>
          <p:cNvSpPr>
            <a:spLocks xmlns:a="http://schemas.openxmlformats.org/drawingml/2006/main" noGrp="1"/>
          </p:cNvSpPr>
          <p:nvPr/>
        </p:nvSpPr>
        <p:spPr>
          <a:xfrm xmlns:a="http://schemas.openxmlformats.org/drawingml/2006/main">
            <a:off x="457200" y="4762500"/>
            <a:ext cx="3829050" cy="1181100"/>
          </a:xfrm>
          <a:prstGeom xmlns:a="http://schemas.openxmlformats.org/drawingml/2006/main" prst="rect">
            <a:avLst/>
          </a:prstGeom>
          <a:solidFill xmlns:a="http://schemas.openxmlformats.org/drawingml/2006/main">
            <a:srgbClr val="111111"/>
          </a:solidFill>
          <a:ln xmlns:a="http://schemas.openxmlformats.org/drawingml/2006/main" w="9525">
            <a:solidFill>
              <a:srgbClr val="686868"/>
            </a:solidFill>
            <a:prstDash val="solid"/>
          </a:ln>
        </p:spPr>
      </p:sp>
      <p:sp>
        <p:nvSpPr>
          <p:cNvPr id="25" name="">
            <a:extLst xmlns:a="http://schemas.openxmlformats.org/drawingml/2006/main">
              <a:ext uri="{FF2B5EF4-FFF2-40B4-BE49-F238E27FC236}">
                <a16:creationId xmlns:a16="http://schemas.microsoft.com/office/drawing/2014/main" id="{31B5E0A5-4F8B-4F47-A983-2287BD57FB8C}"/>
              </a:ext>
            </a:extLst>
          </p:cNvPr>
          <p:cNvSpPr>
            <a:spLocks xmlns:a="http://schemas.openxmlformats.org/drawingml/2006/main" noGrp="1"/>
          </p:cNvSpPr>
          <p:nvPr/>
        </p:nvSpPr>
        <p:spPr>
          <a:xfrm xmlns:a="http://schemas.openxmlformats.org/drawingml/2006/main">
            <a:off x="628650" y="4953000"/>
            <a:ext cx="3486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l">
              <a:buNone/>
              <a:defRPr sz="750" b="1">
                <a:solidFill>
                  <a:srgbClr val="FF6A3B"/>
                </a:solidFill>
                <a:latin typeface="IBM Plex Mono"/>
                <a:ea typeface="IBM Plex Mono"/>
                <a:cs typeface="IBM Plex Mono"/>
              </a:defRPr>
            </a:pPr>
            <a:r>
              <a:rPr sz="750" b="1">
                <a:solidFill>
                  <a:srgbClr val="FF6A3B"/>
                </a:solidFill>
                <a:latin typeface="IBM Plex Mono"/>
                <a:ea typeface="IBM Plex Mono"/>
                <a:cs typeface="IBM Plex Mono"/>
              </a:rPr>
              <a:t>RELEASE GATE  ·  RE-RUN  ·  PORTFOLIO</a:t>
            </a:r>
          </a:p>
        </p:txBody>
      </p:sp>
      <p:sp>
        <p:nvSpPr>
          <p:cNvPr id="26" name="">
            <a:extLst xmlns:a="http://schemas.openxmlformats.org/drawingml/2006/main">
              <a:ext uri="{FF2B5EF4-FFF2-40B4-BE49-F238E27FC236}">
                <a16:creationId xmlns:a16="http://schemas.microsoft.com/office/drawing/2014/main" id="{AFA687F1-794D-40DA-8776-EC7119EA8289}"/>
              </a:ext>
            </a:extLst>
          </p:cNvPr>
          <p:cNvSpPr>
            <a:spLocks xmlns:a="http://schemas.openxmlformats.org/drawingml/2006/main" noGrp="1"/>
          </p:cNvSpPr>
          <p:nvPr/>
        </p:nvSpPr>
        <p:spPr>
          <a:xfrm xmlns:a="http://schemas.openxmlformats.org/drawingml/2006/main">
            <a:off x="628650" y="5295900"/>
            <a:ext cx="333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975" b="1">
                <a:solidFill>
                  <a:srgbClr val="FFFFFF"/>
                </a:solidFill>
                <a:latin typeface="Noto Sans JP Light"/>
                <a:ea typeface="Noto Sans JP Light"/>
                <a:cs typeface="Noto Sans JP Light"/>
              </a:defRPr>
            </a:pPr>
            <a:r>
              <a:rPr sz="975" b="1">
                <a:solidFill>
                  <a:srgbClr val="FFFFFF"/>
                </a:solidFill>
                <a:latin typeface="Noto Sans JP Light"/>
                <a:ea typeface="Noto Sans JP Light"/>
                <a:cs typeface="Noto Sans JP Light"/>
              </a:rPr>
              <a:t>Zeitsteuerung über PLEXON oder externe Trigger konfigurierbar. Native Pläne: Roadmap.</a:t>
            </a:r>
          </a:p>
        </p:txBody>
      </p:sp>
      <p:sp>
        <p:nvSpPr>
          <p:cNvPr id="27" name="">
            <a:extLst xmlns:a="http://schemas.openxmlformats.org/drawingml/2006/main">
              <a:ext uri="{FF2B5EF4-FFF2-40B4-BE49-F238E27FC236}">
                <a16:creationId xmlns:a16="http://schemas.microsoft.com/office/drawing/2014/main" id="{ED66A61A-BC93-43E0-A3AB-24166DCE7CB5}"/>
              </a:ext>
            </a:extLst>
          </p:cNvPr>
          <p:cNvSpPr>
            <a:spLocks xmlns:a="http://schemas.openxmlformats.org/drawingml/2006/main" noGrp="1"/>
          </p:cNvSpPr>
          <p:nvPr/>
        </p:nvSpPr>
        <p:spPr>
          <a:xfrm xmlns:a="http://schemas.openxmlformats.org/drawingml/2006/main">
            <a:off x="457200" y="6267450"/>
            <a:ext cx="838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FFFFF"/>
                </a:solidFill>
                <a:latin typeface="IBM Plex Mono"/>
                <a:ea typeface="IBM Plex Mono"/>
                <a:cs typeface="IBM Plex Mono"/>
              </a:defRPr>
            </a:pPr>
            <a:r>
              <a:rPr sz="750" b="1">
                <a:solidFill>
                  <a:srgbClr val="FFFFFF"/>
                </a:solidFill>
                <a:latin typeface="IBM Plex Mono"/>
                <a:ea typeface="IBM Plex Mono"/>
                <a:cs typeface="IBM Plex Mono"/>
              </a:rPr>
              <a:t>Produkt: Issues · Coverage · Pass-Rate     Pilot: Lösungszeit · Regressionen</a:t>
            </a:r>
          </a:p>
        </p:txBody>
      </p:sp>
    </p:spTree>
    <p:extLst>
      <p:ext uri="{BB962C8B-B14F-4D97-AF65-F5344CB8AC3E}">
        <p14:creationId xmlns:p14="http://schemas.microsoft.com/office/powerpoint/2010/main" val="203840759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0306AA7D-B207-42F1-842D-2497A0815388}"/>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OFFENES ÖKOSYSTEM</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8dde7a9fd73e4a91"/>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3B57203-8C7E-4404-876F-699D9FC42138}"/>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686868"/>
                </a:solidFill>
                <a:latin typeface="IBM Plex Mono"/>
                <a:ea typeface="IBM Plex Mono"/>
                <a:cs typeface="IBM Plex Mono"/>
              </a:defRPr>
            </a:pPr>
            <a:r>
              <a:rPr sz="675" b="0">
                <a:solidFill>
                  <a:srgbClr val="686868"/>
                </a:solidFill>
                <a:latin typeface="IBM Plex Mono"/>
                <a:ea typeface="IBM Plex Mono"/>
                <a:cs typeface="IBM Plex Mono"/>
              </a:rPr>
              <a:t>12</a:t>
            </a:r>
          </a:p>
        </p:txBody>
      </p:sp>
      <p:sp>
        <p:nvSpPr>
          <p:cNvPr id="4" name="">
            <a:extLst xmlns:a="http://schemas.openxmlformats.org/drawingml/2006/main">
              <a:ext uri="{FF2B5EF4-FFF2-40B4-BE49-F238E27FC236}">
                <a16:creationId xmlns:a16="http://schemas.microsoft.com/office/drawing/2014/main" id="{7E2F8192-821B-49F1-8DA2-11CA2433478A}"/>
              </a:ext>
            </a:extLst>
          </p:cNvPr>
          <p:cNvSpPr>
            <a:spLocks xmlns:a="http://schemas.openxmlformats.org/drawingml/2006/main" noGrp="1"/>
          </p:cNvSpPr>
          <p:nvPr/>
        </p:nvSpPr>
        <p:spPr>
          <a:xfrm xmlns:a="http://schemas.openxmlformats.org/drawingml/2006/main">
            <a:off x="457200" y="78105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850" b="1">
                <a:solidFill>
                  <a:srgbClr val="111111"/>
                </a:solidFill>
                <a:latin typeface="Noto Sans JP"/>
                <a:ea typeface="Noto Sans JP"/>
                <a:cs typeface="Noto Sans JP"/>
              </a:defRPr>
            </a:pPr>
            <a:r>
              <a:rPr sz="2850" b="1">
                <a:solidFill>
                  <a:srgbClr val="111111"/>
                </a:solidFill>
                <a:latin typeface="Noto Sans JP"/>
                <a:ea typeface="Noto Sans JP"/>
                <a:cs typeface="Noto Sans JP"/>
              </a:rPr>
              <a:t>PLEXON arbeitet mit Ihrem Stack. Nicht gegen ihn.</a:t>
            </a:r>
          </a:p>
        </p:txBody>
      </p:sp>
      <p:sp>
        <p:nvSpPr>
          <p:cNvPr id="5" name="">
            <a:extLst xmlns:a="http://schemas.openxmlformats.org/drawingml/2006/main">
              <a:ext uri="{FF2B5EF4-FFF2-40B4-BE49-F238E27FC236}">
                <a16:creationId xmlns:a16="http://schemas.microsoft.com/office/drawing/2014/main" id="{1F227C2B-6DCD-4AF7-8780-81F8621429C4}"/>
              </a:ext>
            </a:extLst>
          </p:cNvPr>
          <p:cNvSpPr>
            <a:spLocks xmlns:a="http://schemas.openxmlformats.org/drawingml/2006/main" noGrp="1"/>
          </p:cNvSpPr>
          <p:nvPr/>
        </p:nvSpPr>
        <p:spPr>
          <a:xfrm xmlns:a="http://schemas.openxmlformats.org/drawingml/2006/main">
            <a:off x="457200" y="1409700"/>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a:solidFill>
                  <a:srgbClr val="111111"/>
                </a:solidFill>
                <a:latin typeface="Noto Sans JP Light"/>
                <a:ea typeface="Noto Sans JP Light"/>
                <a:cs typeface="Noto Sans JP Light"/>
              </a:defRPr>
            </a:pPr>
            <a:r>
              <a:rPr sz="1200" b="1">
                <a:solidFill>
                  <a:srgbClr val="111111"/>
                </a:solidFill>
                <a:latin typeface="Noto Sans JP Light"/>
                <a:ea typeface="Noto Sans JP Light"/>
                <a:cs typeface="Noto Sans JP Light"/>
              </a:rPr>
              <a:t>Neue Systeme werden über MCP, APIs oder Webhooks angebunden – mit Adapter, Berechtigung und Projektkonfiguration.</a:t>
            </a:r>
          </a:p>
        </p:txBody>
      </p:sp>
      <p:sp>
        <p:nvSpPr>
          <p:cNvPr id="6" name="">
            <a:extLst xmlns:a="http://schemas.openxmlformats.org/drawingml/2006/main">
              <a:ext uri="{FF2B5EF4-FFF2-40B4-BE49-F238E27FC236}">
                <a16:creationId xmlns:a16="http://schemas.microsoft.com/office/drawing/2014/main" id="{90DF43EF-78F0-4AEE-BF51-F32899BD9062}"/>
              </a:ext>
            </a:extLst>
          </p:cNvPr>
          <p:cNvSpPr>
            <a:spLocks xmlns:a="http://schemas.openxmlformats.org/drawingml/2006/main" noGrp="1"/>
          </p:cNvSpPr>
          <p:nvPr/>
        </p:nvSpPr>
        <p:spPr>
          <a:xfrm xmlns:a="http://schemas.openxmlformats.org/drawingml/2006/main">
            <a:off x="3048000" y="2667000"/>
            <a:ext cx="21717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7" name="">
            <a:extLst xmlns:a="http://schemas.openxmlformats.org/drawingml/2006/main">
              <a:ext uri="{FF2B5EF4-FFF2-40B4-BE49-F238E27FC236}">
                <a16:creationId xmlns:a16="http://schemas.microsoft.com/office/drawing/2014/main" id="{7523D72A-1D4B-476B-AF99-6F0426B52618}"/>
              </a:ext>
            </a:extLst>
          </p:cNvPr>
          <p:cNvSpPr>
            <a:spLocks xmlns:a="http://schemas.openxmlformats.org/drawingml/2006/main" noGrp="1"/>
          </p:cNvSpPr>
          <p:nvPr/>
        </p:nvSpPr>
        <p:spPr>
          <a:xfrm xmlns:a="http://schemas.openxmlformats.org/drawingml/2006/main">
            <a:off x="3048000" y="4114800"/>
            <a:ext cx="21717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8" name="">
            <a:extLst xmlns:a="http://schemas.openxmlformats.org/drawingml/2006/main">
              <a:ext uri="{FF2B5EF4-FFF2-40B4-BE49-F238E27FC236}">
                <a16:creationId xmlns:a16="http://schemas.microsoft.com/office/drawing/2014/main" id="{8EF3C699-228A-4F4B-A237-30927237B377}"/>
              </a:ext>
            </a:extLst>
          </p:cNvPr>
          <p:cNvSpPr>
            <a:spLocks xmlns:a="http://schemas.openxmlformats.org/drawingml/2006/main" noGrp="1"/>
          </p:cNvSpPr>
          <p:nvPr/>
        </p:nvSpPr>
        <p:spPr>
          <a:xfrm xmlns:a="http://schemas.openxmlformats.org/drawingml/2006/main">
            <a:off x="3048000" y="5562600"/>
            <a:ext cx="21717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9" name="">
            <a:extLst xmlns:a="http://schemas.openxmlformats.org/drawingml/2006/main">
              <a:ext uri="{FF2B5EF4-FFF2-40B4-BE49-F238E27FC236}">
                <a16:creationId xmlns:a16="http://schemas.microsoft.com/office/drawing/2014/main" id="{9622B2A4-E5B4-409B-B961-CE1F5EA876BF}"/>
              </a:ext>
            </a:extLst>
          </p:cNvPr>
          <p:cNvSpPr>
            <a:spLocks xmlns:a="http://schemas.openxmlformats.org/drawingml/2006/main" noGrp="1"/>
          </p:cNvSpPr>
          <p:nvPr/>
        </p:nvSpPr>
        <p:spPr>
          <a:xfrm xmlns:a="http://schemas.openxmlformats.org/drawingml/2006/main">
            <a:off x="6972300" y="2667000"/>
            <a:ext cx="165735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10" name="">
            <a:extLst xmlns:a="http://schemas.openxmlformats.org/drawingml/2006/main">
              <a:ext uri="{FF2B5EF4-FFF2-40B4-BE49-F238E27FC236}">
                <a16:creationId xmlns:a16="http://schemas.microsoft.com/office/drawing/2014/main" id="{D2C5E58B-D495-4AA4-887D-3A19FB5858D5}"/>
              </a:ext>
            </a:extLst>
          </p:cNvPr>
          <p:cNvSpPr>
            <a:spLocks xmlns:a="http://schemas.openxmlformats.org/drawingml/2006/main" noGrp="1"/>
          </p:cNvSpPr>
          <p:nvPr/>
        </p:nvSpPr>
        <p:spPr>
          <a:xfrm xmlns:a="http://schemas.openxmlformats.org/drawingml/2006/main">
            <a:off x="6972300" y="4114800"/>
            <a:ext cx="165735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11" name="">
            <a:extLst xmlns:a="http://schemas.openxmlformats.org/drawingml/2006/main">
              <a:ext uri="{FF2B5EF4-FFF2-40B4-BE49-F238E27FC236}">
                <a16:creationId xmlns:a16="http://schemas.microsoft.com/office/drawing/2014/main" id="{F4B5D866-B5AB-4C5A-BBD8-EC7401604D32}"/>
              </a:ext>
            </a:extLst>
          </p:cNvPr>
          <p:cNvSpPr>
            <a:spLocks xmlns:a="http://schemas.openxmlformats.org/drawingml/2006/main" noGrp="1"/>
          </p:cNvSpPr>
          <p:nvPr/>
        </p:nvSpPr>
        <p:spPr>
          <a:xfrm xmlns:a="http://schemas.openxmlformats.org/drawingml/2006/main">
            <a:off x="6972300" y="5562600"/>
            <a:ext cx="165735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12" name="">
            <a:extLst xmlns:a="http://schemas.openxmlformats.org/drawingml/2006/main">
              <a:ext uri="{FF2B5EF4-FFF2-40B4-BE49-F238E27FC236}">
                <a16:creationId xmlns:a16="http://schemas.microsoft.com/office/drawing/2014/main" id="{5D264A76-21E3-4AE0-9676-EA9C8F1BD00F}"/>
              </a:ext>
            </a:extLst>
          </p:cNvPr>
          <p:cNvSpPr>
            <a:spLocks xmlns:a="http://schemas.openxmlformats.org/drawingml/2006/main" noGrp="1"/>
          </p:cNvSpPr>
          <p:nvPr/>
        </p:nvSpPr>
        <p:spPr>
          <a:xfrm xmlns:a="http://schemas.openxmlformats.org/drawingml/2006/main">
            <a:off x="5219700" y="2895600"/>
            <a:ext cx="1752600" cy="17526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E4A4CCA9-D828-4C98-9CE7-8D5BAD61BD9C}"/>
              </a:ext>
            </a:extLst>
          </p:cNvPr>
          <p:cNvSpPr>
            <a:spLocks xmlns:a="http://schemas.openxmlformats.org/drawingml/2006/main" noGrp="1"/>
          </p:cNvSpPr>
          <p:nvPr/>
        </p:nvSpPr>
        <p:spPr>
          <a:xfrm xmlns:a="http://schemas.openxmlformats.org/drawingml/2006/main">
            <a:off x="5410200" y="3429000"/>
            <a:ext cx="1371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000"/>
          </a:bodyPr>
          <a:lstStyle xmlns:a="http://schemas.openxmlformats.org/drawingml/2006/main"/>
          <a:p xmlns:a="http://schemas.openxmlformats.org/drawingml/2006/main">
            <a:pPr algn="ctr">
              <a:buNone/>
              <a:defRPr sz="1875" b="1">
                <a:solidFill>
                  <a:srgbClr val="FFFFFF"/>
                </a:solidFill>
                <a:latin typeface="Noto Sans JP"/>
                <a:ea typeface="Noto Sans JP"/>
                <a:cs typeface="Noto Sans JP"/>
              </a:defRPr>
            </a:pPr>
            <a:r>
              <a:rPr sz="1875" b="1">
                <a:solidFill>
                  <a:srgbClr val="FFFFFF"/>
                </a:solidFill>
                <a:latin typeface="Noto Sans JP"/>
                <a:ea typeface="Noto Sans JP"/>
                <a:cs typeface="Noto Sans JP"/>
              </a:rPr>
              <a:t>PLEXON</a:t>
            </a:r>
          </a:p>
        </p:txBody>
      </p:sp>
      <p:sp>
        <p:nvSpPr>
          <p:cNvPr id="14" name="">
            <a:extLst xmlns:a="http://schemas.openxmlformats.org/drawingml/2006/main">
              <a:ext uri="{FF2B5EF4-FFF2-40B4-BE49-F238E27FC236}">
                <a16:creationId xmlns:a16="http://schemas.microsoft.com/office/drawing/2014/main" id="{FC435D1A-2709-4361-B517-4779431D2AB4}"/>
              </a:ext>
            </a:extLst>
          </p:cNvPr>
          <p:cNvSpPr>
            <a:spLocks xmlns:a="http://schemas.openxmlformats.org/drawingml/2006/main" noGrp="1"/>
          </p:cNvSpPr>
          <p:nvPr/>
        </p:nvSpPr>
        <p:spPr>
          <a:xfrm xmlns:a="http://schemas.openxmlformats.org/drawingml/2006/main">
            <a:off x="5429250" y="386715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ctr">
              <a:buNone/>
              <a:defRPr sz="675" b="1">
                <a:solidFill>
                  <a:srgbClr val="F256B6"/>
                </a:solidFill>
                <a:latin typeface="IBM Plex Mono"/>
                <a:ea typeface="IBM Plex Mono"/>
                <a:cs typeface="IBM Plex Mono"/>
              </a:defRPr>
            </a:pPr>
            <a:r>
              <a:rPr sz="675" b="1">
                <a:solidFill>
                  <a:srgbClr val="F256B6"/>
                </a:solidFill>
                <a:latin typeface="IBM Plex Mono"/>
                <a:ea typeface="IBM Plex Mono"/>
                <a:cs typeface="IBM Plex Mono"/>
              </a:rPr>
              <a:t>KONTEXT + FLOWS</a:t>
            </a:r>
          </a:p>
        </p:txBody>
      </p:sp>
      <p:sp>
        <p:nvSpPr>
          <p:cNvPr id="15" name="">
            <a:extLst xmlns:a="http://schemas.openxmlformats.org/drawingml/2006/main">
              <a:ext uri="{FF2B5EF4-FFF2-40B4-BE49-F238E27FC236}">
                <a16:creationId xmlns:a16="http://schemas.microsoft.com/office/drawing/2014/main" id="{E1B70083-3D24-4736-B9E2-C54DC4C85168}"/>
              </a:ext>
            </a:extLst>
          </p:cNvPr>
          <p:cNvSpPr>
            <a:spLocks xmlns:a="http://schemas.openxmlformats.org/drawingml/2006/main" noGrp="1"/>
          </p:cNvSpPr>
          <p:nvPr/>
        </p:nvSpPr>
        <p:spPr>
          <a:xfrm xmlns:a="http://schemas.openxmlformats.org/drawingml/2006/main">
            <a:off x="666750" y="2266950"/>
            <a:ext cx="2381250" cy="800100"/>
          </a:xfrm>
          <a:prstGeom xmlns:a="http://schemas.openxmlformats.org/drawingml/2006/main" prst="rect">
            <a:avLst/>
          </a:prstGeom>
          <a:solidFill xmlns:a="http://schemas.openxmlformats.org/drawingml/2006/main">
            <a:srgbClr val="BDEFCF"/>
          </a:solidFill>
          <a:ln xmlns:a="http://schemas.openxmlformats.org/drawingml/2006/main" w="0">
            <a:solidFill>
              <a:srgbClr val="BDEFCF"/>
            </a:solidFill>
            <a:prstDash val="solid"/>
          </a:ln>
        </p:spPr>
      </p:sp>
      <p:sp>
        <p:nvSpPr>
          <p:cNvPr id="16" name="">
            <a:extLst xmlns:a="http://schemas.openxmlformats.org/drawingml/2006/main">
              <a:ext uri="{FF2B5EF4-FFF2-40B4-BE49-F238E27FC236}">
                <a16:creationId xmlns:a16="http://schemas.microsoft.com/office/drawing/2014/main" id="{2912B856-4B36-4CB7-AA59-0EBFAC778785}"/>
              </a:ext>
            </a:extLst>
          </p:cNvPr>
          <p:cNvSpPr>
            <a:spLocks xmlns:a="http://schemas.openxmlformats.org/drawingml/2006/main" noGrp="1"/>
          </p:cNvSpPr>
          <p:nvPr/>
        </p:nvSpPr>
        <p:spPr>
          <a:xfrm xmlns:a="http://schemas.openxmlformats.org/drawingml/2006/main">
            <a:off x="800100" y="24003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MARKT / RESEARCH</a:t>
            </a:r>
          </a:p>
        </p:txBody>
      </p:sp>
      <p:sp>
        <p:nvSpPr>
          <p:cNvPr id="17" name="">
            <a:extLst xmlns:a="http://schemas.openxmlformats.org/drawingml/2006/main">
              <a:ext uri="{FF2B5EF4-FFF2-40B4-BE49-F238E27FC236}">
                <a16:creationId xmlns:a16="http://schemas.microsoft.com/office/drawing/2014/main" id="{06C14084-57C2-430B-ABCC-4E584F263381}"/>
              </a:ext>
            </a:extLst>
          </p:cNvPr>
          <p:cNvSpPr>
            <a:spLocks xmlns:a="http://schemas.openxmlformats.org/drawingml/2006/main" noGrp="1"/>
          </p:cNvSpPr>
          <p:nvPr/>
        </p:nvSpPr>
        <p:spPr>
          <a:xfrm xmlns:a="http://schemas.openxmlformats.org/drawingml/2006/main">
            <a:off x="800100" y="27241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Brandwatch · Qualtrics</a:t>
            </a:r>
          </a:p>
        </p:txBody>
      </p:sp>
      <p:sp>
        <p:nvSpPr>
          <p:cNvPr id="18" name="">
            <a:extLst xmlns:a="http://schemas.openxmlformats.org/drawingml/2006/main">
              <a:ext uri="{FF2B5EF4-FFF2-40B4-BE49-F238E27FC236}">
                <a16:creationId xmlns:a16="http://schemas.microsoft.com/office/drawing/2014/main" id="{AA4C994A-5E5E-40B3-BF81-8C4A7A2169F1}"/>
              </a:ext>
            </a:extLst>
          </p:cNvPr>
          <p:cNvSpPr>
            <a:spLocks xmlns:a="http://schemas.openxmlformats.org/drawingml/2006/main" noGrp="1"/>
          </p:cNvSpPr>
          <p:nvPr/>
        </p:nvSpPr>
        <p:spPr>
          <a:xfrm xmlns:a="http://schemas.openxmlformats.org/drawingml/2006/main">
            <a:off x="666750" y="3714750"/>
            <a:ext cx="2381250" cy="800100"/>
          </a:xfrm>
          <a:prstGeom xmlns:a="http://schemas.openxmlformats.org/drawingml/2006/main" prst="rect">
            <a:avLst/>
          </a:prstGeom>
          <a:solidFill xmlns:a="http://schemas.openxmlformats.org/drawingml/2006/main">
            <a:srgbClr val="FFD0C1"/>
          </a:solidFill>
          <a:ln xmlns:a="http://schemas.openxmlformats.org/drawingml/2006/main" w="0">
            <a:solidFill>
              <a:srgbClr val="FFD0C1"/>
            </a:solidFill>
            <a:prstDash val="solid"/>
          </a:ln>
        </p:spPr>
      </p:sp>
      <p:sp>
        <p:nvSpPr>
          <p:cNvPr id="19" name="">
            <a:extLst xmlns:a="http://schemas.openxmlformats.org/drawingml/2006/main">
              <a:ext uri="{FF2B5EF4-FFF2-40B4-BE49-F238E27FC236}">
                <a16:creationId xmlns:a16="http://schemas.microsoft.com/office/drawing/2014/main" id="{97A8329C-3288-4FAF-8E1C-0D8A7A840B61}"/>
              </a:ext>
            </a:extLst>
          </p:cNvPr>
          <p:cNvSpPr>
            <a:spLocks xmlns:a="http://schemas.openxmlformats.org/drawingml/2006/main" noGrp="1"/>
          </p:cNvSpPr>
          <p:nvPr/>
        </p:nvSpPr>
        <p:spPr>
          <a:xfrm xmlns:a="http://schemas.openxmlformats.org/drawingml/2006/main">
            <a:off x="800100" y="38481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DESIGN / BRAND</a:t>
            </a:r>
          </a:p>
        </p:txBody>
      </p:sp>
      <p:sp>
        <p:nvSpPr>
          <p:cNvPr id="20" name="">
            <a:extLst xmlns:a="http://schemas.openxmlformats.org/drawingml/2006/main">
              <a:ext uri="{FF2B5EF4-FFF2-40B4-BE49-F238E27FC236}">
                <a16:creationId xmlns:a16="http://schemas.microsoft.com/office/drawing/2014/main" id="{1DEF0CF8-3E53-4E78-844B-3A9968DFFE3E}"/>
              </a:ext>
            </a:extLst>
          </p:cNvPr>
          <p:cNvSpPr>
            <a:spLocks xmlns:a="http://schemas.openxmlformats.org/drawingml/2006/main" noGrp="1"/>
          </p:cNvSpPr>
          <p:nvPr/>
        </p:nvSpPr>
        <p:spPr>
          <a:xfrm xmlns:a="http://schemas.openxmlformats.org/drawingml/2006/main">
            <a:off x="800100" y="41719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Figma · Frontify · Bynder</a:t>
            </a:r>
          </a:p>
        </p:txBody>
      </p:sp>
      <p:sp>
        <p:nvSpPr>
          <p:cNvPr id="21" name="">
            <a:extLst xmlns:a="http://schemas.openxmlformats.org/drawingml/2006/main">
              <a:ext uri="{FF2B5EF4-FFF2-40B4-BE49-F238E27FC236}">
                <a16:creationId xmlns:a16="http://schemas.microsoft.com/office/drawing/2014/main" id="{65EE329D-A7DD-4B88-B65C-B32106A3C212}"/>
              </a:ext>
            </a:extLst>
          </p:cNvPr>
          <p:cNvSpPr>
            <a:spLocks xmlns:a="http://schemas.openxmlformats.org/drawingml/2006/main" noGrp="1"/>
          </p:cNvSpPr>
          <p:nvPr/>
        </p:nvSpPr>
        <p:spPr>
          <a:xfrm xmlns:a="http://schemas.openxmlformats.org/drawingml/2006/main">
            <a:off x="666750" y="5162550"/>
            <a:ext cx="2381250" cy="800100"/>
          </a:xfrm>
          <a:prstGeom xmlns:a="http://schemas.openxmlformats.org/drawingml/2006/main" prst="rect">
            <a:avLst/>
          </a:prstGeom>
          <a:solidFill xmlns:a="http://schemas.openxmlformats.org/drawingml/2006/main">
            <a:srgbClr val="FFF8AA"/>
          </a:solidFill>
          <a:ln xmlns:a="http://schemas.openxmlformats.org/drawingml/2006/main" w="0">
            <a:solidFill>
              <a:srgbClr val="FFF8AA"/>
            </a:solidFill>
            <a:prstDash val="solid"/>
          </a:ln>
        </p:spPr>
      </p:sp>
      <p:sp>
        <p:nvSpPr>
          <p:cNvPr id="22" name="">
            <a:extLst xmlns:a="http://schemas.openxmlformats.org/drawingml/2006/main">
              <a:ext uri="{FF2B5EF4-FFF2-40B4-BE49-F238E27FC236}">
                <a16:creationId xmlns:a16="http://schemas.microsoft.com/office/drawing/2014/main" id="{CDA5212A-2621-44A0-8EEC-573D649F5B03}"/>
              </a:ext>
            </a:extLst>
          </p:cNvPr>
          <p:cNvSpPr>
            <a:spLocks xmlns:a="http://schemas.openxmlformats.org/drawingml/2006/main" noGrp="1"/>
          </p:cNvSpPr>
          <p:nvPr/>
        </p:nvSpPr>
        <p:spPr>
          <a:xfrm xmlns:a="http://schemas.openxmlformats.org/drawingml/2006/main">
            <a:off x="800100" y="52959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CMS / EXPERIENCE</a:t>
            </a:r>
          </a:p>
        </p:txBody>
      </p:sp>
      <p:sp>
        <p:nvSpPr>
          <p:cNvPr id="23" name="">
            <a:extLst xmlns:a="http://schemas.openxmlformats.org/drawingml/2006/main">
              <a:ext uri="{FF2B5EF4-FFF2-40B4-BE49-F238E27FC236}">
                <a16:creationId xmlns:a16="http://schemas.microsoft.com/office/drawing/2014/main" id="{661A58F6-9EE1-4FB3-8FF0-1EF24FA81E0A}"/>
              </a:ext>
            </a:extLst>
          </p:cNvPr>
          <p:cNvSpPr>
            <a:spLocks xmlns:a="http://schemas.openxmlformats.org/drawingml/2006/main" noGrp="1"/>
          </p:cNvSpPr>
          <p:nvPr/>
        </p:nvSpPr>
        <p:spPr>
          <a:xfrm xmlns:a="http://schemas.openxmlformats.org/drawingml/2006/main">
            <a:off x="800100" y="56197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Contentful · Storyblok · AEM</a:t>
            </a:r>
          </a:p>
        </p:txBody>
      </p:sp>
      <p:sp>
        <p:nvSpPr>
          <p:cNvPr id="24" name="">
            <a:extLst xmlns:a="http://schemas.openxmlformats.org/drawingml/2006/main">
              <a:ext uri="{FF2B5EF4-FFF2-40B4-BE49-F238E27FC236}">
                <a16:creationId xmlns:a16="http://schemas.microsoft.com/office/drawing/2014/main" id="{0A7506C4-6421-4EC3-AC15-AAB2B19934D9}"/>
              </a:ext>
            </a:extLst>
          </p:cNvPr>
          <p:cNvSpPr>
            <a:spLocks xmlns:a="http://schemas.openxmlformats.org/drawingml/2006/main" noGrp="1"/>
          </p:cNvSpPr>
          <p:nvPr/>
        </p:nvSpPr>
        <p:spPr>
          <a:xfrm xmlns:a="http://schemas.openxmlformats.org/drawingml/2006/main">
            <a:off x="8629650" y="2266950"/>
            <a:ext cx="2381250" cy="800100"/>
          </a:xfrm>
          <a:prstGeom xmlns:a="http://schemas.openxmlformats.org/drawingml/2006/main" prst="rect">
            <a:avLst/>
          </a:prstGeom>
          <a:solidFill xmlns:a="http://schemas.openxmlformats.org/drawingml/2006/main">
            <a:srgbClr val="BDEFCF"/>
          </a:solidFill>
          <a:ln xmlns:a="http://schemas.openxmlformats.org/drawingml/2006/main" w="0">
            <a:solidFill>
              <a:srgbClr val="BDEFCF"/>
            </a:solidFill>
            <a:prstDash val="solid"/>
          </a:ln>
        </p:spPr>
      </p:sp>
      <p:sp>
        <p:nvSpPr>
          <p:cNvPr id="25" name="">
            <a:extLst xmlns:a="http://schemas.openxmlformats.org/drawingml/2006/main">
              <a:ext uri="{FF2B5EF4-FFF2-40B4-BE49-F238E27FC236}">
                <a16:creationId xmlns:a16="http://schemas.microsoft.com/office/drawing/2014/main" id="{E965F2BD-66F8-45E5-B348-9C879AEC2A97}"/>
              </a:ext>
            </a:extLst>
          </p:cNvPr>
          <p:cNvSpPr>
            <a:spLocks xmlns:a="http://schemas.openxmlformats.org/drawingml/2006/main" noGrp="1"/>
          </p:cNvSpPr>
          <p:nvPr/>
        </p:nvSpPr>
        <p:spPr>
          <a:xfrm xmlns:a="http://schemas.openxmlformats.org/drawingml/2006/main">
            <a:off x="8763000" y="24003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ANALYTICS / QUALITY</a:t>
            </a:r>
          </a:p>
        </p:txBody>
      </p:sp>
      <p:sp>
        <p:nvSpPr>
          <p:cNvPr id="26" name="">
            <a:extLst xmlns:a="http://schemas.openxmlformats.org/drawingml/2006/main">
              <a:ext uri="{FF2B5EF4-FFF2-40B4-BE49-F238E27FC236}">
                <a16:creationId xmlns:a16="http://schemas.microsoft.com/office/drawing/2014/main" id="{93535A01-A02B-4B6A-9073-4C26C504A2CA}"/>
              </a:ext>
            </a:extLst>
          </p:cNvPr>
          <p:cNvSpPr>
            <a:spLocks xmlns:a="http://schemas.openxmlformats.org/drawingml/2006/main" noGrp="1"/>
          </p:cNvSpPr>
          <p:nvPr/>
        </p:nvSpPr>
        <p:spPr>
          <a:xfrm xmlns:a="http://schemas.openxmlformats.org/drawingml/2006/main">
            <a:off x="8763000" y="27241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Search Console · Siteimprove</a:t>
            </a:r>
          </a:p>
        </p:txBody>
      </p:sp>
      <p:sp>
        <p:nvSpPr>
          <p:cNvPr id="27" name="">
            <a:extLst xmlns:a="http://schemas.openxmlformats.org/drawingml/2006/main">
              <a:ext uri="{FF2B5EF4-FFF2-40B4-BE49-F238E27FC236}">
                <a16:creationId xmlns:a16="http://schemas.microsoft.com/office/drawing/2014/main" id="{80F42F01-E838-447C-BCE9-B4E7E921484E}"/>
              </a:ext>
            </a:extLst>
          </p:cNvPr>
          <p:cNvSpPr>
            <a:spLocks xmlns:a="http://schemas.openxmlformats.org/drawingml/2006/main" noGrp="1"/>
          </p:cNvSpPr>
          <p:nvPr/>
        </p:nvSpPr>
        <p:spPr>
          <a:xfrm xmlns:a="http://schemas.openxmlformats.org/drawingml/2006/main">
            <a:off x="8629650" y="3714750"/>
            <a:ext cx="2381250" cy="800100"/>
          </a:xfrm>
          <a:prstGeom xmlns:a="http://schemas.openxmlformats.org/drawingml/2006/main" prst="rect">
            <a:avLst/>
          </a:prstGeom>
          <a:solidFill xmlns:a="http://schemas.openxmlformats.org/drawingml/2006/main">
            <a:srgbClr val="F8CBE7"/>
          </a:solidFill>
          <a:ln xmlns:a="http://schemas.openxmlformats.org/drawingml/2006/main" w="0">
            <a:solidFill>
              <a:srgbClr val="F8CBE7"/>
            </a:solidFill>
            <a:prstDash val="solid"/>
          </a:ln>
        </p:spPr>
      </p:sp>
      <p:sp>
        <p:nvSpPr>
          <p:cNvPr id="28" name="">
            <a:extLst xmlns:a="http://schemas.openxmlformats.org/drawingml/2006/main">
              <a:ext uri="{FF2B5EF4-FFF2-40B4-BE49-F238E27FC236}">
                <a16:creationId xmlns:a16="http://schemas.microsoft.com/office/drawing/2014/main" id="{41291871-09DC-4F50-A73F-712057FA8801}"/>
              </a:ext>
            </a:extLst>
          </p:cNvPr>
          <p:cNvSpPr>
            <a:spLocks xmlns:a="http://schemas.openxmlformats.org/drawingml/2006/main" noGrp="1"/>
          </p:cNvSpPr>
          <p:nvPr/>
        </p:nvSpPr>
        <p:spPr>
          <a:xfrm xmlns:a="http://schemas.openxmlformats.org/drawingml/2006/main">
            <a:off x="8763000" y="38481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COLLABORATION</a:t>
            </a:r>
          </a:p>
        </p:txBody>
      </p:sp>
      <p:sp>
        <p:nvSpPr>
          <p:cNvPr id="29" name="">
            <a:extLst xmlns:a="http://schemas.openxmlformats.org/drawingml/2006/main">
              <a:ext uri="{FF2B5EF4-FFF2-40B4-BE49-F238E27FC236}">
                <a16:creationId xmlns:a16="http://schemas.microsoft.com/office/drawing/2014/main" id="{8E44F83F-12CF-4FC6-B02F-47C8AE4B5EE2}"/>
              </a:ext>
            </a:extLst>
          </p:cNvPr>
          <p:cNvSpPr>
            <a:spLocks xmlns:a="http://schemas.openxmlformats.org/drawingml/2006/main" noGrp="1"/>
          </p:cNvSpPr>
          <p:nvPr/>
        </p:nvSpPr>
        <p:spPr>
          <a:xfrm xmlns:a="http://schemas.openxmlformats.org/drawingml/2006/main">
            <a:off x="8763000" y="41719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SharePoint · Teams · Slack</a:t>
            </a:r>
          </a:p>
        </p:txBody>
      </p:sp>
      <p:sp>
        <p:nvSpPr>
          <p:cNvPr id="30" name="">
            <a:extLst xmlns:a="http://schemas.openxmlformats.org/drawingml/2006/main">
              <a:ext uri="{FF2B5EF4-FFF2-40B4-BE49-F238E27FC236}">
                <a16:creationId xmlns:a16="http://schemas.microsoft.com/office/drawing/2014/main" id="{71478748-36BA-4DE0-9284-22D23298D482}"/>
              </a:ext>
            </a:extLst>
          </p:cNvPr>
          <p:cNvSpPr>
            <a:spLocks xmlns:a="http://schemas.openxmlformats.org/drawingml/2006/main" noGrp="1"/>
          </p:cNvSpPr>
          <p:nvPr/>
        </p:nvSpPr>
        <p:spPr>
          <a:xfrm xmlns:a="http://schemas.openxmlformats.org/drawingml/2006/main">
            <a:off x="8629650" y="5162550"/>
            <a:ext cx="2381250" cy="800100"/>
          </a:xfrm>
          <a:prstGeom xmlns:a="http://schemas.openxmlformats.org/drawingml/2006/main" prst="rect">
            <a:avLst/>
          </a:prstGeom>
          <a:solidFill xmlns:a="http://schemas.openxmlformats.org/drawingml/2006/main">
            <a:srgbClr val="F2F2F2"/>
          </a:solidFill>
          <a:ln xmlns:a="http://schemas.openxmlformats.org/drawingml/2006/main" w="0">
            <a:solidFill>
              <a:srgbClr val="F2F2F2"/>
            </a:solidFill>
            <a:prstDash val="solid"/>
          </a:ln>
        </p:spPr>
      </p:sp>
      <p:sp>
        <p:nvSpPr>
          <p:cNvPr id="31" name="">
            <a:extLst xmlns:a="http://schemas.openxmlformats.org/drawingml/2006/main">
              <a:ext uri="{FF2B5EF4-FFF2-40B4-BE49-F238E27FC236}">
                <a16:creationId xmlns:a16="http://schemas.microsoft.com/office/drawing/2014/main" id="{0EF56151-888B-4D72-B780-048F481FD74A}"/>
              </a:ext>
            </a:extLst>
          </p:cNvPr>
          <p:cNvSpPr>
            <a:spLocks xmlns:a="http://schemas.openxmlformats.org/drawingml/2006/main" noGrp="1"/>
          </p:cNvSpPr>
          <p:nvPr/>
        </p:nvSpPr>
        <p:spPr>
          <a:xfrm xmlns:a="http://schemas.openxmlformats.org/drawingml/2006/main">
            <a:off x="8763000" y="5295900"/>
            <a:ext cx="21145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EIGENE SYSTEME</a:t>
            </a:r>
          </a:p>
        </p:txBody>
      </p:sp>
      <p:sp>
        <p:nvSpPr>
          <p:cNvPr id="32" name="">
            <a:extLst xmlns:a="http://schemas.openxmlformats.org/drawingml/2006/main">
              <a:ext uri="{FF2B5EF4-FFF2-40B4-BE49-F238E27FC236}">
                <a16:creationId xmlns:a16="http://schemas.microsoft.com/office/drawing/2014/main" id="{E7EE31D7-5985-4D32-99D1-CF2F2A199969}"/>
              </a:ext>
            </a:extLst>
          </p:cNvPr>
          <p:cNvSpPr>
            <a:spLocks xmlns:a="http://schemas.openxmlformats.org/drawingml/2006/main" noGrp="1"/>
          </p:cNvSpPr>
          <p:nvPr/>
        </p:nvSpPr>
        <p:spPr>
          <a:xfrm xmlns:a="http://schemas.openxmlformats.org/drawingml/2006/main">
            <a:off x="8763000" y="5619750"/>
            <a:ext cx="2114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86868"/>
                </a:solidFill>
                <a:latin typeface="Noto Sans JP Light"/>
                <a:ea typeface="Noto Sans JP Light"/>
                <a:cs typeface="Noto Sans JP Light"/>
              </a:defRPr>
            </a:pPr>
            <a:r>
              <a:rPr sz="825" b="1">
                <a:solidFill>
                  <a:srgbClr val="686868"/>
                </a:solidFill>
                <a:latin typeface="Noto Sans JP Light"/>
                <a:ea typeface="Noto Sans JP Light"/>
                <a:cs typeface="Noto Sans JP Light"/>
              </a:rPr>
              <a:t>DWH · DAM · PIM · CRM</a:t>
            </a:r>
          </a:p>
        </p:txBody>
      </p:sp>
      <p:sp>
        <p:nvSpPr>
          <p:cNvPr id="33" name="">
            <a:extLst xmlns:a="http://schemas.openxmlformats.org/drawingml/2006/main">
              <a:ext uri="{FF2B5EF4-FFF2-40B4-BE49-F238E27FC236}">
                <a16:creationId xmlns:a16="http://schemas.microsoft.com/office/drawing/2014/main" id="{57A32362-492C-40BA-9407-576E60F98CDC}"/>
              </a:ext>
            </a:extLst>
          </p:cNvPr>
          <p:cNvSpPr>
            <a:spLocks xmlns:a="http://schemas.openxmlformats.org/drawingml/2006/main" noGrp="1"/>
          </p:cNvSpPr>
          <p:nvPr/>
        </p:nvSpPr>
        <p:spPr>
          <a:xfrm xmlns:a="http://schemas.openxmlformats.org/drawingml/2006/main">
            <a:off x="4857750" y="21526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ctr">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DATEN HINEIN</a:t>
            </a:r>
          </a:p>
        </p:txBody>
      </p:sp>
      <p:sp>
        <p:nvSpPr>
          <p:cNvPr id="34" name="">
            <a:extLst xmlns:a="http://schemas.openxmlformats.org/drawingml/2006/main">
              <a:ext uri="{FF2B5EF4-FFF2-40B4-BE49-F238E27FC236}">
                <a16:creationId xmlns:a16="http://schemas.microsoft.com/office/drawing/2014/main" id="{A58EDD4C-09EE-40F5-AD30-2FBB93EFD2FA}"/>
              </a:ext>
            </a:extLst>
          </p:cNvPr>
          <p:cNvSpPr>
            <a:spLocks xmlns:a="http://schemas.openxmlformats.org/drawingml/2006/main" noGrp="1"/>
          </p:cNvSpPr>
          <p:nvPr/>
        </p:nvSpPr>
        <p:spPr>
          <a:xfrm xmlns:a="http://schemas.openxmlformats.org/drawingml/2006/main">
            <a:off x="4171950" y="4953000"/>
            <a:ext cx="3848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ctr">
              <a:buNone/>
              <a:defRPr sz="750" b="1">
                <a:solidFill>
                  <a:srgbClr val="00CA55"/>
                </a:solidFill>
                <a:latin typeface="IBM Plex Mono"/>
                <a:ea typeface="IBM Plex Mono"/>
                <a:cs typeface="IBM Plex Mono"/>
              </a:defRPr>
            </a:pPr>
            <a:r>
              <a:rPr sz="750" b="1">
                <a:solidFill>
                  <a:srgbClr val="00CA55"/>
                </a:solidFill>
                <a:latin typeface="IBM Plex Mono"/>
                <a:ea typeface="IBM Plex Mono"/>
                <a:cs typeface="IBM Plex Mono"/>
              </a:rPr>
              <a:t>AKTIONEN HINAUS · ERKENNTNISSE ZURÜCK</a:t>
            </a:r>
          </a:p>
        </p:txBody>
      </p:sp>
      <p:sp>
        <p:nvSpPr>
          <p:cNvPr id="35" name="">
            <a:extLst xmlns:a="http://schemas.openxmlformats.org/drawingml/2006/main">
              <a:ext uri="{FF2B5EF4-FFF2-40B4-BE49-F238E27FC236}">
                <a16:creationId xmlns:a16="http://schemas.microsoft.com/office/drawing/2014/main" id="{9DAA6830-8D0C-4564-A935-9C1A72C308F7}"/>
              </a:ext>
            </a:extLst>
          </p:cNvPr>
          <p:cNvSpPr>
            <a:spLocks xmlns:a="http://schemas.openxmlformats.org/drawingml/2006/main" noGrp="1"/>
          </p:cNvSpPr>
          <p:nvPr/>
        </p:nvSpPr>
        <p:spPr>
          <a:xfrm xmlns:a="http://schemas.openxmlformats.org/drawingml/2006/main">
            <a:off x="457200" y="6419850"/>
            <a:ext cx="1000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0">
                <a:solidFill>
                  <a:srgbClr val="686868"/>
                </a:solidFill>
                <a:latin typeface="IBM Plex Mono"/>
                <a:ea typeface="IBM Plex Mono"/>
                <a:cs typeface="IBM Plex Mono"/>
              </a:defRPr>
            </a:pPr>
            <a:r>
              <a:rPr sz="675" b="0">
                <a:solidFill>
                  <a:srgbClr val="686868"/>
                </a:solidFill>
                <a:latin typeface="IBM Plex Mono"/>
                <a:ea typeface="IBM Plex Mono"/>
                <a:cs typeface="IBM Plex Mono"/>
              </a:rPr>
              <a:t>Toolnamen sind Integrationsbeispiele, keine pauschale Zusage einer produktiven Standardintegration.</a:t>
            </a:r>
          </a:p>
        </p:txBody>
      </p:sp>
    </p:spTree>
    <p:extLst>
      <p:ext uri="{BB962C8B-B14F-4D97-AF65-F5344CB8AC3E}">
        <p14:creationId xmlns:p14="http://schemas.microsoft.com/office/powerpoint/2010/main" val="1990050814"/>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70E1F319-E463-4831-B394-B5993A56E8B2}"/>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GOVERNANCE</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1be25ab49f2d458c"/>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BACD419-AF5E-47CB-8239-0408F1602FE7}"/>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FFFFFF"/>
                </a:solidFill>
                <a:latin typeface="IBM Plex Mono"/>
                <a:ea typeface="IBM Plex Mono"/>
                <a:cs typeface="IBM Plex Mono"/>
              </a:defRPr>
            </a:pPr>
            <a:r>
              <a:rPr sz="675" b="0">
                <a:solidFill>
                  <a:srgbClr val="FFFFFF"/>
                </a:solidFill>
                <a:latin typeface="IBM Plex Mono"/>
                <a:ea typeface="IBM Plex Mono"/>
                <a:cs typeface="IBM Plex Mono"/>
              </a:rPr>
              <a:t>13</a:t>
            </a:r>
          </a:p>
        </p:txBody>
      </p:sp>
      <p:sp>
        <p:nvSpPr>
          <p:cNvPr id="4" name="">
            <a:extLst xmlns:a="http://schemas.openxmlformats.org/drawingml/2006/main">
              <a:ext uri="{FF2B5EF4-FFF2-40B4-BE49-F238E27FC236}">
                <a16:creationId xmlns:a16="http://schemas.microsoft.com/office/drawing/2014/main" id="{C282F6B5-79EF-4997-89F9-26D02D24123B}"/>
              </a:ext>
            </a:extLst>
          </p:cNvPr>
          <p:cNvSpPr>
            <a:spLocks xmlns:a="http://schemas.openxmlformats.org/drawingml/2006/main" noGrp="1"/>
          </p:cNvSpPr>
          <p:nvPr/>
        </p:nvSpPr>
        <p:spPr>
          <a:xfrm xmlns:a="http://schemas.openxmlformats.org/drawingml/2006/main">
            <a:off x="457200" y="781050"/>
            <a:ext cx="1019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850" b="1">
                <a:solidFill>
                  <a:srgbClr val="FFFFFF"/>
                </a:solidFill>
                <a:latin typeface="Noto Sans JP"/>
                <a:ea typeface="Noto Sans JP"/>
                <a:cs typeface="Noto Sans JP"/>
              </a:defRPr>
            </a:pPr>
            <a:r>
              <a:rPr sz="2850" b="1">
                <a:solidFill>
                  <a:srgbClr val="FFFFFF"/>
                </a:solidFill>
                <a:latin typeface="Noto Sans JP"/>
                <a:ea typeface="Noto Sans JP"/>
                <a:cs typeface="Noto Sans JP"/>
              </a:rPr>
              <a:t>Mehr Autonomie braucht bessere Nachvollziehbarkeit.</a:t>
            </a:r>
          </a:p>
        </p:txBody>
      </p:sp>
      <p:sp>
        <p:nvSpPr>
          <p:cNvPr id="5" name="">
            <a:extLst xmlns:a="http://schemas.openxmlformats.org/drawingml/2006/main">
              <a:ext uri="{FF2B5EF4-FFF2-40B4-BE49-F238E27FC236}">
                <a16:creationId xmlns:a16="http://schemas.microsoft.com/office/drawing/2014/main" id="{6F7AA901-43E3-4D60-90D3-8C77EB7E4CC8}"/>
              </a:ext>
            </a:extLst>
          </p:cNvPr>
          <p:cNvSpPr>
            <a:spLocks xmlns:a="http://schemas.openxmlformats.org/drawingml/2006/main" noGrp="1"/>
          </p:cNvSpPr>
          <p:nvPr/>
        </p:nvSpPr>
        <p:spPr>
          <a:xfrm xmlns:a="http://schemas.openxmlformats.org/drawingml/2006/main">
            <a:off x="457200" y="142875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a:solidFill>
                  <a:srgbClr val="FFFFFF"/>
                </a:solidFill>
                <a:latin typeface="Noto Sans JP Light"/>
                <a:ea typeface="Noto Sans JP Light"/>
                <a:cs typeface="Noto Sans JP Light"/>
              </a:defRPr>
            </a:pPr>
            <a:r>
              <a:rPr sz="1200" b="1">
                <a:solidFill>
                  <a:srgbClr val="FFFFFF"/>
                </a:solidFill>
                <a:latin typeface="Noto Sans JP Light"/>
                <a:ea typeface="Noto Sans JP Light"/>
                <a:cs typeface="Noto Sans JP Light"/>
              </a:rPr>
              <a:t>Jede belastbare Entscheidung braucht Herkunft, Einordnung, Verantwortlichkeit und einen sichtbaren Verlauf.</a:t>
            </a:r>
          </a:p>
        </p:txBody>
      </p:sp>
      <p:sp>
        <p:nvSpPr>
          <p:cNvPr id="6" name="">
            <a:extLst xmlns:a="http://schemas.openxmlformats.org/drawingml/2006/main">
              <a:ext uri="{FF2B5EF4-FFF2-40B4-BE49-F238E27FC236}">
                <a16:creationId xmlns:a16="http://schemas.microsoft.com/office/drawing/2014/main" id="{614AB57F-E0BB-40B6-B4C1-4FF60F55B6F6}"/>
              </a:ext>
            </a:extLst>
          </p:cNvPr>
          <p:cNvSpPr>
            <a:spLocks xmlns:a="http://schemas.openxmlformats.org/drawingml/2006/main" noGrp="1"/>
          </p:cNvSpPr>
          <p:nvPr/>
        </p:nvSpPr>
        <p:spPr>
          <a:xfrm xmlns:a="http://schemas.openxmlformats.org/drawingml/2006/main">
            <a:off x="1047750" y="3190875"/>
            <a:ext cx="9620250" cy="381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7" name="">
            <a:extLst xmlns:a="http://schemas.openxmlformats.org/drawingml/2006/main">
              <a:ext uri="{FF2B5EF4-FFF2-40B4-BE49-F238E27FC236}">
                <a16:creationId xmlns:a16="http://schemas.microsoft.com/office/drawing/2014/main" id="{4856A9DD-53D2-47EC-9597-9114B080CCB9}"/>
              </a:ext>
            </a:extLst>
          </p:cNvPr>
          <p:cNvSpPr>
            <a:spLocks xmlns:a="http://schemas.openxmlformats.org/drawingml/2006/main" noGrp="1"/>
          </p:cNvSpPr>
          <p:nvPr/>
        </p:nvSpPr>
        <p:spPr>
          <a:xfrm xmlns:a="http://schemas.openxmlformats.org/drawingml/2006/main">
            <a:off x="666750" y="2686050"/>
            <a:ext cx="1676400" cy="1104900"/>
          </a:xfrm>
          <a:prstGeom xmlns:a="http://schemas.openxmlformats.org/drawingml/2006/main" prst="rect">
            <a:avLst/>
          </a:prstGeom>
          <a:solidFill xmlns:a="http://schemas.openxmlformats.org/drawingml/2006/main">
            <a:srgbClr val="F256B6"/>
          </a:solidFill>
          <a:ln xmlns:a="http://schemas.openxmlformats.org/drawingml/2006/main" w="0">
            <a:solidFill>
              <a:srgbClr val="F256B6"/>
            </a:solidFill>
            <a:prstDash val="solid"/>
          </a:ln>
        </p:spPr>
      </p:sp>
      <p:sp>
        <p:nvSpPr>
          <p:cNvPr id="8" name="">
            <a:extLst xmlns:a="http://schemas.openxmlformats.org/drawingml/2006/main">
              <a:ext uri="{FF2B5EF4-FFF2-40B4-BE49-F238E27FC236}">
                <a16:creationId xmlns:a16="http://schemas.microsoft.com/office/drawing/2014/main" id="{661ABB91-4C55-4D2F-BBC3-9CE0A6D05B75}"/>
              </a:ext>
            </a:extLst>
          </p:cNvPr>
          <p:cNvSpPr>
            <a:spLocks xmlns:a="http://schemas.openxmlformats.org/drawingml/2006/main" noGrp="1"/>
          </p:cNvSpPr>
          <p:nvPr/>
        </p:nvSpPr>
        <p:spPr>
          <a:xfrm xmlns:a="http://schemas.openxmlformats.org/drawingml/2006/main">
            <a:off x="781050" y="28003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01</a:t>
            </a:r>
          </a:p>
        </p:txBody>
      </p:sp>
      <p:sp>
        <p:nvSpPr>
          <p:cNvPr id="9" name="">
            <a:extLst xmlns:a="http://schemas.openxmlformats.org/drawingml/2006/main">
              <a:ext uri="{FF2B5EF4-FFF2-40B4-BE49-F238E27FC236}">
                <a16:creationId xmlns:a16="http://schemas.microsoft.com/office/drawing/2014/main" id="{E4DFE4CC-1139-4FD0-B0F7-AAD2AE39EFDB}"/>
              </a:ext>
            </a:extLst>
          </p:cNvPr>
          <p:cNvSpPr>
            <a:spLocks xmlns:a="http://schemas.openxmlformats.org/drawingml/2006/main" noGrp="1"/>
          </p:cNvSpPr>
          <p:nvPr/>
        </p:nvSpPr>
        <p:spPr>
          <a:xfrm xmlns:a="http://schemas.openxmlformats.org/drawingml/2006/main">
            <a:off x="781050" y="3105150"/>
            <a:ext cx="144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ctr">
              <a:buNone/>
              <a:defRPr sz="1050" b="1">
                <a:solidFill>
                  <a:srgbClr val="111111"/>
                </a:solidFill>
                <a:latin typeface="Noto Sans JP"/>
                <a:ea typeface="Noto Sans JP"/>
                <a:cs typeface="Noto Sans JP"/>
              </a:defRPr>
            </a:pPr>
            <a:r>
              <a:rPr sz="1050" b="1">
                <a:solidFill>
                  <a:srgbClr val="111111"/>
                </a:solidFill>
                <a:latin typeface="Noto Sans JP"/>
                <a:ea typeface="Noto Sans JP"/>
                <a:cs typeface="Noto Sans JP"/>
              </a:rPr>
              <a:t>QUELLE</a:t>
            </a:r>
          </a:p>
        </p:txBody>
      </p:sp>
      <p:sp>
        <p:nvSpPr>
          <p:cNvPr id="10" name="">
            <a:extLst xmlns:a="http://schemas.openxmlformats.org/drawingml/2006/main">
              <a:ext uri="{FF2B5EF4-FFF2-40B4-BE49-F238E27FC236}">
                <a16:creationId xmlns:a16="http://schemas.microsoft.com/office/drawing/2014/main" id="{ADDF7D13-DA2E-447E-8715-0736668C7E9D}"/>
              </a:ext>
            </a:extLst>
          </p:cNvPr>
          <p:cNvSpPr>
            <a:spLocks xmlns:a="http://schemas.openxmlformats.org/drawingml/2006/main" noGrp="1"/>
          </p:cNvSpPr>
          <p:nvPr/>
        </p:nvSpPr>
        <p:spPr>
          <a:xfrm xmlns:a="http://schemas.openxmlformats.org/drawingml/2006/main">
            <a:off x="781050" y="3390900"/>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750" b="1">
                <a:solidFill>
                  <a:srgbClr val="111111"/>
                </a:solidFill>
                <a:latin typeface="IBM Plex Mono"/>
                <a:ea typeface="IBM Plex Mono"/>
                <a:cs typeface="IBM Plex Mono"/>
              </a:defRPr>
            </a:pPr>
            <a:r>
              <a:rPr sz="750" b="1">
                <a:solidFill>
                  <a:srgbClr val="111111"/>
                </a:solidFill>
                <a:latin typeface="IBM Plex Mono"/>
                <a:ea typeface="IBM Plex Mono"/>
                <a:cs typeface="IBM Plex Mono"/>
              </a:rPr>
              <a:t>Herkunft</a:t>
            </a:r>
          </a:p>
          <a:p xmlns:a="http://schemas.openxmlformats.org/drawingml/2006/main">
            <a:pPr algn="ctr">
              <a:buNone/>
              <a:defRPr sz="750" b="1">
                <a:solidFill>
                  <a:srgbClr val="111111"/>
                </a:solidFill>
                <a:latin typeface="IBM Plex Mono"/>
                <a:ea typeface="IBM Plex Mono"/>
                <a:cs typeface="IBM Plex Mono"/>
              </a:defRPr>
            </a:pPr>
            <a:r>
              <a:rPr sz="750" b="1">
                <a:solidFill>
                  <a:srgbClr val="111111"/>
                </a:solidFill>
                <a:latin typeface="IBM Plex Mono"/>
                <a:ea typeface="IBM Plex Mono"/>
                <a:cs typeface="IBM Plex Mono"/>
              </a:rPr>
              <a:t>+ Aktualität</a:t>
            </a:r>
          </a:p>
        </p:txBody>
      </p:sp>
      <p:sp>
        <p:nvSpPr>
          <p:cNvPr id="11" name="">
            <a:extLst xmlns:a="http://schemas.openxmlformats.org/drawingml/2006/main">
              <a:ext uri="{FF2B5EF4-FFF2-40B4-BE49-F238E27FC236}">
                <a16:creationId xmlns:a16="http://schemas.microsoft.com/office/drawing/2014/main" id="{CABB346E-05C6-4360-960B-02BFF458BF42}"/>
              </a:ext>
            </a:extLst>
          </p:cNvPr>
          <p:cNvSpPr>
            <a:spLocks xmlns:a="http://schemas.openxmlformats.org/drawingml/2006/main" noGrp="1"/>
          </p:cNvSpPr>
          <p:nvPr/>
        </p:nvSpPr>
        <p:spPr>
          <a:xfrm xmlns:a="http://schemas.openxmlformats.org/drawingml/2006/main">
            <a:off x="2819400" y="2686050"/>
            <a:ext cx="1676400" cy="11049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2" name="">
            <a:extLst xmlns:a="http://schemas.openxmlformats.org/drawingml/2006/main">
              <a:ext uri="{FF2B5EF4-FFF2-40B4-BE49-F238E27FC236}">
                <a16:creationId xmlns:a16="http://schemas.microsoft.com/office/drawing/2014/main" id="{3C998E26-E935-47FC-A64B-A7F78A23C104}"/>
              </a:ext>
            </a:extLst>
          </p:cNvPr>
          <p:cNvSpPr>
            <a:spLocks xmlns:a="http://schemas.openxmlformats.org/drawingml/2006/main" noGrp="1"/>
          </p:cNvSpPr>
          <p:nvPr/>
        </p:nvSpPr>
        <p:spPr>
          <a:xfrm xmlns:a="http://schemas.openxmlformats.org/drawingml/2006/main">
            <a:off x="2933700" y="28003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02</a:t>
            </a:r>
          </a:p>
        </p:txBody>
      </p:sp>
      <p:sp>
        <p:nvSpPr>
          <p:cNvPr id="13" name="">
            <a:extLst xmlns:a="http://schemas.openxmlformats.org/drawingml/2006/main">
              <a:ext uri="{FF2B5EF4-FFF2-40B4-BE49-F238E27FC236}">
                <a16:creationId xmlns:a16="http://schemas.microsoft.com/office/drawing/2014/main" id="{30CAA6C1-8A14-4A5B-94D1-49E458B17BAC}"/>
              </a:ext>
            </a:extLst>
          </p:cNvPr>
          <p:cNvSpPr>
            <a:spLocks xmlns:a="http://schemas.openxmlformats.org/drawingml/2006/main" noGrp="1"/>
          </p:cNvSpPr>
          <p:nvPr/>
        </p:nvSpPr>
        <p:spPr>
          <a:xfrm xmlns:a="http://schemas.openxmlformats.org/drawingml/2006/main">
            <a:off x="2933700" y="3105150"/>
            <a:ext cx="144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ctr">
              <a:buNone/>
              <a:defRPr sz="1050" b="1">
                <a:solidFill>
                  <a:srgbClr val="111111"/>
                </a:solidFill>
                <a:latin typeface="Noto Sans JP"/>
                <a:ea typeface="Noto Sans JP"/>
                <a:cs typeface="Noto Sans JP"/>
              </a:defRPr>
            </a:pPr>
            <a:r>
              <a:rPr sz="1050" b="1">
                <a:solidFill>
                  <a:srgbClr val="111111"/>
                </a:solidFill>
                <a:latin typeface="Noto Sans JP"/>
                <a:ea typeface="Noto Sans JP"/>
                <a:cs typeface="Noto Sans JP"/>
              </a:rPr>
              <a:t>EINORDNUNG</a:t>
            </a:r>
          </a:p>
        </p:txBody>
      </p:sp>
      <p:sp>
        <p:nvSpPr>
          <p:cNvPr id="14" name="">
            <a:extLst xmlns:a="http://schemas.openxmlformats.org/drawingml/2006/main">
              <a:ext uri="{FF2B5EF4-FFF2-40B4-BE49-F238E27FC236}">
                <a16:creationId xmlns:a16="http://schemas.microsoft.com/office/drawing/2014/main" id="{1A946F83-00ED-4B41-B9EE-944C396C533C}"/>
              </a:ext>
            </a:extLst>
          </p:cNvPr>
          <p:cNvSpPr>
            <a:spLocks xmlns:a="http://schemas.openxmlformats.org/drawingml/2006/main" noGrp="1"/>
          </p:cNvSpPr>
          <p:nvPr/>
        </p:nvSpPr>
        <p:spPr>
          <a:xfrm xmlns:a="http://schemas.openxmlformats.org/drawingml/2006/main">
            <a:off x="2933700" y="3390900"/>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750" b="1">
                <a:solidFill>
                  <a:srgbClr val="111111"/>
                </a:solidFill>
                <a:latin typeface="IBM Plex Mono"/>
                <a:ea typeface="IBM Plex Mono"/>
                <a:cs typeface="IBM Plex Mono"/>
              </a:defRPr>
            </a:pPr>
            <a:r>
              <a:rPr sz="750" b="1">
                <a:solidFill>
                  <a:srgbClr val="111111"/>
                </a:solidFill>
                <a:latin typeface="IBM Plex Mono"/>
                <a:ea typeface="IBM Plex Mono"/>
                <a:cs typeface="IBM Plex Mono"/>
              </a:rPr>
              <a:t>Fakt oder</a:t>
            </a:r>
          </a:p>
          <a:p xmlns:a="http://schemas.openxmlformats.org/drawingml/2006/main">
            <a:pPr algn="ctr">
              <a:buNone/>
              <a:defRPr sz="750" b="1">
                <a:solidFill>
                  <a:srgbClr val="111111"/>
                </a:solidFill>
                <a:latin typeface="IBM Plex Mono"/>
                <a:ea typeface="IBM Plex Mono"/>
                <a:cs typeface="IBM Plex Mono"/>
              </a:defRPr>
            </a:pPr>
            <a:r>
              <a:rPr sz="750" b="1">
                <a:solidFill>
                  <a:srgbClr val="111111"/>
                </a:solidFill>
                <a:latin typeface="IBM Plex Mono"/>
                <a:ea typeface="IBM Plex Mono"/>
                <a:cs typeface="IBM Plex Mono"/>
              </a:rPr>
              <a:t>Interpretation</a:t>
            </a:r>
          </a:p>
        </p:txBody>
      </p:sp>
      <p:sp>
        <p:nvSpPr>
          <p:cNvPr id="15" name="">
            <a:extLst xmlns:a="http://schemas.openxmlformats.org/drawingml/2006/main">
              <a:ext uri="{FF2B5EF4-FFF2-40B4-BE49-F238E27FC236}">
                <a16:creationId xmlns:a16="http://schemas.microsoft.com/office/drawing/2014/main" id="{C323F200-2D7D-423C-8BF4-030BA22FAA86}"/>
              </a:ext>
            </a:extLst>
          </p:cNvPr>
          <p:cNvSpPr>
            <a:spLocks xmlns:a="http://schemas.openxmlformats.org/drawingml/2006/main" noGrp="1"/>
          </p:cNvSpPr>
          <p:nvPr/>
        </p:nvSpPr>
        <p:spPr>
          <a:xfrm xmlns:a="http://schemas.openxmlformats.org/drawingml/2006/main">
            <a:off x="4972050" y="2686050"/>
            <a:ext cx="1676400" cy="1104900"/>
          </a:xfrm>
          <a:prstGeom xmlns:a="http://schemas.openxmlformats.org/drawingml/2006/main" prst="rect">
            <a:avLst/>
          </a:prstGeom>
          <a:solidFill xmlns:a="http://schemas.openxmlformats.org/drawingml/2006/main">
            <a:srgbClr val="FEF14D"/>
          </a:solidFill>
          <a:ln xmlns:a="http://schemas.openxmlformats.org/drawingml/2006/main" w="0">
            <a:solidFill>
              <a:srgbClr val="FEF14D"/>
            </a:solidFill>
            <a:prstDash val="solid"/>
          </a:ln>
        </p:spPr>
      </p:sp>
      <p:sp>
        <p:nvSpPr>
          <p:cNvPr id="16" name="">
            <a:extLst xmlns:a="http://schemas.openxmlformats.org/drawingml/2006/main">
              <a:ext uri="{FF2B5EF4-FFF2-40B4-BE49-F238E27FC236}">
                <a16:creationId xmlns:a16="http://schemas.microsoft.com/office/drawing/2014/main" id="{647C213B-C1D4-4DEC-8AF2-C11FC5B524A2}"/>
              </a:ext>
            </a:extLst>
          </p:cNvPr>
          <p:cNvSpPr>
            <a:spLocks xmlns:a="http://schemas.openxmlformats.org/drawingml/2006/main" noGrp="1"/>
          </p:cNvSpPr>
          <p:nvPr/>
        </p:nvSpPr>
        <p:spPr>
          <a:xfrm xmlns:a="http://schemas.openxmlformats.org/drawingml/2006/main">
            <a:off x="5086350" y="28003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03</a:t>
            </a:r>
          </a:p>
        </p:txBody>
      </p:sp>
      <p:sp>
        <p:nvSpPr>
          <p:cNvPr id="17" name="">
            <a:extLst xmlns:a="http://schemas.openxmlformats.org/drawingml/2006/main">
              <a:ext uri="{FF2B5EF4-FFF2-40B4-BE49-F238E27FC236}">
                <a16:creationId xmlns:a16="http://schemas.microsoft.com/office/drawing/2014/main" id="{7F8FDFBC-78CE-4010-8119-B6EB9A0E3961}"/>
              </a:ext>
            </a:extLst>
          </p:cNvPr>
          <p:cNvSpPr>
            <a:spLocks xmlns:a="http://schemas.openxmlformats.org/drawingml/2006/main" noGrp="1"/>
          </p:cNvSpPr>
          <p:nvPr/>
        </p:nvSpPr>
        <p:spPr>
          <a:xfrm xmlns:a="http://schemas.openxmlformats.org/drawingml/2006/main">
            <a:off x="5086350" y="3105150"/>
            <a:ext cx="144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ctr">
              <a:buNone/>
              <a:defRPr sz="1050" b="1">
                <a:solidFill>
                  <a:srgbClr val="111111"/>
                </a:solidFill>
                <a:latin typeface="Noto Sans JP"/>
                <a:ea typeface="Noto Sans JP"/>
                <a:cs typeface="Noto Sans JP"/>
              </a:defRPr>
            </a:pPr>
            <a:r>
              <a:rPr sz="1050" b="1">
                <a:solidFill>
                  <a:srgbClr val="111111"/>
                </a:solidFill>
                <a:latin typeface="Noto Sans JP"/>
                <a:ea typeface="Noto Sans JP"/>
                <a:cs typeface="Noto Sans JP"/>
              </a:rPr>
              <a:t>SIMULATION</a:t>
            </a:r>
          </a:p>
        </p:txBody>
      </p:sp>
      <p:sp>
        <p:nvSpPr>
          <p:cNvPr id="18" name="">
            <a:extLst xmlns:a="http://schemas.openxmlformats.org/drawingml/2006/main">
              <a:ext uri="{FF2B5EF4-FFF2-40B4-BE49-F238E27FC236}">
                <a16:creationId xmlns:a16="http://schemas.microsoft.com/office/drawing/2014/main" id="{05CBE2E3-0227-4135-80D4-20FE9117AC46}"/>
              </a:ext>
            </a:extLst>
          </p:cNvPr>
          <p:cNvSpPr>
            <a:spLocks xmlns:a="http://schemas.openxmlformats.org/drawingml/2006/main" noGrp="1"/>
          </p:cNvSpPr>
          <p:nvPr/>
        </p:nvSpPr>
        <p:spPr>
          <a:xfrm xmlns:a="http://schemas.openxmlformats.org/drawingml/2006/main">
            <a:off x="5086350" y="3390900"/>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750" b="1">
                <a:solidFill>
                  <a:srgbClr val="111111"/>
                </a:solidFill>
                <a:latin typeface="IBM Plex Mono"/>
                <a:ea typeface="IBM Plex Mono"/>
                <a:cs typeface="IBM Plex Mono"/>
              </a:defRPr>
            </a:pPr>
            <a:r>
              <a:rPr sz="750" b="1">
                <a:solidFill>
                  <a:srgbClr val="111111"/>
                </a:solidFill>
                <a:latin typeface="IBM Plex Mono"/>
                <a:ea typeface="IBM Plex Mono"/>
                <a:cs typeface="IBM Plex Mono"/>
              </a:rPr>
              <a:t>Hypothese oder</a:t>
            </a:r>
          </a:p>
          <a:p xmlns:a="http://schemas.openxmlformats.org/drawingml/2006/main">
            <a:pPr algn="ctr">
              <a:buNone/>
              <a:defRPr sz="750" b="1">
                <a:solidFill>
                  <a:srgbClr val="111111"/>
                </a:solidFill>
                <a:latin typeface="IBM Plex Mono"/>
                <a:ea typeface="IBM Plex Mono"/>
                <a:cs typeface="IBM Plex Mono"/>
              </a:defRPr>
            </a:pPr>
            <a:r>
              <a:rPr sz="750" b="1">
                <a:solidFill>
                  <a:srgbClr val="111111"/>
                </a:solidFill>
                <a:latin typeface="IBM Plex Mono"/>
                <a:ea typeface="IBM Plex Mono"/>
                <a:cs typeface="IBM Plex Mono"/>
              </a:rPr>
              <a:t>Persona-Sicht</a:t>
            </a:r>
          </a:p>
        </p:txBody>
      </p:sp>
      <p:sp>
        <p:nvSpPr>
          <p:cNvPr id="19" name="">
            <a:extLst xmlns:a="http://schemas.openxmlformats.org/drawingml/2006/main">
              <a:ext uri="{FF2B5EF4-FFF2-40B4-BE49-F238E27FC236}">
                <a16:creationId xmlns:a16="http://schemas.microsoft.com/office/drawing/2014/main" id="{F4F5918F-D18A-401A-AED5-1B0889831F42}"/>
              </a:ext>
            </a:extLst>
          </p:cNvPr>
          <p:cNvSpPr>
            <a:spLocks xmlns:a="http://schemas.openxmlformats.org/drawingml/2006/main" noGrp="1"/>
          </p:cNvSpPr>
          <p:nvPr/>
        </p:nvSpPr>
        <p:spPr>
          <a:xfrm xmlns:a="http://schemas.openxmlformats.org/drawingml/2006/main">
            <a:off x="7124700" y="2686050"/>
            <a:ext cx="1676400" cy="1104900"/>
          </a:xfrm>
          <a:prstGeom xmlns:a="http://schemas.openxmlformats.org/drawingml/2006/main" prst="rect">
            <a:avLst/>
          </a:prstGeom>
          <a:solidFill xmlns:a="http://schemas.openxmlformats.org/drawingml/2006/main">
            <a:srgbClr val="00CA55"/>
          </a:solidFill>
          <a:ln xmlns:a="http://schemas.openxmlformats.org/drawingml/2006/main" w="0">
            <a:solidFill>
              <a:srgbClr val="00CA55"/>
            </a:solidFill>
            <a:prstDash val="solid"/>
          </a:ln>
        </p:spPr>
      </p:sp>
      <p:sp>
        <p:nvSpPr>
          <p:cNvPr id="20" name="">
            <a:extLst xmlns:a="http://schemas.openxmlformats.org/drawingml/2006/main">
              <a:ext uri="{FF2B5EF4-FFF2-40B4-BE49-F238E27FC236}">
                <a16:creationId xmlns:a16="http://schemas.microsoft.com/office/drawing/2014/main" id="{FBA8D6BD-EAF4-491C-838C-E9079DC3996D}"/>
              </a:ext>
            </a:extLst>
          </p:cNvPr>
          <p:cNvSpPr>
            <a:spLocks xmlns:a="http://schemas.openxmlformats.org/drawingml/2006/main" noGrp="1"/>
          </p:cNvSpPr>
          <p:nvPr/>
        </p:nvSpPr>
        <p:spPr>
          <a:xfrm xmlns:a="http://schemas.openxmlformats.org/drawingml/2006/main">
            <a:off x="7239000" y="28003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04</a:t>
            </a:r>
          </a:p>
        </p:txBody>
      </p:sp>
      <p:sp>
        <p:nvSpPr>
          <p:cNvPr id="21" name="">
            <a:extLst xmlns:a="http://schemas.openxmlformats.org/drawingml/2006/main">
              <a:ext uri="{FF2B5EF4-FFF2-40B4-BE49-F238E27FC236}">
                <a16:creationId xmlns:a16="http://schemas.microsoft.com/office/drawing/2014/main" id="{A294E914-CFC9-4D03-9FE0-BE827246AC8B}"/>
              </a:ext>
            </a:extLst>
          </p:cNvPr>
          <p:cNvSpPr>
            <a:spLocks xmlns:a="http://schemas.openxmlformats.org/drawingml/2006/main" noGrp="1"/>
          </p:cNvSpPr>
          <p:nvPr/>
        </p:nvSpPr>
        <p:spPr>
          <a:xfrm xmlns:a="http://schemas.openxmlformats.org/drawingml/2006/main">
            <a:off x="7239000" y="3105150"/>
            <a:ext cx="144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ctr">
              <a:buNone/>
              <a:defRPr sz="1050" b="1">
                <a:solidFill>
                  <a:srgbClr val="111111"/>
                </a:solidFill>
                <a:latin typeface="Noto Sans JP"/>
                <a:ea typeface="Noto Sans JP"/>
                <a:cs typeface="Noto Sans JP"/>
              </a:defRPr>
            </a:pPr>
            <a:r>
              <a:rPr sz="1050" b="1">
                <a:solidFill>
                  <a:srgbClr val="111111"/>
                </a:solidFill>
                <a:latin typeface="Noto Sans JP"/>
                <a:ea typeface="Noto Sans JP"/>
                <a:cs typeface="Noto Sans JP"/>
              </a:rPr>
              <a:t>FREIGABE</a:t>
            </a:r>
          </a:p>
        </p:txBody>
      </p:sp>
      <p:sp>
        <p:nvSpPr>
          <p:cNvPr id="22" name="">
            <a:extLst xmlns:a="http://schemas.openxmlformats.org/drawingml/2006/main">
              <a:ext uri="{FF2B5EF4-FFF2-40B4-BE49-F238E27FC236}">
                <a16:creationId xmlns:a16="http://schemas.microsoft.com/office/drawing/2014/main" id="{562FF2BA-CCE6-400B-86AD-454EDC9AD910}"/>
              </a:ext>
            </a:extLst>
          </p:cNvPr>
          <p:cNvSpPr>
            <a:spLocks xmlns:a="http://schemas.openxmlformats.org/drawingml/2006/main" noGrp="1"/>
          </p:cNvSpPr>
          <p:nvPr/>
        </p:nvSpPr>
        <p:spPr>
          <a:xfrm xmlns:a="http://schemas.openxmlformats.org/drawingml/2006/main">
            <a:off x="7239000" y="3390900"/>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750" b="1">
                <a:solidFill>
                  <a:srgbClr val="111111"/>
                </a:solidFill>
                <a:latin typeface="IBM Plex Mono"/>
                <a:ea typeface="IBM Plex Mono"/>
                <a:cs typeface="IBM Plex Mono"/>
              </a:defRPr>
            </a:pPr>
            <a:r>
              <a:rPr sz="750" b="1">
                <a:solidFill>
                  <a:srgbClr val="111111"/>
                </a:solidFill>
                <a:latin typeface="IBM Plex Mono"/>
                <a:ea typeface="IBM Plex Mono"/>
                <a:cs typeface="IBM Plex Mono"/>
              </a:rPr>
              <a:t>Rolle · Gate</a:t>
            </a:r>
          </a:p>
          <a:p xmlns:a="http://schemas.openxmlformats.org/drawingml/2006/main">
            <a:pPr algn="ctr">
              <a:buNone/>
              <a:defRPr sz="750" b="1">
                <a:solidFill>
                  <a:srgbClr val="111111"/>
                </a:solidFill>
                <a:latin typeface="IBM Plex Mono"/>
                <a:ea typeface="IBM Plex Mono"/>
                <a:cs typeface="IBM Plex Mono"/>
              </a:defRPr>
            </a:pPr>
            <a:r>
              <a:rPr sz="750" b="1">
                <a:solidFill>
                  <a:srgbClr val="111111"/>
                </a:solidFill>
                <a:latin typeface="IBM Plex Mono"/>
                <a:ea typeface="IBM Plex Mono"/>
                <a:cs typeface="IBM Plex Mono"/>
              </a:rPr>
              <a:t>Entscheidung</a:t>
            </a:r>
          </a:p>
        </p:txBody>
      </p:sp>
      <p:sp>
        <p:nvSpPr>
          <p:cNvPr id="23" name="">
            <a:extLst xmlns:a="http://schemas.openxmlformats.org/drawingml/2006/main">
              <a:ext uri="{FF2B5EF4-FFF2-40B4-BE49-F238E27FC236}">
                <a16:creationId xmlns:a16="http://schemas.microsoft.com/office/drawing/2014/main" id="{F0079367-1F0A-4080-A37A-07B5B79B2F2E}"/>
              </a:ext>
            </a:extLst>
          </p:cNvPr>
          <p:cNvSpPr>
            <a:spLocks xmlns:a="http://schemas.openxmlformats.org/drawingml/2006/main" noGrp="1"/>
          </p:cNvSpPr>
          <p:nvPr/>
        </p:nvSpPr>
        <p:spPr>
          <a:xfrm xmlns:a="http://schemas.openxmlformats.org/drawingml/2006/main">
            <a:off x="9277350" y="2686050"/>
            <a:ext cx="1676400" cy="1104900"/>
          </a:xfrm>
          <a:prstGeom xmlns:a="http://schemas.openxmlformats.org/drawingml/2006/main" prst="rect">
            <a:avLst/>
          </a:prstGeom>
          <a:solidFill xmlns:a="http://schemas.openxmlformats.org/drawingml/2006/main">
            <a:srgbClr val="FF6A3B"/>
          </a:solidFill>
          <a:ln xmlns:a="http://schemas.openxmlformats.org/drawingml/2006/main" w="0">
            <a:solidFill>
              <a:srgbClr val="FF6A3B"/>
            </a:solidFill>
            <a:prstDash val="solid"/>
          </a:ln>
        </p:spPr>
      </p:sp>
      <p:sp>
        <p:nvSpPr>
          <p:cNvPr id="24" name="">
            <a:extLst xmlns:a="http://schemas.openxmlformats.org/drawingml/2006/main">
              <a:ext uri="{FF2B5EF4-FFF2-40B4-BE49-F238E27FC236}">
                <a16:creationId xmlns:a16="http://schemas.microsoft.com/office/drawing/2014/main" id="{3D5377A9-EE0D-4787-9035-771AE9A5D930}"/>
              </a:ext>
            </a:extLst>
          </p:cNvPr>
          <p:cNvSpPr>
            <a:spLocks xmlns:a="http://schemas.openxmlformats.org/drawingml/2006/main" noGrp="1"/>
          </p:cNvSpPr>
          <p:nvPr/>
        </p:nvSpPr>
        <p:spPr>
          <a:xfrm xmlns:a="http://schemas.openxmlformats.org/drawingml/2006/main">
            <a:off x="9391650" y="28003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05</a:t>
            </a:r>
          </a:p>
        </p:txBody>
      </p:sp>
      <p:sp>
        <p:nvSpPr>
          <p:cNvPr id="25" name="">
            <a:extLst xmlns:a="http://schemas.openxmlformats.org/drawingml/2006/main">
              <a:ext uri="{FF2B5EF4-FFF2-40B4-BE49-F238E27FC236}">
                <a16:creationId xmlns:a16="http://schemas.microsoft.com/office/drawing/2014/main" id="{5CE97445-FFC4-4B08-B9D6-6649A8B5F6B4}"/>
              </a:ext>
            </a:extLst>
          </p:cNvPr>
          <p:cNvSpPr>
            <a:spLocks xmlns:a="http://schemas.openxmlformats.org/drawingml/2006/main" noGrp="1"/>
          </p:cNvSpPr>
          <p:nvPr/>
        </p:nvSpPr>
        <p:spPr>
          <a:xfrm xmlns:a="http://schemas.openxmlformats.org/drawingml/2006/main">
            <a:off x="9391650" y="3105150"/>
            <a:ext cx="144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ctr">
              <a:buNone/>
              <a:defRPr sz="1050" b="1">
                <a:solidFill>
                  <a:srgbClr val="111111"/>
                </a:solidFill>
                <a:latin typeface="Noto Sans JP"/>
                <a:ea typeface="Noto Sans JP"/>
                <a:cs typeface="Noto Sans JP"/>
              </a:defRPr>
            </a:pPr>
            <a:r>
              <a:rPr sz="1050" b="1">
                <a:solidFill>
                  <a:srgbClr val="111111"/>
                </a:solidFill>
                <a:latin typeface="Noto Sans JP"/>
                <a:ea typeface="Noto Sans JP"/>
                <a:cs typeface="Noto Sans JP"/>
              </a:rPr>
              <a:t>AUDIT TRAIL</a:t>
            </a:r>
          </a:p>
        </p:txBody>
      </p:sp>
      <p:sp>
        <p:nvSpPr>
          <p:cNvPr id="26" name="">
            <a:extLst xmlns:a="http://schemas.openxmlformats.org/drawingml/2006/main">
              <a:ext uri="{FF2B5EF4-FFF2-40B4-BE49-F238E27FC236}">
                <a16:creationId xmlns:a16="http://schemas.microsoft.com/office/drawing/2014/main" id="{86ADD1B0-1873-4F3C-B6D7-8910DA290623}"/>
              </a:ext>
            </a:extLst>
          </p:cNvPr>
          <p:cNvSpPr>
            <a:spLocks xmlns:a="http://schemas.openxmlformats.org/drawingml/2006/main" noGrp="1"/>
          </p:cNvSpPr>
          <p:nvPr/>
        </p:nvSpPr>
        <p:spPr>
          <a:xfrm xmlns:a="http://schemas.openxmlformats.org/drawingml/2006/main">
            <a:off x="9391650" y="3390900"/>
            <a:ext cx="144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750" b="1">
                <a:solidFill>
                  <a:srgbClr val="111111"/>
                </a:solidFill>
                <a:latin typeface="IBM Plex Mono"/>
                <a:ea typeface="IBM Plex Mono"/>
                <a:cs typeface="IBM Plex Mono"/>
              </a:defRPr>
            </a:pPr>
            <a:r>
              <a:rPr sz="750" b="1">
                <a:solidFill>
                  <a:srgbClr val="111111"/>
                </a:solidFill>
                <a:latin typeface="IBM Plex Mono"/>
                <a:ea typeface="IBM Plex Mono"/>
                <a:cs typeface="IBM Plex Mono"/>
              </a:rPr>
              <a:t>Run · Ergebnis</a:t>
            </a:r>
          </a:p>
          <a:p xmlns:a="http://schemas.openxmlformats.org/drawingml/2006/main">
            <a:pPr algn="ctr">
              <a:buNone/>
              <a:defRPr sz="750" b="1">
                <a:solidFill>
                  <a:srgbClr val="111111"/>
                </a:solidFill>
                <a:latin typeface="IBM Plex Mono"/>
                <a:ea typeface="IBM Plex Mono"/>
                <a:cs typeface="IBM Plex Mono"/>
              </a:defRPr>
            </a:pPr>
            <a:r>
              <a:rPr sz="750" b="1">
                <a:solidFill>
                  <a:srgbClr val="111111"/>
                </a:solidFill>
                <a:latin typeface="IBM Plex Mono"/>
                <a:ea typeface="IBM Plex Mono"/>
                <a:cs typeface="IBM Plex Mono"/>
              </a:rPr>
              <a:t>Version</a:t>
            </a:r>
          </a:p>
        </p:txBody>
      </p:sp>
      <p:sp>
        <p:nvSpPr>
          <p:cNvPr id="27" name="">
            <a:extLst xmlns:a="http://schemas.openxmlformats.org/drawingml/2006/main">
              <a:ext uri="{FF2B5EF4-FFF2-40B4-BE49-F238E27FC236}">
                <a16:creationId xmlns:a16="http://schemas.microsoft.com/office/drawing/2014/main" id="{C5B1B171-6699-4FDE-9AFE-816F63F132DA}"/>
              </a:ext>
            </a:extLst>
          </p:cNvPr>
          <p:cNvSpPr>
            <a:spLocks xmlns:a="http://schemas.openxmlformats.org/drawingml/2006/main" noGrp="1"/>
          </p:cNvSpPr>
          <p:nvPr/>
        </p:nvSpPr>
        <p:spPr>
          <a:xfrm xmlns:a="http://schemas.openxmlformats.org/drawingml/2006/main">
            <a:off x="457200" y="4514850"/>
            <a:ext cx="11277600" cy="1238250"/>
          </a:xfrm>
          <a:prstGeom xmlns:a="http://schemas.openxmlformats.org/drawingml/2006/main" prst="rect">
            <a:avLst/>
          </a:prstGeom>
          <a:solidFill xmlns:a="http://schemas.openxmlformats.org/drawingml/2006/main">
            <a:srgbClr val="111111"/>
          </a:solidFill>
          <a:ln xmlns:a="http://schemas.openxmlformats.org/drawingml/2006/main" w="9525">
            <a:solidFill>
              <a:srgbClr val="686868"/>
            </a:solidFill>
            <a:prstDash val="solid"/>
          </a:ln>
        </p:spPr>
      </p:sp>
      <p:sp>
        <p:nvSpPr>
          <p:cNvPr id="28" name="">
            <a:extLst xmlns:a="http://schemas.openxmlformats.org/drawingml/2006/main">
              <a:ext uri="{FF2B5EF4-FFF2-40B4-BE49-F238E27FC236}">
                <a16:creationId xmlns:a16="http://schemas.microsoft.com/office/drawing/2014/main" id="{39BF5492-11AE-4595-9E14-D88E314CB251}"/>
              </a:ext>
            </a:extLst>
          </p:cNvPr>
          <p:cNvSpPr>
            <a:spLocks xmlns:a="http://schemas.openxmlformats.org/drawingml/2006/main" noGrp="1"/>
          </p:cNvSpPr>
          <p:nvPr/>
        </p:nvSpPr>
        <p:spPr>
          <a:xfrm xmlns:a="http://schemas.openxmlformats.org/drawingml/2006/main">
            <a:off x="628650" y="468630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KLARE GRENZEN</a:t>
            </a:r>
          </a:p>
        </p:txBody>
      </p:sp>
      <p:sp>
        <p:nvSpPr>
          <p:cNvPr id="29" name="">
            <a:extLst xmlns:a="http://schemas.openxmlformats.org/drawingml/2006/main">
              <a:ext uri="{FF2B5EF4-FFF2-40B4-BE49-F238E27FC236}">
                <a16:creationId xmlns:a16="http://schemas.microsoft.com/office/drawing/2014/main" id="{C9C2EC29-B2D8-42A7-BD2F-39EBF3051CF2}"/>
              </a:ext>
            </a:extLst>
          </p:cNvPr>
          <p:cNvSpPr>
            <a:spLocks xmlns:a="http://schemas.openxmlformats.org/drawingml/2006/main" noGrp="1"/>
          </p:cNvSpPr>
          <p:nvPr/>
        </p:nvSpPr>
        <p:spPr>
          <a:xfrm xmlns:a="http://schemas.openxmlformats.org/drawingml/2006/main">
            <a:off x="628650" y="50673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buNone/>
              <a:defRPr sz="1200" b="1">
                <a:solidFill>
                  <a:srgbClr val="FFFFFF"/>
                </a:solidFill>
                <a:latin typeface="Noto Sans JP"/>
                <a:ea typeface="Noto Sans JP"/>
                <a:cs typeface="Noto Sans JP"/>
              </a:defRPr>
            </a:pPr>
            <a:r>
              <a:rPr sz="1200" b="1">
                <a:solidFill>
                  <a:srgbClr val="FFFFFF"/>
                </a:solidFill>
                <a:latin typeface="Noto Sans JP"/>
                <a:ea typeface="Noto Sans JP"/>
                <a:cs typeface="Noto Sans JP"/>
              </a:rPr>
              <a:t>Modellantwort ≠ Fakt</a:t>
            </a:r>
          </a:p>
        </p:txBody>
      </p:sp>
      <p:sp>
        <p:nvSpPr>
          <p:cNvPr id="30" name="">
            <a:extLst xmlns:a="http://schemas.openxmlformats.org/drawingml/2006/main">
              <a:ext uri="{FF2B5EF4-FFF2-40B4-BE49-F238E27FC236}">
                <a16:creationId xmlns:a16="http://schemas.microsoft.com/office/drawing/2014/main" id="{899EB0C9-F788-43FA-ADD7-99C1C9623F05}"/>
              </a:ext>
            </a:extLst>
          </p:cNvPr>
          <p:cNvSpPr>
            <a:spLocks xmlns:a="http://schemas.openxmlformats.org/drawingml/2006/main" noGrp="1"/>
          </p:cNvSpPr>
          <p:nvPr/>
        </p:nvSpPr>
        <p:spPr>
          <a:xfrm xmlns:a="http://schemas.openxmlformats.org/drawingml/2006/main">
            <a:off x="3905250" y="50673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buNone/>
              <a:defRPr sz="1200" b="1">
                <a:solidFill>
                  <a:srgbClr val="FFFFFF"/>
                </a:solidFill>
                <a:latin typeface="Noto Sans JP"/>
                <a:ea typeface="Noto Sans JP"/>
                <a:cs typeface="Noto Sans JP"/>
              </a:defRPr>
            </a:pPr>
            <a:r>
              <a:rPr sz="1200" b="1">
                <a:solidFill>
                  <a:srgbClr val="FFFFFF"/>
                </a:solidFill>
                <a:latin typeface="Noto Sans JP"/>
                <a:ea typeface="Noto Sans JP"/>
                <a:cs typeface="Noto Sans JP"/>
              </a:rPr>
              <a:t>Persona ≠ empirischer Nachweis</a:t>
            </a:r>
          </a:p>
        </p:txBody>
      </p:sp>
      <p:sp>
        <p:nvSpPr>
          <p:cNvPr id="31" name="">
            <a:extLst xmlns:a="http://schemas.openxmlformats.org/drawingml/2006/main">
              <a:ext uri="{FF2B5EF4-FFF2-40B4-BE49-F238E27FC236}">
                <a16:creationId xmlns:a16="http://schemas.microsoft.com/office/drawing/2014/main" id="{8A6EC1E6-AF50-4C8A-ABE3-67D97D134F6C}"/>
              </a:ext>
            </a:extLst>
          </p:cNvPr>
          <p:cNvSpPr>
            <a:spLocks xmlns:a="http://schemas.openxmlformats.org/drawingml/2006/main" noGrp="1"/>
          </p:cNvSpPr>
          <p:nvPr/>
        </p:nvSpPr>
        <p:spPr>
          <a:xfrm xmlns:a="http://schemas.openxmlformats.org/drawingml/2006/main">
            <a:off x="7581900" y="50673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buNone/>
              <a:defRPr sz="1200" b="1">
                <a:solidFill>
                  <a:srgbClr val="FFFFFF"/>
                </a:solidFill>
                <a:latin typeface="Noto Sans JP"/>
                <a:ea typeface="Noto Sans JP"/>
                <a:cs typeface="Noto Sans JP"/>
              </a:defRPr>
            </a:pPr>
            <a:r>
              <a:rPr sz="1200" b="1">
                <a:solidFill>
                  <a:srgbClr val="FFFFFF"/>
                </a:solidFill>
                <a:latin typeface="Noto Sans JP"/>
                <a:ea typeface="Noto Sans JP"/>
                <a:cs typeface="Noto Sans JP"/>
              </a:rPr>
              <a:t>Automation ≠ unbeschränkte Autonomie</a:t>
            </a:r>
          </a:p>
        </p:txBody>
      </p:sp>
      <p:sp>
        <p:nvSpPr>
          <p:cNvPr id="32" name="">
            <a:extLst xmlns:a="http://schemas.openxmlformats.org/drawingml/2006/main">
              <a:ext uri="{FF2B5EF4-FFF2-40B4-BE49-F238E27FC236}">
                <a16:creationId xmlns:a16="http://schemas.microsoft.com/office/drawing/2014/main" id="{BD9D4FA8-3D06-412B-AAEF-52D098C860E6}"/>
              </a:ext>
            </a:extLst>
          </p:cNvPr>
          <p:cNvSpPr>
            <a:spLocks xmlns:a="http://schemas.openxmlformats.org/drawingml/2006/main" noGrp="1"/>
          </p:cNvSpPr>
          <p:nvPr/>
        </p:nvSpPr>
        <p:spPr>
          <a:xfrm xmlns:a="http://schemas.openxmlformats.org/drawingml/2006/main">
            <a:off x="457200" y="61531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FFFFF"/>
                </a:solidFill>
                <a:latin typeface="IBM Plex Mono"/>
                <a:ea typeface="IBM Plex Mono"/>
                <a:cs typeface="IBM Plex Mono"/>
              </a:defRPr>
            </a:pPr>
            <a:r>
              <a:rPr sz="750" b="1">
                <a:solidFill>
                  <a:srgbClr val="FFFFFF"/>
                </a:solidFill>
                <a:latin typeface="IBM Plex Mono"/>
                <a:ea typeface="IBM Plex Mono"/>
                <a:cs typeface="IBM Plex Mono"/>
              </a:rPr>
              <a:t>Rollen · Freigaben · Quellenstatus · Statuskennzeichnung · Run-Historie</a:t>
            </a:r>
          </a:p>
        </p:txBody>
      </p:sp>
    </p:spTree>
    <p:extLst>
      <p:ext uri="{BB962C8B-B14F-4D97-AF65-F5344CB8AC3E}">
        <p14:creationId xmlns:p14="http://schemas.microsoft.com/office/powerpoint/2010/main" val="137874191"/>
      </p:ext>
    </p:extLst>
  </p:cSld>
</p:sld>
</file>

<file path=ppt/slides/slide14.xml><?xml version="1.0" encoding="utf-8"?>
<p:sld xmlns:p="http://schemas.openxmlformats.org/presentationml/2006/main">
  <p:cSld>
    <p:bg>
      <p:bgPr>
        <a:solidFill xmlns:a="http://schemas.openxmlformats.org/drawingml/2006/main">
          <a:srgbClr val="F256B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3CCCACC-C5EC-464C-8B7B-95B00CE8A510}"/>
              </a:ext>
            </a:extLst>
          </p:cNvPr>
          <p:cNvSpPr>
            <a:spLocks xmlns:a="http://schemas.openxmlformats.org/drawingml/2006/main" noGrp="1"/>
          </p:cNvSpPr>
          <p:nvPr/>
        </p:nvSpPr>
        <p:spPr>
          <a:xfrm xmlns:a="http://schemas.openxmlformats.org/drawingml/2006/main">
            <a:off x="457200" y="2667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1">
                <a:solidFill>
                  <a:srgbClr val="F256B6"/>
                </a:solidFill>
                <a:latin typeface="IBM Plex Mono"/>
                <a:ea typeface="IBM Plex Mono"/>
                <a:cs typeface="IBM Plex Mono"/>
              </a:defRPr>
            </a:pPr>
            <a:r>
              <a:rPr sz="750" b="1">
                <a:solidFill>
                  <a:srgbClr val="F256B6"/>
                </a:solidFill>
                <a:latin typeface="IBM Plex Mono"/>
                <a:ea typeface="IBM Plex Mono"/>
                <a:cs typeface="IBM Plex Mono"/>
              </a:rPr>
              <a:t>WIRKUNG + KPIS</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9cc56f7ad5ee4583"/>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844B869-CF2D-44CD-8FE2-FAC3F12106AE}"/>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686868"/>
                </a:solidFill>
                <a:latin typeface="IBM Plex Mono"/>
                <a:ea typeface="IBM Plex Mono"/>
                <a:cs typeface="IBM Plex Mono"/>
              </a:defRPr>
            </a:pPr>
            <a:r>
              <a:rPr sz="675" b="0">
                <a:solidFill>
                  <a:srgbClr val="686868"/>
                </a:solidFill>
                <a:latin typeface="IBM Plex Mono"/>
                <a:ea typeface="IBM Plex Mono"/>
                <a:cs typeface="IBM Plex Mono"/>
              </a:rPr>
              <a:t>14</a:t>
            </a:r>
          </a:p>
        </p:txBody>
      </p:sp>
      <p:sp>
        <p:nvSpPr>
          <p:cNvPr id="4" name="">
            <a:extLst xmlns:a="http://schemas.openxmlformats.org/drawingml/2006/main">
              <a:ext uri="{FF2B5EF4-FFF2-40B4-BE49-F238E27FC236}">
                <a16:creationId xmlns:a16="http://schemas.microsoft.com/office/drawing/2014/main" id="{06FBA928-9B73-4903-BC5F-1B0D6BEB23B2}"/>
              </a:ext>
            </a:extLst>
          </p:cNvPr>
          <p:cNvSpPr>
            <a:spLocks xmlns:a="http://schemas.openxmlformats.org/drawingml/2006/main" noGrp="1"/>
          </p:cNvSpPr>
          <p:nvPr/>
        </p:nvSpPr>
        <p:spPr>
          <a:xfrm xmlns:a="http://schemas.openxmlformats.org/drawingml/2006/main">
            <a:off x="457200" y="76200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775" b="1">
                <a:solidFill>
                  <a:srgbClr val="111111"/>
                </a:solidFill>
                <a:latin typeface="Noto Sans JP"/>
                <a:ea typeface="Noto Sans JP"/>
                <a:cs typeface="Noto Sans JP"/>
              </a:defRPr>
            </a:pPr>
            <a:r>
              <a:rPr sz="2775" b="1">
                <a:solidFill>
                  <a:srgbClr val="111111"/>
                </a:solidFill>
                <a:latin typeface="Noto Sans JP"/>
                <a:ea typeface="Noto Sans JP"/>
                <a:cs typeface="Noto Sans JP"/>
              </a:rPr>
              <a:t>Was kontinuierlich lernt, muss kontinuierlich messbar sein.</a:t>
            </a:r>
          </a:p>
        </p:txBody>
      </p:sp>
      <p:sp>
        <p:nvSpPr>
          <p:cNvPr id="5" name="">
            <a:extLst xmlns:a="http://schemas.openxmlformats.org/drawingml/2006/main">
              <a:ext uri="{FF2B5EF4-FFF2-40B4-BE49-F238E27FC236}">
                <a16:creationId xmlns:a16="http://schemas.microsoft.com/office/drawing/2014/main" id="{9874ACE3-D88E-40C5-B8EB-46CC049B7B14}"/>
              </a:ext>
            </a:extLst>
          </p:cNvPr>
          <p:cNvSpPr>
            <a:spLocks xmlns:a="http://schemas.openxmlformats.org/drawingml/2006/main" noGrp="1"/>
          </p:cNvSpPr>
          <p:nvPr/>
        </p:nvSpPr>
        <p:spPr>
          <a:xfrm xmlns:a="http://schemas.openxmlformats.org/drawingml/2006/main">
            <a:off x="457200" y="1390650"/>
            <a:ext cx="895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a:solidFill>
                  <a:srgbClr val="111111"/>
                </a:solidFill>
                <a:latin typeface="Noto Sans JP Light"/>
                <a:ea typeface="Noto Sans JP Light"/>
                <a:cs typeface="Noto Sans JP Light"/>
              </a:defRPr>
            </a:pPr>
            <a:r>
              <a:rPr sz="1200" b="1">
                <a:solidFill>
                  <a:srgbClr val="111111"/>
                </a:solidFill>
                <a:latin typeface="Noto Sans JP Light"/>
                <a:ea typeface="Noto Sans JP Light"/>
                <a:cs typeface="Noto Sans JP Light"/>
              </a:rPr>
              <a:t>Produkt-KPIs zeigen Leistung. Pilot-KPIs zeigen den gewünschten Business-Effekt.</a:t>
            </a:r>
          </a:p>
        </p:txBody>
      </p:sp>
      <p:sp>
        <p:nvSpPr>
          <p:cNvPr id="6" name="">
            <a:extLst xmlns:a="http://schemas.openxmlformats.org/drawingml/2006/main">
              <a:ext uri="{FF2B5EF4-FFF2-40B4-BE49-F238E27FC236}">
                <a16:creationId xmlns:a16="http://schemas.microsoft.com/office/drawing/2014/main" id="{F8002C72-37BB-427F-8F55-FAE5B98A26EE}"/>
              </a:ext>
            </a:extLst>
          </p:cNvPr>
          <p:cNvSpPr>
            <a:spLocks xmlns:a="http://schemas.openxmlformats.org/drawingml/2006/main" noGrp="1"/>
          </p:cNvSpPr>
          <p:nvPr/>
        </p:nvSpPr>
        <p:spPr>
          <a:xfrm xmlns:a="http://schemas.openxmlformats.org/drawingml/2006/main">
            <a:off x="457200" y="2057400"/>
            <a:ext cx="11277600" cy="10668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FA898675-1CF6-4CBF-A411-BA1F3845525C}"/>
              </a:ext>
            </a:extLst>
          </p:cNvPr>
          <p:cNvSpPr>
            <a:spLocks xmlns:a="http://schemas.openxmlformats.org/drawingml/2006/main" noGrp="1"/>
          </p:cNvSpPr>
          <p:nvPr/>
        </p:nvSpPr>
        <p:spPr>
          <a:xfrm xmlns:a="http://schemas.openxmlformats.org/drawingml/2006/main">
            <a:off x="666750" y="2266950"/>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1">
                <a:solidFill>
                  <a:srgbClr val="FFFFFF"/>
                </a:solidFill>
                <a:latin typeface="Noto Sans JP"/>
                <a:ea typeface="Noto Sans JP"/>
                <a:cs typeface="Noto Sans JP"/>
              </a:defRPr>
            </a:pPr>
            <a:r>
              <a:rPr sz="1800" b="1">
                <a:solidFill>
                  <a:srgbClr val="FFFFFF"/>
                </a:solidFill>
                <a:latin typeface="Noto Sans JP"/>
                <a:ea typeface="Noto Sans JP"/>
                <a:cs typeface="Noto Sans JP"/>
              </a:rPr>
              <a:t>SCHNELLER</a:t>
            </a:r>
          </a:p>
          <a:p xmlns:a="http://schemas.openxmlformats.org/drawingml/2006/main">
            <a:pPr algn="l">
              <a:buNone/>
              <a:defRPr sz="1800" b="1">
                <a:solidFill>
                  <a:srgbClr val="FFFFFF"/>
                </a:solidFill>
                <a:latin typeface="Noto Sans JP"/>
                <a:ea typeface="Noto Sans JP"/>
                <a:cs typeface="Noto Sans JP"/>
              </a:defRPr>
            </a:pPr>
            <a:r>
              <a:rPr sz="1800" b="1">
                <a:solidFill>
                  <a:srgbClr val="FFFFFF"/>
                </a:solidFill>
                <a:latin typeface="Noto Sans JP"/>
                <a:ea typeface="Noto Sans JP"/>
                <a:cs typeface="Noto Sans JP"/>
              </a:rPr>
              <a:t>ENTSCHEIDEN</a:t>
            </a:r>
          </a:p>
        </p:txBody>
      </p:sp>
      <p:sp>
        <p:nvSpPr>
          <p:cNvPr id="8" name="">
            <a:extLst xmlns:a="http://schemas.openxmlformats.org/drawingml/2006/main">
              <a:ext uri="{FF2B5EF4-FFF2-40B4-BE49-F238E27FC236}">
                <a16:creationId xmlns:a16="http://schemas.microsoft.com/office/drawing/2014/main" id="{1AED7E5C-4DC7-435C-AAF8-DFE14DE5EFDD}"/>
              </a:ext>
            </a:extLst>
          </p:cNvPr>
          <p:cNvSpPr>
            <a:spLocks xmlns:a="http://schemas.openxmlformats.org/drawingml/2006/main" noGrp="1"/>
          </p:cNvSpPr>
          <p:nvPr/>
        </p:nvSpPr>
        <p:spPr>
          <a:xfrm xmlns:a="http://schemas.openxmlformats.org/drawingml/2006/main">
            <a:off x="4667250" y="226695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1">
                <a:solidFill>
                  <a:srgbClr val="F256B6"/>
                </a:solidFill>
                <a:latin typeface="IBM Plex Mono"/>
                <a:ea typeface="IBM Plex Mono"/>
                <a:cs typeface="IBM Plex Mono"/>
              </a:defRPr>
            </a:pPr>
            <a:r>
              <a:rPr sz="675" b="1">
                <a:solidFill>
                  <a:srgbClr val="F256B6"/>
                </a:solidFill>
                <a:latin typeface="IBM Plex Mono"/>
                <a:ea typeface="IBM Plex Mono"/>
                <a:cs typeface="IBM Plex Mono"/>
              </a:rPr>
              <a:t>PRODUKT-KPI</a:t>
            </a:r>
          </a:p>
        </p:txBody>
      </p:sp>
      <p:sp>
        <p:nvSpPr>
          <p:cNvPr id="9" name="">
            <a:extLst xmlns:a="http://schemas.openxmlformats.org/drawingml/2006/main">
              <a:ext uri="{FF2B5EF4-FFF2-40B4-BE49-F238E27FC236}">
                <a16:creationId xmlns:a16="http://schemas.microsoft.com/office/drawing/2014/main" id="{9736C245-6257-4089-8E66-9A771E38D53E}"/>
              </a:ext>
            </a:extLst>
          </p:cNvPr>
          <p:cNvSpPr>
            <a:spLocks xmlns:a="http://schemas.openxmlformats.org/drawingml/2006/main" noGrp="1"/>
          </p:cNvSpPr>
          <p:nvPr/>
        </p:nvSpPr>
        <p:spPr>
          <a:xfrm xmlns:a="http://schemas.openxmlformats.org/drawingml/2006/main">
            <a:off x="4667250" y="25336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FFFFFF"/>
                </a:solidFill>
                <a:latin typeface="Noto Sans JP Light"/>
                <a:ea typeface="Noto Sans JP Light"/>
                <a:cs typeface="Noto Sans JP Light"/>
              </a:defRPr>
            </a:pPr>
            <a:r>
              <a:rPr sz="1125" b="1">
                <a:solidFill>
                  <a:srgbClr val="FFFFFF"/>
                </a:solidFill>
                <a:latin typeface="Noto Sans JP Light"/>
                <a:ea typeface="Noto Sans JP Light"/>
                <a:cs typeface="Noto Sans JP Light"/>
              </a:rPr>
              <a:t>Signal → Research Brief</a:t>
            </a:r>
          </a:p>
        </p:txBody>
      </p:sp>
      <p:sp>
        <p:nvSpPr>
          <p:cNvPr id="10" name="">
            <a:extLst xmlns:a="http://schemas.openxmlformats.org/drawingml/2006/main">
              <a:ext uri="{FF2B5EF4-FFF2-40B4-BE49-F238E27FC236}">
                <a16:creationId xmlns:a16="http://schemas.microsoft.com/office/drawing/2014/main" id="{75CDB977-C97A-47F1-8004-CFC4CE9F737B}"/>
              </a:ext>
            </a:extLst>
          </p:cNvPr>
          <p:cNvSpPr>
            <a:spLocks xmlns:a="http://schemas.openxmlformats.org/drawingml/2006/main" noGrp="1"/>
          </p:cNvSpPr>
          <p:nvPr/>
        </p:nvSpPr>
        <p:spPr>
          <a:xfrm xmlns:a="http://schemas.openxmlformats.org/drawingml/2006/main">
            <a:off x="8096250" y="226695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1">
                <a:solidFill>
                  <a:srgbClr val="00CA55"/>
                </a:solidFill>
                <a:latin typeface="IBM Plex Mono"/>
                <a:ea typeface="IBM Plex Mono"/>
                <a:cs typeface="IBM Plex Mono"/>
              </a:defRPr>
            </a:pPr>
            <a:r>
              <a:rPr sz="675" b="1">
                <a:solidFill>
                  <a:srgbClr val="00CA55"/>
                </a:solidFill>
                <a:latin typeface="IBM Plex Mono"/>
                <a:ea typeface="IBM Plex Mono"/>
                <a:cs typeface="IBM Plex Mono"/>
              </a:rPr>
              <a:t>PILOT-KPI</a:t>
            </a:r>
          </a:p>
        </p:txBody>
      </p:sp>
      <p:sp>
        <p:nvSpPr>
          <p:cNvPr id="11" name="">
            <a:extLst xmlns:a="http://schemas.openxmlformats.org/drawingml/2006/main">
              <a:ext uri="{FF2B5EF4-FFF2-40B4-BE49-F238E27FC236}">
                <a16:creationId xmlns:a16="http://schemas.microsoft.com/office/drawing/2014/main" id="{4A44D032-CC53-4F78-804C-27A3D4054174}"/>
              </a:ext>
            </a:extLst>
          </p:cNvPr>
          <p:cNvSpPr>
            <a:spLocks xmlns:a="http://schemas.openxmlformats.org/drawingml/2006/main" noGrp="1"/>
          </p:cNvSpPr>
          <p:nvPr/>
        </p:nvSpPr>
        <p:spPr>
          <a:xfrm xmlns:a="http://schemas.openxmlformats.org/drawingml/2006/main">
            <a:off x="8096250" y="25336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FFFFFF"/>
                </a:solidFill>
                <a:latin typeface="Noto Sans JP Light"/>
                <a:ea typeface="Noto Sans JP Light"/>
                <a:cs typeface="Noto Sans JP Light"/>
              </a:defRPr>
            </a:pPr>
            <a:r>
              <a:rPr sz="1125" b="1">
                <a:solidFill>
                  <a:srgbClr val="FFFFFF"/>
                </a:solidFill>
                <a:latin typeface="Noto Sans JP Light"/>
                <a:ea typeface="Noto Sans JP Light"/>
                <a:cs typeface="Noto Sans JP Light"/>
              </a:rPr>
              <a:t>Time-to-Insight</a:t>
            </a:r>
          </a:p>
        </p:txBody>
      </p:sp>
      <p:sp>
        <p:nvSpPr>
          <p:cNvPr id="12" name="">
            <a:extLst xmlns:a="http://schemas.openxmlformats.org/drawingml/2006/main">
              <a:ext uri="{FF2B5EF4-FFF2-40B4-BE49-F238E27FC236}">
                <a16:creationId xmlns:a16="http://schemas.microsoft.com/office/drawing/2014/main" id="{309C53C9-A9BB-4088-A896-616363D21992}"/>
              </a:ext>
            </a:extLst>
          </p:cNvPr>
          <p:cNvSpPr>
            <a:spLocks xmlns:a="http://schemas.openxmlformats.org/drawingml/2006/main" noGrp="1"/>
          </p:cNvSpPr>
          <p:nvPr/>
        </p:nvSpPr>
        <p:spPr>
          <a:xfrm xmlns:a="http://schemas.openxmlformats.org/drawingml/2006/main">
            <a:off x="457200" y="3352800"/>
            <a:ext cx="11277600" cy="1066800"/>
          </a:xfrm>
          <a:prstGeom xmlns:a="http://schemas.openxmlformats.org/drawingml/2006/main" prst="rect">
            <a:avLst/>
          </a:prstGeom>
          <a:solidFill xmlns:a="http://schemas.openxmlformats.org/drawingml/2006/main">
            <a:srgbClr val="FEF14D"/>
          </a:solidFill>
          <a:ln xmlns:a="http://schemas.openxmlformats.org/drawingml/2006/main" w="0">
            <a:solidFill>
              <a:srgbClr val="FEF14D"/>
            </a:solidFill>
            <a:prstDash val="solid"/>
          </a:ln>
        </p:spPr>
      </p:sp>
      <p:sp>
        <p:nvSpPr>
          <p:cNvPr id="13" name="">
            <a:extLst xmlns:a="http://schemas.openxmlformats.org/drawingml/2006/main">
              <a:ext uri="{FF2B5EF4-FFF2-40B4-BE49-F238E27FC236}">
                <a16:creationId xmlns:a16="http://schemas.microsoft.com/office/drawing/2014/main" id="{1AF1789D-55DB-4CDF-84E2-729FE63E5141}"/>
              </a:ext>
            </a:extLst>
          </p:cNvPr>
          <p:cNvSpPr>
            <a:spLocks xmlns:a="http://schemas.openxmlformats.org/drawingml/2006/main" noGrp="1"/>
          </p:cNvSpPr>
          <p:nvPr/>
        </p:nvSpPr>
        <p:spPr>
          <a:xfrm xmlns:a="http://schemas.openxmlformats.org/drawingml/2006/main">
            <a:off x="666750" y="3562350"/>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1">
                <a:solidFill>
                  <a:srgbClr val="111111"/>
                </a:solidFill>
                <a:latin typeface="Noto Sans JP"/>
                <a:ea typeface="Noto Sans JP"/>
                <a:cs typeface="Noto Sans JP"/>
              </a:defRPr>
            </a:pPr>
            <a:r>
              <a:rPr sz="1800" b="1">
                <a:solidFill>
                  <a:srgbClr val="111111"/>
                </a:solidFill>
                <a:latin typeface="Noto Sans JP"/>
                <a:ea typeface="Noto Sans JP"/>
                <a:cs typeface="Noto Sans JP"/>
              </a:rPr>
              <a:t>RELEVANTER</a:t>
            </a:r>
          </a:p>
          <a:p xmlns:a="http://schemas.openxmlformats.org/drawingml/2006/main">
            <a:pPr algn="l">
              <a:buNone/>
              <a:defRPr sz="1800" b="1">
                <a:solidFill>
                  <a:srgbClr val="111111"/>
                </a:solidFill>
                <a:latin typeface="Noto Sans JP"/>
                <a:ea typeface="Noto Sans JP"/>
                <a:cs typeface="Noto Sans JP"/>
              </a:defRPr>
            </a:pPr>
            <a:r>
              <a:rPr sz="1800" b="1">
                <a:solidFill>
                  <a:srgbClr val="111111"/>
                </a:solidFill>
                <a:latin typeface="Noto Sans JP"/>
                <a:ea typeface="Noto Sans JP"/>
                <a:cs typeface="Noto Sans JP"/>
              </a:rPr>
              <a:t>GESTALTEN</a:t>
            </a:r>
          </a:p>
        </p:txBody>
      </p:sp>
      <p:sp>
        <p:nvSpPr>
          <p:cNvPr id="14" name="">
            <a:extLst xmlns:a="http://schemas.openxmlformats.org/drawingml/2006/main">
              <a:ext uri="{FF2B5EF4-FFF2-40B4-BE49-F238E27FC236}">
                <a16:creationId xmlns:a16="http://schemas.microsoft.com/office/drawing/2014/main" id="{FCCC1817-9D3B-4394-9712-450FAA6A086D}"/>
              </a:ext>
            </a:extLst>
          </p:cNvPr>
          <p:cNvSpPr>
            <a:spLocks xmlns:a="http://schemas.openxmlformats.org/drawingml/2006/main" noGrp="1"/>
          </p:cNvSpPr>
          <p:nvPr/>
        </p:nvSpPr>
        <p:spPr>
          <a:xfrm xmlns:a="http://schemas.openxmlformats.org/drawingml/2006/main">
            <a:off x="4667250" y="356235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1">
                <a:solidFill>
                  <a:srgbClr val="686868"/>
                </a:solidFill>
                <a:latin typeface="IBM Plex Mono"/>
                <a:ea typeface="IBM Plex Mono"/>
                <a:cs typeface="IBM Plex Mono"/>
              </a:defRPr>
            </a:pPr>
            <a:r>
              <a:rPr sz="675" b="1">
                <a:solidFill>
                  <a:srgbClr val="686868"/>
                </a:solidFill>
                <a:latin typeface="IBM Plex Mono"/>
                <a:ea typeface="IBM Plex Mono"/>
                <a:cs typeface="IBM Plex Mono"/>
              </a:rPr>
              <a:t>PRODUKT-KPI</a:t>
            </a:r>
          </a:p>
        </p:txBody>
      </p:sp>
      <p:sp>
        <p:nvSpPr>
          <p:cNvPr id="15" name="">
            <a:extLst xmlns:a="http://schemas.openxmlformats.org/drawingml/2006/main">
              <a:ext uri="{FF2B5EF4-FFF2-40B4-BE49-F238E27FC236}">
                <a16:creationId xmlns:a16="http://schemas.microsoft.com/office/drawing/2014/main" id="{7D8159CF-548E-4990-9979-109BEE5C00E0}"/>
              </a:ext>
            </a:extLst>
          </p:cNvPr>
          <p:cNvSpPr>
            <a:spLocks xmlns:a="http://schemas.openxmlformats.org/drawingml/2006/main" noGrp="1"/>
          </p:cNvSpPr>
          <p:nvPr/>
        </p:nvSpPr>
        <p:spPr>
          <a:xfrm xmlns:a="http://schemas.openxmlformats.org/drawingml/2006/main">
            <a:off x="4667250" y="38290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111111"/>
                </a:solidFill>
                <a:latin typeface="Noto Sans JP Light"/>
                <a:ea typeface="Noto Sans JP Light"/>
                <a:cs typeface="Noto Sans JP Light"/>
              </a:defRPr>
            </a:pPr>
            <a:r>
              <a:rPr sz="1125" b="1">
                <a:solidFill>
                  <a:srgbClr val="111111"/>
                </a:solidFill>
                <a:latin typeface="Noto Sans JP Light"/>
                <a:ea typeface="Noto Sans JP Light"/>
                <a:cs typeface="Noto Sans JP Light"/>
              </a:rPr>
              <a:t>Evidence Coverage · Persona-Feedback</a:t>
            </a:r>
          </a:p>
        </p:txBody>
      </p:sp>
      <p:sp>
        <p:nvSpPr>
          <p:cNvPr id="16" name="">
            <a:extLst xmlns:a="http://schemas.openxmlformats.org/drawingml/2006/main">
              <a:ext uri="{FF2B5EF4-FFF2-40B4-BE49-F238E27FC236}">
                <a16:creationId xmlns:a16="http://schemas.microsoft.com/office/drawing/2014/main" id="{84F900C5-2DD1-4E68-99FD-85DCAC7B41D6}"/>
              </a:ext>
            </a:extLst>
          </p:cNvPr>
          <p:cNvSpPr>
            <a:spLocks xmlns:a="http://schemas.openxmlformats.org/drawingml/2006/main" noGrp="1"/>
          </p:cNvSpPr>
          <p:nvPr/>
        </p:nvSpPr>
        <p:spPr>
          <a:xfrm xmlns:a="http://schemas.openxmlformats.org/drawingml/2006/main">
            <a:off x="8096250" y="356235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1">
                <a:solidFill>
                  <a:srgbClr val="686868"/>
                </a:solidFill>
                <a:latin typeface="IBM Plex Mono"/>
                <a:ea typeface="IBM Plex Mono"/>
                <a:cs typeface="IBM Plex Mono"/>
              </a:defRPr>
            </a:pPr>
            <a:r>
              <a:rPr sz="675" b="1">
                <a:solidFill>
                  <a:srgbClr val="686868"/>
                </a:solidFill>
                <a:latin typeface="IBM Plex Mono"/>
                <a:ea typeface="IBM Plex Mono"/>
                <a:cs typeface="IBM Plex Mono"/>
              </a:rPr>
              <a:t>PILOT-KPI</a:t>
            </a:r>
          </a:p>
        </p:txBody>
      </p:sp>
      <p:sp>
        <p:nvSpPr>
          <p:cNvPr id="17" name="">
            <a:extLst xmlns:a="http://schemas.openxmlformats.org/drawingml/2006/main">
              <a:ext uri="{FF2B5EF4-FFF2-40B4-BE49-F238E27FC236}">
                <a16:creationId xmlns:a16="http://schemas.microsoft.com/office/drawing/2014/main" id="{FD62744F-D255-43D8-8C8A-4480BE075905}"/>
              </a:ext>
            </a:extLst>
          </p:cNvPr>
          <p:cNvSpPr>
            <a:spLocks xmlns:a="http://schemas.openxmlformats.org/drawingml/2006/main" noGrp="1"/>
          </p:cNvSpPr>
          <p:nvPr/>
        </p:nvSpPr>
        <p:spPr>
          <a:xfrm xmlns:a="http://schemas.openxmlformats.org/drawingml/2006/main">
            <a:off x="8096250" y="38290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111111"/>
                </a:solidFill>
                <a:latin typeface="Noto Sans JP Light"/>
                <a:ea typeface="Noto Sans JP Light"/>
                <a:cs typeface="Noto Sans JP Light"/>
              </a:defRPr>
            </a:pPr>
            <a:r>
              <a:rPr sz="1125" b="1">
                <a:solidFill>
                  <a:srgbClr val="111111"/>
                </a:solidFill>
                <a:latin typeface="Noto Sans JP Light"/>
                <a:ea typeface="Noto Sans JP Light"/>
                <a:cs typeface="Noto Sans JP Light"/>
              </a:rPr>
              <a:t>Validierungszeit · späte Änderungen</a:t>
            </a:r>
          </a:p>
        </p:txBody>
      </p:sp>
      <p:sp>
        <p:nvSpPr>
          <p:cNvPr id="18" name="">
            <a:extLst xmlns:a="http://schemas.openxmlformats.org/drawingml/2006/main">
              <a:ext uri="{FF2B5EF4-FFF2-40B4-BE49-F238E27FC236}">
                <a16:creationId xmlns:a16="http://schemas.microsoft.com/office/drawing/2014/main" id="{66E10580-3FE5-47D3-837B-BBE0F64B685A}"/>
              </a:ext>
            </a:extLst>
          </p:cNvPr>
          <p:cNvSpPr>
            <a:spLocks xmlns:a="http://schemas.openxmlformats.org/drawingml/2006/main" noGrp="1"/>
          </p:cNvSpPr>
          <p:nvPr/>
        </p:nvSpPr>
        <p:spPr>
          <a:xfrm xmlns:a="http://schemas.openxmlformats.org/drawingml/2006/main">
            <a:off x="457200" y="4648200"/>
            <a:ext cx="11277600" cy="10668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9" name="">
            <a:extLst xmlns:a="http://schemas.openxmlformats.org/drawingml/2006/main">
              <a:ext uri="{FF2B5EF4-FFF2-40B4-BE49-F238E27FC236}">
                <a16:creationId xmlns:a16="http://schemas.microsoft.com/office/drawing/2014/main" id="{D49DDBC3-DAC8-4362-A871-3067299D50E6}"/>
              </a:ext>
            </a:extLst>
          </p:cNvPr>
          <p:cNvSpPr>
            <a:spLocks xmlns:a="http://schemas.openxmlformats.org/drawingml/2006/main" noGrp="1"/>
          </p:cNvSpPr>
          <p:nvPr/>
        </p:nvSpPr>
        <p:spPr>
          <a:xfrm xmlns:a="http://schemas.openxmlformats.org/drawingml/2006/main">
            <a:off x="666750" y="4857750"/>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1">
                <a:solidFill>
                  <a:srgbClr val="111111"/>
                </a:solidFill>
                <a:latin typeface="Noto Sans JP"/>
                <a:ea typeface="Noto Sans JP"/>
                <a:cs typeface="Noto Sans JP"/>
              </a:defRPr>
            </a:pPr>
            <a:r>
              <a:rPr sz="1800" b="1">
                <a:solidFill>
                  <a:srgbClr val="111111"/>
                </a:solidFill>
                <a:latin typeface="Noto Sans JP"/>
                <a:ea typeface="Noto Sans JP"/>
                <a:cs typeface="Noto Sans JP"/>
              </a:rPr>
              <a:t>SICHERER</a:t>
            </a:r>
          </a:p>
          <a:p xmlns:a="http://schemas.openxmlformats.org/drawingml/2006/main">
            <a:pPr algn="l">
              <a:buNone/>
              <a:defRPr sz="1800" b="1">
                <a:solidFill>
                  <a:srgbClr val="111111"/>
                </a:solidFill>
                <a:latin typeface="Noto Sans JP"/>
                <a:ea typeface="Noto Sans JP"/>
                <a:cs typeface="Noto Sans JP"/>
              </a:defRPr>
            </a:pPr>
            <a:r>
              <a:rPr sz="1800" b="1">
                <a:solidFill>
                  <a:srgbClr val="111111"/>
                </a:solidFill>
                <a:latin typeface="Noto Sans JP"/>
                <a:ea typeface="Noto Sans JP"/>
                <a:cs typeface="Noto Sans JP"/>
              </a:rPr>
              <a:t>AUSSPIELEN</a:t>
            </a:r>
          </a:p>
        </p:txBody>
      </p:sp>
      <p:sp>
        <p:nvSpPr>
          <p:cNvPr id="20" name="">
            <a:extLst xmlns:a="http://schemas.openxmlformats.org/drawingml/2006/main">
              <a:ext uri="{FF2B5EF4-FFF2-40B4-BE49-F238E27FC236}">
                <a16:creationId xmlns:a16="http://schemas.microsoft.com/office/drawing/2014/main" id="{21823369-C018-46C1-94FC-369590F8DD51}"/>
              </a:ext>
            </a:extLst>
          </p:cNvPr>
          <p:cNvSpPr>
            <a:spLocks xmlns:a="http://schemas.openxmlformats.org/drawingml/2006/main" noGrp="1"/>
          </p:cNvSpPr>
          <p:nvPr/>
        </p:nvSpPr>
        <p:spPr>
          <a:xfrm xmlns:a="http://schemas.openxmlformats.org/drawingml/2006/main">
            <a:off x="4667250" y="485775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1">
                <a:solidFill>
                  <a:srgbClr val="686868"/>
                </a:solidFill>
                <a:latin typeface="IBM Plex Mono"/>
                <a:ea typeface="IBM Plex Mono"/>
                <a:cs typeface="IBM Plex Mono"/>
              </a:defRPr>
            </a:pPr>
            <a:r>
              <a:rPr sz="675" b="1">
                <a:solidFill>
                  <a:srgbClr val="686868"/>
                </a:solidFill>
                <a:latin typeface="IBM Plex Mono"/>
                <a:ea typeface="IBM Plex Mono"/>
                <a:cs typeface="IBM Plex Mono"/>
              </a:rPr>
              <a:t>PRODUKT-KPI</a:t>
            </a:r>
          </a:p>
        </p:txBody>
      </p:sp>
      <p:sp>
        <p:nvSpPr>
          <p:cNvPr id="21" name="">
            <a:extLst xmlns:a="http://schemas.openxmlformats.org/drawingml/2006/main">
              <a:ext uri="{FF2B5EF4-FFF2-40B4-BE49-F238E27FC236}">
                <a16:creationId xmlns:a16="http://schemas.microsoft.com/office/drawing/2014/main" id="{599CEB99-E821-4095-A4E8-FD75349E3569}"/>
              </a:ext>
            </a:extLst>
          </p:cNvPr>
          <p:cNvSpPr>
            <a:spLocks xmlns:a="http://schemas.openxmlformats.org/drawingml/2006/main" noGrp="1"/>
          </p:cNvSpPr>
          <p:nvPr/>
        </p:nvSpPr>
        <p:spPr>
          <a:xfrm xmlns:a="http://schemas.openxmlformats.org/drawingml/2006/main">
            <a:off x="4667250" y="51244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111111"/>
                </a:solidFill>
                <a:latin typeface="Noto Sans JP Light"/>
                <a:ea typeface="Noto Sans JP Light"/>
                <a:cs typeface="Noto Sans JP Light"/>
              </a:defRPr>
            </a:pPr>
            <a:r>
              <a:rPr sz="1125" b="1">
                <a:solidFill>
                  <a:srgbClr val="111111"/>
                </a:solidFill>
                <a:latin typeface="Noto Sans JP Light"/>
                <a:ea typeface="Noto Sans JP Light"/>
                <a:cs typeface="Noto Sans JP Light"/>
              </a:rPr>
              <a:t>Pass-Rate · Issues · Coverage</a:t>
            </a:r>
          </a:p>
        </p:txBody>
      </p:sp>
      <p:sp>
        <p:nvSpPr>
          <p:cNvPr id="22" name="">
            <a:extLst xmlns:a="http://schemas.openxmlformats.org/drawingml/2006/main">
              <a:ext uri="{FF2B5EF4-FFF2-40B4-BE49-F238E27FC236}">
                <a16:creationId xmlns:a16="http://schemas.microsoft.com/office/drawing/2014/main" id="{664BFDD5-312A-4E7E-98DC-93074B1B4661}"/>
              </a:ext>
            </a:extLst>
          </p:cNvPr>
          <p:cNvSpPr>
            <a:spLocks xmlns:a="http://schemas.openxmlformats.org/drawingml/2006/main" noGrp="1"/>
          </p:cNvSpPr>
          <p:nvPr/>
        </p:nvSpPr>
        <p:spPr>
          <a:xfrm xmlns:a="http://schemas.openxmlformats.org/drawingml/2006/main">
            <a:off x="8096250" y="485775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l">
              <a:buNone/>
              <a:defRPr sz="675" b="1">
                <a:solidFill>
                  <a:srgbClr val="686868"/>
                </a:solidFill>
                <a:latin typeface="IBM Plex Mono"/>
                <a:ea typeface="IBM Plex Mono"/>
                <a:cs typeface="IBM Plex Mono"/>
              </a:defRPr>
            </a:pPr>
            <a:r>
              <a:rPr sz="675" b="1">
                <a:solidFill>
                  <a:srgbClr val="686868"/>
                </a:solidFill>
                <a:latin typeface="IBM Plex Mono"/>
                <a:ea typeface="IBM Plex Mono"/>
                <a:cs typeface="IBM Plex Mono"/>
              </a:rPr>
              <a:t>PILOT-KPI</a:t>
            </a:r>
          </a:p>
        </p:txBody>
      </p:sp>
      <p:sp>
        <p:nvSpPr>
          <p:cNvPr id="23" name="">
            <a:extLst xmlns:a="http://schemas.openxmlformats.org/drawingml/2006/main">
              <a:ext uri="{FF2B5EF4-FFF2-40B4-BE49-F238E27FC236}">
                <a16:creationId xmlns:a16="http://schemas.microsoft.com/office/drawing/2014/main" id="{F22D8ED6-A369-48AC-AD4D-785D5A693A73}"/>
              </a:ext>
            </a:extLst>
          </p:cNvPr>
          <p:cNvSpPr>
            <a:spLocks xmlns:a="http://schemas.openxmlformats.org/drawingml/2006/main" noGrp="1"/>
          </p:cNvSpPr>
          <p:nvPr/>
        </p:nvSpPr>
        <p:spPr>
          <a:xfrm xmlns:a="http://schemas.openxmlformats.org/drawingml/2006/main">
            <a:off x="8096250" y="51244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111111"/>
                </a:solidFill>
                <a:latin typeface="Noto Sans JP Light"/>
                <a:ea typeface="Noto Sans JP Light"/>
                <a:cs typeface="Noto Sans JP Light"/>
              </a:defRPr>
            </a:pPr>
            <a:r>
              <a:rPr sz="1125" b="1">
                <a:solidFill>
                  <a:srgbClr val="111111"/>
                </a:solidFill>
                <a:latin typeface="Noto Sans JP Light"/>
                <a:ea typeface="Noto Sans JP Light"/>
                <a:cs typeface="Noto Sans JP Light"/>
              </a:rPr>
              <a:t>Freigabedauer · Regressionen</a:t>
            </a:r>
          </a:p>
        </p:txBody>
      </p:sp>
      <p:sp>
        <p:nvSpPr>
          <p:cNvPr id="24" name="">
            <a:extLst xmlns:a="http://schemas.openxmlformats.org/drawingml/2006/main">
              <a:ext uri="{FF2B5EF4-FFF2-40B4-BE49-F238E27FC236}">
                <a16:creationId xmlns:a16="http://schemas.microsoft.com/office/drawing/2014/main" id="{1D8983F3-7D0E-4915-B072-7D783DFD29EE}"/>
              </a:ext>
            </a:extLst>
          </p:cNvPr>
          <p:cNvSpPr>
            <a:spLocks xmlns:a="http://schemas.openxmlformats.org/drawingml/2006/main" noGrp="1"/>
          </p:cNvSpPr>
          <p:nvPr/>
        </p:nvSpPr>
        <p:spPr>
          <a:xfrm xmlns:a="http://schemas.openxmlformats.org/drawingml/2006/main">
            <a:off x="457200" y="61912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buNone/>
              <a:defRPr sz="900" b="1">
                <a:solidFill>
                  <a:srgbClr val="111111"/>
                </a:solidFill>
                <a:latin typeface="IBM Plex Mono"/>
                <a:ea typeface="IBM Plex Mono"/>
                <a:cs typeface="IBM Plex Mono"/>
              </a:defRPr>
            </a:pPr>
            <a:r>
              <a:rPr sz="900" b="1">
                <a:solidFill>
                  <a:srgbClr val="111111"/>
                </a:solidFill>
                <a:latin typeface="IBM Plex Mono"/>
                <a:ea typeface="IBM Plex Mono"/>
                <a:cs typeface="IBM Plex Mono"/>
              </a:rPr>
              <a:t>Zielkorridore werden nach der Baseline im Pilot festgelegt – nicht vorher behauptet.</a:t>
            </a:r>
          </a:p>
        </p:txBody>
      </p:sp>
    </p:spTree>
    <p:extLst>
      <p:ext uri="{BB962C8B-B14F-4D97-AF65-F5344CB8AC3E}">
        <p14:creationId xmlns:p14="http://schemas.microsoft.com/office/powerpoint/2010/main" val="1609584193"/>
      </p:ext>
    </p:extLst>
  </p:cSld>
</p:sld>
</file>

<file path=ppt/slides/slide1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1373e910204b4706"/>
          <a:stretch xmlns:a="http://schemas.openxmlformats.org/drawingml/2006/main"/>
        </p:blipFill>
        <p:spPr>
          <a:xfrm xmlns:a="http://schemas.openxmlformats.org/drawingml/2006/main">
            <a:off x="11087572" y="257175"/>
            <a:ext cx="684855" cy="2762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2750605-0117-46CB-AD02-A67D04745380}"/>
              </a:ext>
            </a:extLst>
          </p:cNvPr>
          <p:cNvSpPr>
            <a:spLocks xmlns:a="http://schemas.openxmlformats.org/drawingml/2006/main" noGrp="1"/>
          </p:cNvSpPr>
          <p:nvPr/>
        </p:nvSpPr>
        <p:spPr>
          <a:xfrm xmlns:a="http://schemas.openxmlformats.org/drawingml/2006/main">
            <a:off x="457200" y="3810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F256B6"/>
                </a:solidFill>
                <a:latin typeface="IBM Plex Mono"/>
                <a:ea typeface="IBM Plex Mono"/>
                <a:cs typeface="IBM Plex Mono"/>
              </a:defRPr>
            </a:pPr>
            <a:r>
              <a:rPr sz="825" b="1">
                <a:solidFill>
                  <a:srgbClr val="F256B6"/>
                </a:solidFill>
                <a:latin typeface="IBM Plex Mono"/>
                <a:ea typeface="IBM Plex Mono"/>
                <a:cs typeface="IBM Plex Mono"/>
              </a:rPr>
              <a:t>EINSTIEG</a:t>
            </a:r>
          </a:p>
        </p:txBody>
      </p:sp>
      <p:sp>
        <p:nvSpPr>
          <p:cNvPr id="3" name="">
            <a:extLst xmlns:a="http://schemas.openxmlformats.org/drawingml/2006/main">
              <a:ext uri="{FF2B5EF4-FFF2-40B4-BE49-F238E27FC236}">
                <a16:creationId xmlns:a16="http://schemas.microsoft.com/office/drawing/2014/main" id="{85C1BC9E-E349-4C48-8BE4-6EC1BB7774CC}"/>
              </a:ext>
            </a:extLst>
          </p:cNvPr>
          <p:cNvSpPr>
            <a:spLocks xmlns:a="http://schemas.openxmlformats.org/drawingml/2006/main" noGrp="1"/>
          </p:cNvSpPr>
          <p:nvPr/>
        </p:nvSpPr>
        <p:spPr>
          <a:xfrm xmlns:a="http://schemas.openxmlformats.org/drawingml/2006/main">
            <a:off x="457200" y="1028700"/>
            <a:ext cx="7429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300" b="1">
                <a:solidFill>
                  <a:srgbClr val="FFFFFF"/>
                </a:solidFill>
                <a:latin typeface="Noto Sans JP"/>
                <a:ea typeface="Noto Sans JP"/>
                <a:cs typeface="Noto Sans JP"/>
              </a:defRPr>
            </a:pPr>
            <a:r>
              <a:rPr sz="3300" b="1">
                <a:solidFill>
                  <a:srgbClr val="FFFFFF"/>
                </a:solidFill>
                <a:latin typeface="Noto Sans JP"/>
                <a:ea typeface="Noto Sans JP"/>
                <a:cs typeface="Noto Sans JP"/>
              </a:rPr>
              <a:t>Nicht mit allen Tools starten.</a:t>
            </a:r>
          </a:p>
          <a:p xmlns:a="http://schemas.openxmlformats.org/drawingml/2006/main">
            <a:pPr algn="l">
              <a:buNone/>
              <a:defRPr sz="3300" b="1">
                <a:solidFill>
                  <a:srgbClr val="FFFFFF"/>
                </a:solidFill>
                <a:latin typeface="Noto Sans JP"/>
                <a:ea typeface="Noto Sans JP"/>
                <a:cs typeface="Noto Sans JP"/>
              </a:defRPr>
            </a:pPr>
            <a:r>
              <a:rPr sz="3300" b="1">
                <a:solidFill>
                  <a:srgbClr val="FFFFFF"/>
                </a:solidFill>
                <a:latin typeface="Noto Sans JP"/>
                <a:ea typeface="Noto Sans JP"/>
                <a:cs typeface="Noto Sans JP"/>
              </a:rPr>
              <a:t>Mit einem echten Prozess.</a:t>
            </a:r>
          </a:p>
        </p:txBody>
      </p:sp>
      <p:sp>
        <p:nvSpPr>
          <p:cNvPr id="4" name="">
            <a:extLst xmlns:a="http://schemas.openxmlformats.org/drawingml/2006/main">
              <a:ext uri="{FF2B5EF4-FFF2-40B4-BE49-F238E27FC236}">
                <a16:creationId xmlns:a16="http://schemas.microsoft.com/office/drawing/2014/main" id="{3EC040B0-765B-45A3-8CE8-08D993972169}"/>
              </a:ext>
            </a:extLst>
          </p:cNvPr>
          <p:cNvSpPr>
            <a:spLocks xmlns:a="http://schemas.openxmlformats.org/drawingml/2006/main" noGrp="1"/>
          </p:cNvSpPr>
          <p:nvPr/>
        </p:nvSpPr>
        <p:spPr>
          <a:xfrm xmlns:a="http://schemas.openxmlformats.org/drawingml/2006/main">
            <a:off x="457200" y="2381250"/>
            <a:ext cx="723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a:solidFill>
                  <a:srgbClr val="FFFFFF"/>
                </a:solidFill>
                <a:latin typeface="Noto Sans JP Light"/>
                <a:ea typeface="Noto Sans JP Light"/>
                <a:cs typeface="Noto Sans JP Light"/>
              </a:defRPr>
            </a:pPr>
            <a:r>
              <a:rPr sz="1275" b="1">
                <a:solidFill>
                  <a:srgbClr val="FFFFFF"/>
                </a:solidFill>
                <a:latin typeface="Noto Sans JP Light"/>
                <a:ea typeface="Noto Sans JP Light"/>
                <a:cs typeface="Noto Sans JP Light"/>
              </a:rPr>
              <a:t>Ein Pilot macht Wert, Grenzen und Erweiterungsbedarf sichtbar – bevor skaliert wird.</a:t>
            </a:r>
          </a:p>
        </p:txBody>
      </p:sp>
      <p:sp>
        <p:nvSpPr>
          <p:cNvPr id="5" name="">
            <a:extLst xmlns:a="http://schemas.openxmlformats.org/drawingml/2006/main">
              <a:ext uri="{FF2B5EF4-FFF2-40B4-BE49-F238E27FC236}">
                <a16:creationId xmlns:a16="http://schemas.microsoft.com/office/drawing/2014/main" id="{F8ACE293-9605-4D03-9DC1-6963A0026888}"/>
              </a:ext>
            </a:extLst>
          </p:cNvPr>
          <p:cNvSpPr>
            <a:spLocks xmlns:a="http://schemas.openxmlformats.org/drawingml/2006/main" noGrp="1"/>
          </p:cNvSpPr>
          <p:nvPr/>
        </p:nvSpPr>
        <p:spPr>
          <a:xfrm xmlns:a="http://schemas.openxmlformats.org/drawingml/2006/main">
            <a:off x="1066800" y="4000500"/>
            <a:ext cx="9334500" cy="476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AEDDDD3C-C358-4BF4-8DD1-47EBB6D92271}"/>
              </a:ext>
            </a:extLst>
          </p:cNvPr>
          <p:cNvSpPr>
            <a:spLocks xmlns:a="http://schemas.openxmlformats.org/drawingml/2006/main" noGrp="1"/>
          </p:cNvSpPr>
          <p:nvPr/>
        </p:nvSpPr>
        <p:spPr>
          <a:xfrm xmlns:a="http://schemas.openxmlformats.org/drawingml/2006/main">
            <a:off x="590550" y="3429000"/>
            <a:ext cx="2057400" cy="1257300"/>
          </a:xfrm>
          <a:prstGeom xmlns:a="http://schemas.openxmlformats.org/drawingml/2006/main" prst="rect">
            <a:avLst/>
          </a:prstGeom>
          <a:solidFill xmlns:a="http://schemas.openxmlformats.org/drawingml/2006/main">
            <a:srgbClr val="F256B6"/>
          </a:solidFill>
          <a:ln xmlns:a="http://schemas.openxmlformats.org/drawingml/2006/main" w="0">
            <a:solidFill>
              <a:srgbClr val="F256B6"/>
            </a:solidFill>
            <a:prstDash val="solid"/>
          </a:ln>
        </p:spPr>
      </p:sp>
      <p:sp>
        <p:nvSpPr>
          <p:cNvPr id="7" name="">
            <a:extLst xmlns:a="http://schemas.openxmlformats.org/drawingml/2006/main">
              <a:ext uri="{FF2B5EF4-FFF2-40B4-BE49-F238E27FC236}">
                <a16:creationId xmlns:a16="http://schemas.microsoft.com/office/drawing/2014/main" id="{9A6D11F4-3241-48FF-9953-3638B40ED1FA}"/>
              </a:ext>
            </a:extLst>
          </p:cNvPr>
          <p:cNvSpPr>
            <a:spLocks xmlns:a="http://schemas.openxmlformats.org/drawingml/2006/main" noGrp="1"/>
          </p:cNvSpPr>
          <p:nvPr/>
        </p:nvSpPr>
        <p:spPr>
          <a:xfrm xmlns:a="http://schemas.openxmlformats.org/drawingml/2006/main">
            <a:off x="723900" y="3562350"/>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01</a:t>
            </a:r>
          </a:p>
        </p:txBody>
      </p:sp>
      <p:sp>
        <p:nvSpPr>
          <p:cNvPr id="8" name="">
            <a:extLst xmlns:a="http://schemas.openxmlformats.org/drawingml/2006/main">
              <a:ext uri="{FF2B5EF4-FFF2-40B4-BE49-F238E27FC236}">
                <a16:creationId xmlns:a16="http://schemas.microsoft.com/office/drawing/2014/main" id="{F3BA2167-3651-439B-AB1D-CA4C7063DC15}"/>
              </a:ext>
            </a:extLst>
          </p:cNvPr>
          <p:cNvSpPr>
            <a:spLocks xmlns:a="http://schemas.openxmlformats.org/drawingml/2006/main" noGrp="1"/>
          </p:cNvSpPr>
          <p:nvPr/>
        </p:nvSpPr>
        <p:spPr>
          <a:xfrm xmlns:a="http://schemas.openxmlformats.org/drawingml/2006/main">
            <a:off x="723900" y="3867150"/>
            <a:ext cx="1790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216"/>
          </a:bodyPr>
          <a:lstStyle xmlns:a="http://schemas.openxmlformats.org/drawingml/2006/main"/>
          <a:p xmlns:a="http://schemas.openxmlformats.org/drawingml/2006/main">
            <a:pPr algn="ctr">
              <a:buNone/>
              <a:defRPr sz="1275" b="1">
                <a:solidFill>
                  <a:srgbClr val="111111"/>
                </a:solidFill>
                <a:latin typeface="Noto Sans JP"/>
                <a:ea typeface="Noto Sans JP"/>
                <a:cs typeface="Noto Sans JP"/>
              </a:defRPr>
            </a:pPr>
            <a:r>
              <a:rPr sz="1275" b="1">
                <a:solidFill>
                  <a:srgbClr val="111111"/>
                </a:solidFill>
                <a:latin typeface="Noto Sans JP"/>
                <a:ea typeface="Noto Sans JP"/>
                <a:cs typeface="Noto Sans JP"/>
              </a:rPr>
              <a:t>ECHTER</a:t>
            </a:r>
          </a:p>
          <a:p xmlns:a="http://schemas.openxmlformats.org/drawingml/2006/main">
            <a:pPr algn="ctr">
              <a:buNone/>
              <a:defRPr sz="1275" b="1">
                <a:solidFill>
                  <a:srgbClr val="111111"/>
                </a:solidFill>
                <a:latin typeface="Noto Sans JP"/>
                <a:ea typeface="Noto Sans JP"/>
                <a:cs typeface="Noto Sans JP"/>
              </a:defRPr>
            </a:pPr>
            <a:r>
              <a:rPr sz="1275" b="1">
                <a:solidFill>
                  <a:srgbClr val="111111"/>
                </a:solidFill>
                <a:latin typeface="Noto Sans JP"/>
                <a:ea typeface="Noto Sans JP"/>
                <a:cs typeface="Noto Sans JP"/>
              </a:rPr>
              <a:t>PROZESS</a:t>
            </a:r>
          </a:p>
        </p:txBody>
      </p:sp>
      <p:sp>
        <p:nvSpPr>
          <p:cNvPr id="9" name="">
            <a:extLst xmlns:a="http://schemas.openxmlformats.org/drawingml/2006/main">
              <a:ext uri="{FF2B5EF4-FFF2-40B4-BE49-F238E27FC236}">
                <a16:creationId xmlns:a16="http://schemas.microsoft.com/office/drawing/2014/main" id="{F0EB05E5-39B4-416C-B43D-EB516DE1FCFF}"/>
              </a:ext>
            </a:extLst>
          </p:cNvPr>
          <p:cNvSpPr>
            <a:spLocks xmlns:a="http://schemas.openxmlformats.org/drawingml/2006/main" noGrp="1"/>
          </p:cNvSpPr>
          <p:nvPr/>
        </p:nvSpPr>
        <p:spPr>
          <a:xfrm xmlns:a="http://schemas.openxmlformats.org/drawingml/2006/main">
            <a:off x="723900" y="4438650"/>
            <a:ext cx="1790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ctr">
              <a:buNone/>
              <a:defRPr sz="750" b="1">
                <a:solidFill>
                  <a:srgbClr val="111111"/>
                </a:solidFill>
                <a:latin typeface="IBM Plex Mono"/>
                <a:ea typeface="IBM Plex Mono"/>
                <a:cs typeface="IBM Plex Mono"/>
              </a:defRPr>
            </a:pPr>
            <a:r>
              <a:rPr sz="750" b="1">
                <a:solidFill>
                  <a:srgbClr val="111111"/>
                </a:solidFill>
                <a:latin typeface="IBM Plex Mono"/>
                <a:ea typeface="IBM Plex Mono"/>
                <a:cs typeface="IBM Plex Mono"/>
              </a:rPr>
              <a:t>Eine relevante Frage</a:t>
            </a:r>
          </a:p>
        </p:txBody>
      </p:sp>
      <p:sp>
        <p:nvSpPr>
          <p:cNvPr id="10" name="">
            <a:extLst xmlns:a="http://schemas.openxmlformats.org/drawingml/2006/main">
              <a:ext uri="{FF2B5EF4-FFF2-40B4-BE49-F238E27FC236}">
                <a16:creationId xmlns:a16="http://schemas.microsoft.com/office/drawing/2014/main" id="{DF2B9E9D-6614-4787-BC43-4E2660F1FC64}"/>
              </a:ext>
            </a:extLst>
          </p:cNvPr>
          <p:cNvSpPr>
            <a:spLocks xmlns:a="http://schemas.openxmlformats.org/drawingml/2006/main" noGrp="1"/>
          </p:cNvSpPr>
          <p:nvPr/>
        </p:nvSpPr>
        <p:spPr>
          <a:xfrm xmlns:a="http://schemas.openxmlformats.org/drawingml/2006/main">
            <a:off x="3257550" y="3429000"/>
            <a:ext cx="2057400" cy="1257300"/>
          </a:xfrm>
          <a:prstGeom xmlns:a="http://schemas.openxmlformats.org/drawingml/2006/main" prst="rect">
            <a:avLst/>
          </a:prstGeom>
          <a:solidFill xmlns:a="http://schemas.openxmlformats.org/drawingml/2006/main">
            <a:srgbClr val="FEF14D"/>
          </a:solidFill>
          <a:ln xmlns:a="http://schemas.openxmlformats.org/drawingml/2006/main" w="0">
            <a:solidFill>
              <a:srgbClr val="FEF14D"/>
            </a:solidFill>
            <a:prstDash val="solid"/>
          </a:ln>
        </p:spPr>
      </p:sp>
      <p:sp>
        <p:nvSpPr>
          <p:cNvPr id="11" name="">
            <a:extLst xmlns:a="http://schemas.openxmlformats.org/drawingml/2006/main">
              <a:ext uri="{FF2B5EF4-FFF2-40B4-BE49-F238E27FC236}">
                <a16:creationId xmlns:a16="http://schemas.microsoft.com/office/drawing/2014/main" id="{33AB9407-A317-4C11-8BAF-458CDB415317}"/>
              </a:ext>
            </a:extLst>
          </p:cNvPr>
          <p:cNvSpPr>
            <a:spLocks xmlns:a="http://schemas.openxmlformats.org/drawingml/2006/main" noGrp="1"/>
          </p:cNvSpPr>
          <p:nvPr/>
        </p:nvSpPr>
        <p:spPr>
          <a:xfrm xmlns:a="http://schemas.openxmlformats.org/drawingml/2006/main">
            <a:off x="3390900" y="3562350"/>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02</a:t>
            </a:r>
          </a:p>
        </p:txBody>
      </p:sp>
      <p:sp>
        <p:nvSpPr>
          <p:cNvPr id="12" name="">
            <a:extLst xmlns:a="http://schemas.openxmlformats.org/drawingml/2006/main">
              <a:ext uri="{FF2B5EF4-FFF2-40B4-BE49-F238E27FC236}">
                <a16:creationId xmlns:a16="http://schemas.microsoft.com/office/drawing/2014/main" id="{DF5B16C9-8515-4AEE-A197-AAFA812FBD6A}"/>
              </a:ext>
            </a:extLst>
          </p:cNvPr>
          <p:cNvSpPr>
            <a:spLocks xmlns:a="http://schemas.openxmlformats.org/drawingml/2006/main" noGrp="1"/>
          </p:cNvSpPr>
          <p:nvPr/>
        </p:nvSpPr>
        <p:spPr>
          <a:xfrm xmlns:a="http://schemas.openxmlformats.org/drawingml/2006/main">
            <a:off x="3390900" y="3867150"/>
            <a:ext cx="1790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216"/>
          </a:bodyPr>
          <a:lstStyle xmlns:a="http://schemas.openxmlformats.org/drawingml/2006/main"/>
          <a:p xmlns:a="http://schemas.openxmlformats.org/drawingml/2006/main">
            <a:pPr algn="ctr">
              <a:buNone/>
              <a:defRPr sz="1275" b="1">
                <a:solidFill>
                  <a:srgbClr val="111111"/>
                </a:solidFill>
                <a:latin typeface="Noto Sans JP"/>
                <a:ea typeface="Noto Sans JP"/>
                <a:cs typeface="Noto Sans JP"/>
              </a:defRPr>
            </a:pPr>
            <a:r>
              <a:rPr sz="1275" b="1">
                <a:solidFill>
                  <a:srgbClr val="111111"/>
                </a:solidFill>
                <a:latin typeface="Noto Sans JP"/>
                <a:ea typeface="Noto Sans JP"/>
                <a:cs typeface="Noto Sans JP"/>
              </a:rPr>
              <a:t>BASELINE +</a:t>
            </a:r>
          </a:p>
          <a:p xmlns:a="http://schemas.openxmlformats.org/drawingml/2006/main">
            <a:pPr algn="ctr">
              <a:buNone/>
              <a:defRPr sz="1275" b="1">
                <a:solidFill>
                  <a:srgbClr val="111111"/>
                </a:solidFill>
                <a:latin typeface="Noto Sans JP"/>
                <a:ea typeface="Noto Sans JP"/>
                <a:cs typeface="Noto Sans JP"/>
              </a:defRPr>
            </a:pPr>
            <a:r>
              <a:rPr sz="1275" b="1">
                <a:solidFill>
                  <a:srgbClr val="111111"/>
                </a:solidFill>
                <a:latin typeface="Noto Sans JP"/>
                <a:ea typeface="Noto Sans JP"/>
                <a:cs typeface="Noto Sans JP"/>
              </a:rPr>
              <a:t>ZIELKORRIDOR</a:t>
            </a:r>
          </a:p>
        </p:txBody>
      </p:sp>
      <p:sp>
        <p:nvSpPr>
          <p:cNvPr id="13" name="">
            <a:extLst xmlns:a="http://schemas.openxmlformats.org/drawingml/2006/main">
              <a:ext uri="{FF2B5EF4-FFF2-40B4-BE49-F238E27FC236}">
                <a16:creationId xmlns:a16="http://schemas.microsoft.com/office/drawing/2014/main" id="{11FDFFF9-91DD-48F4-959D-EE64A73FF9EB}"/>
              </a:ext>
            </a:extLst>
          </p:cNvPr>
          <p:cNvSpPr>
            <a:spLocks xmlns:a="http://schemas.openxmlformats.org/drawingml/2006/main" noGrp="1"/>
          </p:cNvSpPr>
          <p:nvPr/>
        </p:nvSpPr>
        <p:spPr>
          <a:xfrm xmlns:a="http://schemas.openxmlformats.org/drawingml/2006/main">
            <a:off x="3390900" y="4438650"/>
            <a:ext cx="1790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ctr">
              <a:buNone/>
              <a:defRPr sz="750" b="1">
                <a:solidFill>
                  <a:srgbClr val="111111"/>
                </a:solidFill>
                <a:latin typeface="IBM Plex Mono"/>
                <a:ea typeface="IBM Plex Mono"/>
                <a:cs typeface="IBM Plex Mono"/>
              </a:defRPr>
            </a:pPr>
            <a:r>
              <a:rPr sz="750" b="1">
                <a:solidFill>
                  <a:srgbClr val="111111"/>
                </a:solidFill>
                <a:latin typeface="IBM Plex Mono"/>
                <a:ea typeface="IBM Plex Mono"/>
                <a:cs typeface="IBM Plex Mono"/>
              </a:rPr>
              <a:t>Messbar starten</a:t>
            </a:r>
          </a:p>
        </p:txBody>
      </p:sp>
      <p:sp>
        <p:nvSpPr>
          <p:cNvPr id="14" name="">
            <a:extLst xmlns:a="http://schemas.openxmlformats.org/drawingml/2006/main">
              <a:ext uri="{FF2B5EF4-FFF2-40B4-BE49-F238E27FC236}">
                <a16:creationId xmlns:a16="http://schemas.microsoft.com/office/drawing/2014/main" id="{666CB9BC-B702-4ECF-8E85-24B0B622622F}"/>
              </a:ext>
            </a:extLst>
          </p:cNvPr>
          <p:cNvSpPr>
            <a:spLocks xmlns:a="http://schemas.openxmlformats.org/drawingml/2006/main" noGrp="1"/>
          </p:cNvSpPr>
          <p:nvPr/>
        </p:nvSpPr>
        <p:spPr>
          <a:xfrm xmlns:a="http://schemas.openxmlformats.org/drawingml/2006/main">
            <a:off x="5924550" y="3429000"/>
            <a:ext cx="2057400" cy="1257300"/>
          </a:xfrm>
          <a:prstGeom xmlns:a="http://schemas.openxmlformats.org/drawingml/2006/main" prst="rect">
            <a:avLst/>
          </a:prstGeom>
          <a:solidFill xmlns:a="http://schemas.openxmlformats.org/drawingml/2006/main">
            <a:srgbClr val="00CA55"/>
          </a:solidFill>
          <a:ln xmlns:a="http://schemas.openxmlformats.org/drawingml/2006/main" w="0">
            <a:solidFill>
              <a:srgbClr val="00CA55"/>
            </a:solidFill>
            <a:prstDash val="solid"/>
          </a:ln>
        </p:spPr>
      </p:sp>
      <p:sp>
        <p:nvSpPr>
          <p:cNvPr id="15" name="">
            <a:extLst xmlns:a="http://schemas.openxmlformats.org/drawingml/2006/main">
              <a:ext uri="{FF2B5EF4-FFF2-40B4-BE49-F238E27FC236}">
                <a16:creationId xmlns:a16="http://schemas.microsoft.com/office/drawing/2014/main" id="{76C329F8-1642-46E7-9BE6-FE39C7740803}"/>
              </a:ext>
            </a:extLst>
          </p:cNvPr>
          <p:cNvSpPr>
            <a:spLocks xmlns:a="http://schemas.openxmlformats.org/drawingml/2006/main" noGrp="1"/>
          </p:cNvSpPr>
          <p:nvPr/>
        </p:nvSpPr>
        <p:spPr>
          <a:xfrm xmlns:a="http://schemas.openxmlformats.org/drawingml/2006/main">
            <a:off x="6057900" y="3562350"/>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03</a:t>
            </a:r>
          </a:p>
        </p:txBody>
      </p:sp>
      <p:sp>
        <p:nvSpPr>
          <p:cNvPr id="16" name="">
            <a:extLst xmlns:a="http://schemas.openxmlformats.org/drawingml/2006/main">
              <a:ext uri="{FF2B5EF4-FFF2-40B4-BE49-F238E27FC236}">
                <a16:creationId xmlns:a16="http://schemas.microsoft.com/office/drawing/2014/main" id="{7846CCDC-6AED-4422-B298-7F6259F4AB0E}"/>
              </a:ext>
            </a:extLst>
          </p:cNvPr>
          <p:cNvSpPr>
            <a:spLocks xmlns:a="http://schemas.openxmlformats.org/drawingml/2006/main" noGrp="1"/>
          </p:cNvSpPr>
          <p:nvPr/>
        </p:nvSpPr>
        <p:spPr>
          <a:xfrm xmlns:a="http://schemas.openxmlformats.org/drawingml/2006/main">
            <a:off x="6057900" y="3867150"/>
            <a:ext cx="1790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216"/>
          </a:bodyPr>
          <a:lstStyle xmlns:a="http://schemas.openxmlformats.org/drawingml/2006/main"/>
          <a:p xmlns:a="http://schemas.openxmlformats.org/drawingml/2006/main">
            <a:pPr algn="ctr">
              <a:buNone/>
              <a:defRPr sz="1275" b="1">
                <a:solidFill>
                  <a:srgbClr val="111111"/>
                </a:solidFill>
                <a:latin typeface="Noto Sans JP"/>
                <a:ea typeface="Noto Sans JP"/>
                <a:cs typeface="Noto Sans JP"/>
              </a:defRPr>
            </a:pPr>
            <a:r>
              <a:rPr sz="1275" b="1">
                <a:solidFill>
                  <a:srgbClr val="111111"/>
                </a:solidFill>
                <a:latin typeface="Noto Sans JP"/>
                <a:ea typeface="Noto Sans JP"/>
                <a:cs typeface="Noto Sans JP"/>
              </a:rPr>
              <a:t>MESSBARER</a:t>
            </a:r>
          </a:p>
          <a:p xmlns:a="http://schemas.openxmlformats.org/drawingml/2006/main">
            <a:pPr algn="ctr">
              <a:buNone/>
              <a:defRPr sz="1275" b="1">
                <a:solidFill>
                  <a:srgbClr val="111111"/>
                </a:solidFill>
                <a:latin typeface="Noto Sans JP"/>
                <a:ea typeface="Noto Sans JP"/>
                <a:cs typeface="Noto Sans JP"/>
              </a:defRPr>
            </a:pPr>
            <a:r>
              <a:rPr sz="1275" b="1">
                <a:solidFill>
                  <a:srgbClr val="111111"/>
                </a:solidFill>
                <a:latin typeface="Noto Sans JP"/>
                <a:ea typeface="Noto Sans JP"/>
                <a:cs typeface="Noto Sans JP"/>
              </a:rPr>
              <a:t>WORKFLOW</a:t>
            </a:r>
          </a:p>
        </p:txBody>
      </p:sp>
      <p:sp>
        <p:nvSpPr>
          <p:cNvPr id="17" name="">
            <a:extLst xmlns:a="http://schemas.openxmlformats.org/drawingml/2006/main">
              <a:ext uri="{FF2B5EF4-FFF2-40B4-BE49-F238E27FC236}">
                <a16:creationId xmlns:a16="http://schemas.microsoft.com/office/drawing/2014/main" id="{F2D303CD-1A8D-43F2-8689-2D875E3F6B98}"/>
              </a:ext>
            </a:extLst>
          </p:cNvPr>
          <p:cNvSpPr>
            <a:spLocks xmlns:a="http://schemas.openxmlformats.org/drawingml/2006/main" noGrp="1"/>
          </p:cNvSpPr>
          <p:nvPr/>
        </p:nvSpPr>
        <p:spPr>
          <a:xfrm xmlns:a="http://schemas.openxmlformats.org/drawingml/2006/main">
            <a:off x="6057900" y="4438650"/>
            <a:ext cx="1790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ctr">
              <a:buNone/>
              <a:defRPr sz="750" b="1">
                <a:solidFill>
                  <a:srgbClr val="111111"/>
                </a:solidFill>
                <a:latin typeface="IBM Plex Mono"/>
                <a:ea typeface="IBM Plex Mono"/>
                <a:cs typeface="IBM Plex Mono"/>
              </a:defRPr>
            </a:pPr>
            <a:r>
              <a:rPr sz="750" b="1">
                <a:solidFill>
                  <a:srgbClr val="111111"/>
                </a:solidFill>
                <a:latin typeface="IBM Plex Mono"/>
                <a:ea typeface="IBM Plex Mono"/>
                <a:cs typeface="IBM Plex Mono"/>
              </a:rPr>
              <a:t>Loop im Alltag</a:t>
            </a:r>
          </a:p>
        </p:txBody>
      </p:sp>
      <p:sp>
        <p:nvSpPr>
          <p:cNvPr id="18" name="">
            <a:extLst xmlns:a="http://schemas.openxmlformats.org/drawingml/2006/main">
              <a:ext uri="{FF2B5EF4-FFF2-40B4-BE49-F238E27FC236}">
                <a16:creationId xmlns:a16="http://schemas.microsoft.com/office/drawing/2014/main" id="{3D0E7D06-BE7A-441E-ABD1-33B5C2B93550}"/>
              </a:ext>
            </a:extLst>
          </p:cNvPr>
          <p:cNvSpPr>
            <a:spLocks xmlns:a="http://schemas.openxmlformats.org/drawingml/2006/main" noGrp="1"/>
          </p:cNvSpPr>
          <p:nvPr/>
        </p:nvSpPr>
        <p:spPr>
          <a:xfrm xmlns:a="http://schemas.openxmlformats.org/drawingml/2006/main">
            <a:off x="8591550" y="3429000"/>
            <a:ext cx="2057400" cy="1257300"/>
          </a:xfrm>
          <a:prstGeom xmlns:a="http://schemas.openxmlformats.org/drawingml/2006/main" prst="rect">
            <a:avLst/>
          </a:prstGeom>
          <a:solidFill xmlns:a="http://schemas.openxmlformats.org/drawingml/2006/main">
            <a:srgbClr val="FF6A3B"/>
          </a:solidFill>
          <a:ln xmlns:a="http://schemas.openxmlformats.org/drawingml/2006/main" w="0">
            <a:solidFill>
              <a:srgbClr val="FF6A3B"/>
            </a:solidFill>
            <a:prstDash val="solid"/>
          </a:ln>
        </p:spPr>
      </p:sp>
      <p:sp>
        <p:nvSpPr>
          <p:cNvPr id="19" name="">
            <a:extLst xmlns:a="http://schemas.openxmlformats.org/drawingml/2006/main">
              <a:ext uri="{FF2B5EF4-FFF2-40B4-BE49-F238E27FC236}">
                <a16:creationId xmlns:a16="http://schemas.microsoft.com/office/drawing/2014/main" id="{E602DFCE-7A3E-493C-9224-C972AC2786C4}"/>
              </a:ext>
            </a:extLst>
          </p:cNvPr>
          <p:cNvSpPr>
            <a:spLocks xmlns:a="http://schemas.openxmlformats.org/drawingml/2006/main" noGrp="1"/>
          </p:cNvSpPr>
          <p:nvPr/>
        </p:nvSpPr>
        <p:spPr>
          <a:xfrm xmlns:a="http://schemas.openxmlformats.org/drawingml/2006/main">
            <a:off x="8724900" y="3562350"/>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675" b="1">
                <a:solidFill>
                  <a:srgbClr val="111111"/>
                </a:solidFill>
                <a:latin typeface="IBM Plex Mono"/>
                <a:ea typeface="IBM Plex Mono"/>
                <a:cs typeface="IBM Plex Mono"/>
              </a:defRPr>
            </a:pPr>
            <a:r>
              <a:rPr sz="675" b="1">
                <a:solidFill>
                  <a:srgbClr val="111111"/>
                </a:solidFill>
                <a:latin typeface="IBM Plex Mono"/>
                <a:ea typeface="IBM Plex Mono"/>
                <a:cs typeface="IBM Plex Mono"/>
              </a:rPr>
              <a:t>04</a:t>
            </a:r>
          </a:p>
        </p:txBody>
      </p:sp>
      <p:sp>
        <p:nvSpPr>
          <p:cNvPr id="20" name="">
            <a:extLst xmlns:a="http://schemas.openxmlformats.org/drawingml/2006/main">
              <a:ext uri="{FF2B5EF4-FFF2-40B4-BE49-F238E27FC236}">
                <a16:creationId xmlns:a16="http://schemas.microsoft.com/office/drawing/2014/main" id="{4CA80B89-A6C9-41DC-8A98-8767ACCA997C}"/>
              </a:ext>
            </a:extLst>
          </p:cNvPr>
          <p:cNvSpPr>
            <a:spLocks xmlns:a="http://schemas.openxmlformats.org/drawingml/2006/main" noGrp="1"/>
          </p:cNvSpPr>
          <p:nvPr/>
        </p:nvSpPr>
        <p:spPr>
          <a:xfrm xmlns:a="http://schemas.openxmlformats.org/drawingml/2006/main">
            <a:off x="8724900" y="3867150"/>
            <a:ext cx="1790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216"/>
          </a:bodyPr>
          <a:lstStyle xmlns:a="http://schemas.openxmlformats.org/drawingml/2006/main"/>
          <a:p xmlns:a="http://schemas.openxmlformats.org/drawingml/2006/main">
            <a:pPr algn="ctr">
              <a:buNone/>
              <a:defRPr sz="1275" b="1">
                <a:solidFill>
                  <a:srgbClr val="111111"/>
                </a:solidFill>
                <a:latin typeface="Noto Sans JP"/>
                <a:ea typeface="Noto Sans JP"/>
                <a:cs typeface="Noto Sans JP"/>
              </a:defRPr>
            </a:pPr>
            <a:r>
              <a:rPr sz="1275" b="1">
                <a:solidFill>
                  <a:srgbClr val="111111"/>
                </a:solidFill>
                <a:latin typeface="Noto Sans JP"/>
                <a:ea typeface="Noto Sans JP"/>
                <a:cs typeface="Noto Sans JP"/>
              </a:rPr>
              <a:t>SKALIEREN</a:t>
            </a:r>
          </a:p>
          <a:p xmlns:a="http://schemas.openxmlformats.org/drawingml/2006/main">
            <a:pPr algn="ctr">
              <a:buNone/>
              <a:defRPr sz="1275" b="1">
                <a:solidFill>
                  <a:srgbClr val="111111"/>
                </a:solidFill>
                <a:latin typeface="Noto Sans JP"/>
                <a:ea typeface="Noto Sans JP"/>
                <a:cs typeface="Noto Sans JP"/>
              </a:defRPr>
            </a:pPr>
            <a:r>
              <a:rPr sz="1275" b="1">
                <a:solidFill>
                  <a:srgbClr val="111111"/>
                </a:solidFill>
                <a:latin typeface="Noto Sans JP"/>
                <a:ea typeface="Noto Sans JP"/>
                <a:cs typeface="Noto Sans JP"/>
              </a:rPr>
              <a:t>ODER STOPPEN</a:t>
            </a:r>
          </a:p>
        </p:txBody>
      </p:sp>
      <p:sp>
        <p:nvSpPr>
          <p:cNvPr id="21" name="">
            <a:extLst xmlns:a="http://schemas.openxmlformats.org/drawingml/2006/main">
              <a:ext uri="{FF2B5EF4-FFF2-40B4-BE49-F238E27FC236}">
                <a16:creationId xmlns:a16="http://schemas.microsoft.com/office/drawing/2014/main" id="{413C498B-73D6-4CF9-8E0B-1D5115ABF7B2}"/>
              </a:ext>
            </a:extLst>
          </p:cNvPr>
          <p:cNvSpPr>
            <a:spLocks xmlns:a="http://schemas.openxmlformats.org/drawingml/2006/main" noGrp="1"/>
          </p:cNvSpPr>
          <p:nvPr/>
        </p:nvSpPr>
        <p:spPr>
          <a:xfrm xmlns:a="http://schemas.openxmlformats.org/drawingml/2006/main">
            <a:off x="8724900" y="4438650"/>
            <a:ext cx="1790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ctr">
              <a:buNone/>
              <a:defRPr sz="750" b="1">
                <a:solidFill>
                  <a:srgbClr val="111111"/>
                </a:solidFill>
                <a:latin typeface="IBM Plex Mono"/>
                <a:ea typeface="IBM Plex Mono"/>
                <a:cs typeface="IBM Plex Mono"/>
              </a:defRPr>
            </a:pPr>
            <a:r>
              <a:rPr sz="750" b="1">
                <a:solidFill>
                  <a:srgbClr val="111111"/>
                </a:solidFill>
                <a:latin typeface="IBM Plex Mono"/>
                <a:ea typeface="IBM Plex Mono"/>
                <a:cs typeface="IBM Plex Mono"/>
              </a:rPr>
              <a:t>Evidenz statt Hype</a:t>
            </a:r>
          </a:p>
        </p:txBody>
      </p:sp>
      <p:sp>
        <p:nvSpPr>
          <p:cNvPr id="22" name="">
            <a:extLst xmlns:a="http://schemas.openxmlformats.org/drawingml/2006/main">
              <a:ext uri="{FF2B5EF4-FFF2-40B4-BE49-F238E27FC236}">
                <a16:creationId xmlns:a16="http://schemas.microsoft.com/office/drawing/2014/main" id="{25F8D82B-5590-41BE-B934-EC994110A2B1}"/>
              </a:ext>
            </a:extLst>
          </p:cNvPr>
          <p:cNvSpPr>
            <a:spLocks xmlns:a="http://schemas.openxmlformats.org/drawingml/2006/main" noGrp="1"/>
          </p:cNvSpPr>
          <p:nvPr/>
        </p:nvSpPr>
        <p:spPr>
          <a:xfrm xmlns:a="http://schemas.openxmlformats.org/drawingml/2006/main">
            <a:off x="457200" y="5448300"/>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250" b="1">
                <a:solidFill>
                  <a:srgbClr val="F256B6"/>
                </a:solidFill>
                <a:latin typeface="Noto Sans JP"/>
                <a:ea typeface="Noto Sans JP"/>
                <a:cs typeface="Noto Sans JP"/>
              </a:defRPr>
            </a:pPr>
            <a:r>
              <a:rPr sz="2250" b="1">
                <a:solidFill>
                  <a:srgbClr val="F256B6"/>
                </a:solidFill>
                <a:latin typeface="Noto Sans JP"/>
                <a:ea typeface="Noto Sans JP"/>
                <a:cs typeface="Noto Sans JP"/>
              </a:rPr>
              <a:t>Welchen Prozess nehmen wir zuerst?</a:t>
            </a:r>
          </a:p>
        </p:txBody>
      </p:sp>
      <p:sp>
        <p:nvSpPr>
          <p:cNvPr id="23" name="">
            <a:extLst xmlns:a="http://schemas.openxmlformats.org/drawingml/2006/main">
              <a:ext uri="{FF2B5EF4-FFF2-40B4-BE49-F238E27FC236}">
                <a16:creationId xmlns:a16="http://schemas.microsoft.com/office/drawing/2014/main" id="{6FFB48F7-643C-4981-99D7-DAADA80F0908}"/>
              </a:ext>
            </a:extLst>
          </p:cNvPr>
          <p:cNvSpPr>
            <a:spLocks xmlns:a="http://schemas.openxmlformats.org/drawingml/2006/main" noGrp="1"/>
          </p:cNvSpPr>
          <p:nvPr/>
        </p:nvSpPr>
        <p:spPr>
          <a:xfrm xmlns:a="http://schemas.openxmlformats.org/drawingml/2006/main">
            <a:off x="457200" y="64198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l">
              <a:buNone/>
              <a:defRPr sz="750" b="0">
                <a:solidFill>
                  <a:srgbClr val="FFFFFF"/>
                </a:solidFill>
                <a:latin typeface="IBM Plex Mono"/>
                <a:ea typeface="IBM Plex Mono"/>
                <a:cs typeface="IBM Plex Mono"/>
              </a:defRPr>
            </a:pPr>
            <a:r>
              <a:rPr sz="750" b="0">
                <a:solidFill>
                  <a:srgbClr val="FFFFFF"/>
                </a:solidFill>
                <a:latin typeface="IBM Plex Mono"/>
                <a:ea typeface="IBM Plex Mono"/>
                <a:cs typeface="IBM Plex Mono"/>
              </a:rPr>
              <a:t>PLEXON AI Suite · MSQ DX</a:t>
            </a:r>
          </a:p>
        </p:txBody>
      </p:sp>
      <p:sp>
        <p:nvSpPr>
          <p:cNvPr id="24" name="">
            <a:extLst xmlns:a="http://schemas.openxmlformats.org/drawingml/2006/main">
              <a:ext uri="{FF2B5EF4-FFF2-40B4-BE49-F238E27FC236}">
                <a16:creationId xmlns:a16="http://schemas.microsoft.com/office/drawing/2014/main" id="{BC05AAEC-768B-49C2-840C-3E18C8998AE8}"/>
              </a:ext>
            </a:extLst>
          </p:cNvPr>
          <p:cNvSpPr>
            <a:spLocks xmlns:a="http://schemas.openxmlformats.org/drawingml/2006/main" noGrp="1"/>
          </p:cNvSpPr>
          <p:nvPr/>
        </p:nvSpPr>
        <p:spPr>
          <a:xfrm xmlns:a="http://schemas.openxmlformats.org/drawingml/2006/main">
            <a:off x="11296650" y="64579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p xmlns:a="http://schemas.openxmlformats.org/drawingml/2006/main">
            <a:pPr algn="r">
              <a:buNone/>
              <a:defRPr sz="675" b="0">
                <a:solidFill>
                  <a:srgbClr val="FFFFFF"/>
                </a:solidFill>
                <a:latin typeface="IBM Plex Mono"/>
                <a:ea typeface="IBM Plex Mono"/>
                <a:cs typeface="IBM Plex Mono"/>
              </a:defRPr>
            </a:pPr>
            <a:r>
              <a:rPr sz="675" b="0">
                <a:solidFill>
                  <a:srgbClr val="FFFFFF"/>
                </a:solidFill>
                <a:latin typeface="IBM Plex Mono"/>
                <a:ea typeface="IBM Plex Mono"/>
                <a:cs typeface="IBM Plex Mono"/>
              </a:rPr>
              <a:t>15</a:t>
            </a:r>
          </a:p>
        </p:txBody>
      </p:sp>
    </p:spTree>
    <p:extLst>
      <p:ext uri="{BB962C8B-B14F-4D97-AF65-F5344CB8AC3E}">
        <p14:creationId xmlns:p14="http://schemas.microsoft.com/office/powerpoint/2010/main" val="16487051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2026-08-26T06:36:33.4190000Z</dcterms:created>
  <dcterms:modified xsi:type="dcterms:W3CDTF">2026-08-26T06:36:33.4190000Z</dcterms:modified>
</coreProperties>
</file>