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Ökosystem für digitale Evidenz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 · CHECKION · BRANDION · VIDEON · ECHON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Produkte, eine Steuerungslogik: Web-Qualität, Zielgruppe, Marke, Video und Marktsignale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über Identität, Usage und Orchestrierung in PLEXON.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 · MSQDX · Juli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Warum über die Produkte bis zum Zusammenspiel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2344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dieses Ökosystem?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527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Versprechen, gemeinsame Logik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103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als 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395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zentral ist — und was bewusst produktlokal bleibt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9718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Linsen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2644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Frage jedes Produkt beantwortet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840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Produkte im Detail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1330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AUDION, CHECKION, BRANDION, VIDEON, ECHON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7091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Zusammenspiel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50017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Synergien und ein Kampagnen-Beispiel end-to-end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dieses Ökosystem?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isolierter Tools: eine gemeinsame Evidenzbasis für Entscheidungen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Organisationen arbeiten oft mit parallelen Wahrheiten: ein Audit-PDF, ein Persona-Workshop, ein Brand-Handbuch, Videoordner und Newsfeeds — ohne gemeinsamen Bezug. PLEXON und die föderierten Produkte schließen diese Lücke.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11880" cy="4023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56032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Stichtags-Audits veralten schnell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Zielgruppen bleiben statische PDFs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Markenregeln vs. reale Assets driftet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und Marktnews sind schwer nutzbar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sprechen über unterschiedliche „Stand heute“-Stories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023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Versprechen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56032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Wiederholbare Messung statt Einmal-Gutachten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Befragbare Personas statt Annahmen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Messbare Guidelines statt Handbuch allein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Mediathek &amp; Marktsignale mit Struktur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Steuerungslogik über PLEXON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611880" cy="4023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es zusammenhält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56032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Login, Profil und Usage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Plattform-Projekte mit Sync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 / Board orchestriert MCP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Produkt behält seine Fachtiefe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Führung sieht eine zusammenhängende 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— die Control Plane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Zentral nur das Übergreifende; Fachworkflows bleiben in den Produkten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ist keine zweite Vollkopie von CHECKION oder AUDION. Es besitzt Identity, Registry, Usage und Orchestrierung — und öffnet die Produkte über Deep Links, Sync und MCP.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949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PLEXON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Login &amp; Profil für alle Dienste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/ Token-Transparenz &amp; Entitlements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Produkt-Registry &amp; Health / Deep Links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 &amp; Board: CHECKION + AUDION + ECHON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Plattform-Projekte mit Sync in die Produkte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Checks &amp; Playbooks über Produktgrenzen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den Produkten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CHECKION: Scans, GEO, Projekte, MCP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AUDION: Personas, Journeys, Chat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BRANDION: Guidelines &amp; PDF-Checks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VIDEON: Video-Analyse &amp; Export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ECHON: Signals, Waves, Markt-Research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Tiefe Fach-UI bleibt bewusst produktlokal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Linsen — eine Geschichte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Produkt beantwortet eine andere Frage; zusammen entsteht ein vollständiges Lagebild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361188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steht unsere Site?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 · barrierefrei · GEO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361188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234440"/>
            <a:ext cx="361188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463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reagiert die Zielgruppe?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· Dialog · Journeys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234440"/>
            <a:ext cx="361188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234440"/>
            <a:ext cx="361188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463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 das Material zur Marke?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· PDF · Freigabe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361188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20440"/>
            <a:ext cx="361188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49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steckt im Video?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800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· Suche · Export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520440"/>
            <a:ext cx="361188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520440"/>
            <a:ext cx="361188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749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056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bewegt den Markt?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4800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· Waves · Research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 — Persona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Zielgruppe wird vom Archiv-PDF zum Gesprächspartner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 macht aus Research befragbare Personas und Journeys. Teams validieren Messaging, Designs und Annahmen am Artefakt — in Web, Figma, PowerPoint oder im PLEXON-Board — statt nur in Workshops.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 &amp; parallele Target Groups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KI-Personas aus Research / Ingestion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multimodal: Text, Voice, Video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 Maps &amp; Fit-Scores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Plugins: Figma, PowerPoint, MCP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Moodboards, Sharing, AI Assist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Mehrwert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Lebende Modelle statt toter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Iteration, weniger Panel-Kosten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 über Segmente (z. B. Buying Committee)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Validierung dort, wo Teams arbeiten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Gemeinsames mentales Modell im 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Ökosystem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 speist Site-Themen ein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 liefert Markt-/Audience-Kontext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PLEXON: Login, Usage, Board + MCP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für GEO-Fragen &amp; Messaging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„Markt → Zielgruppen“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 — Web-Qualität &amp; GEO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Wiederholbare Messlage statt einmaligem Audit im Schrank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 beantwortet: Wo stehen wir mit unserem Auftritt — inhaltlich, technisch, barrierefrei und in einer Welt, in der KI über uns antwortet? Messpunkte passen zum Release-Takt und lassen sich teilen.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 &amp; Deep-Domain-Scans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WCAG, PageSpeed, SSL, Tools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/ E-E-A-T &amp; Wettbewerb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Journey Agent, Rank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Research,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MCP-Server für Agenten / Boards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Mehrwert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Evidenz statt Bauchgefühl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Regressionsschutz nach Deploys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Wahrheit für Marketing, IT, Compliance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Klarere Prioritäten im Backlog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Skalierung über Domains &amp; Marken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Ökosystem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Speist AUDION-Personas &amp; Topics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Quick Check / Assistent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Messung + Persona in einer Session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Landing-Qualität neben Brand/Video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für ECHON-Market-Flows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BRANDION — Marken-Compliance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„wir haben Richtlinien“ zu „wir können belegen, dass dieses Asset passt“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BRANDION macht Guidelines strukturiert, aktivierbar und gegen konkrete PDFs/Lieferobjekte prüfbar — wiederholbar nach Re-Brand, Template-Wechsel oder Kampagnenwelle, nicht nur vor dem ersten Launch.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versionieren &amp; aktivieren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Analyzer: Farbe, Font, Layout, 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Logo-, Imagery- und Spacing-Regeln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/ Export / Multi-Brand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Automation in Freigabe-Flows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mit nachvollziehbaren Findings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Mehrwert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falsche Farben/Fonts/Logos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Tempo: weniger Handabgleich mit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aktive Guideline für alle Rollen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Lieferkriterien für Agenturen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Objektive visuelle Compliance-Schicht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Ökosystem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CHECKION: Offline-Asset &amp; Online-Site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AUDION: regelkonform und zielgruppenpassend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VIDEON: Kampagnen-Asset neben Video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Broschüre + Landing + Botschaft als Story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VIDEON — Video-Intelligenz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Ordnern wird eine Mediathek mit Bedeutung — schnittfertig und durchsuchbar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VIDEON erschließt Videobestände: Szenen, Transkript, Vision, Audio-Stems und Saliency — mit Export und Adobe-Plugins. Jedes neue Upload durchläuft dieselbe Pipeline; Wissen bleibt nicht im Kopf einzelner Editor:innen.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Szenen- &amp; Objekterkennung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Transkription &amp; Stem-Separation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Saliency / Reframing-Support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Semantische Suche &amp; Projekte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Creator für Rough-Cuts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Premiere / FCP / AE-Plugins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Mehrwert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Scrubben und Suchen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 wird strategisch wiederverwendbar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Konsistente Metadaten pro Asset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auf bestehendem Footage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L&amp;D: lange Videos navigierbar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Ökosystem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Hero-Video neben Landing (CHECKION)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 (BRANDION) + Zielgruppe (AUDION)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Marktstory aus ECHON in Motion setzen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Wiederkehrende Qualität neuer Uploads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 — Event &amp; Market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Contextualization and Horizon Observation Network — Signale werden zu Themenlinien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 strukturiert Nachrichten und Events (v. a. RSS), wertet sie mit LLM und Embeddings aus und bündelt ähnliche Meldungen zu Waves. Statt Feed-Lärm: Muster, Priorität und Research mit zitierbarer Evidenz — angebunden an PLEXON via MCP.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RSS-Ingestion &amp; Signal-Pipeline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Tags, Kategorisierung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Waves: Cluster / Themenlinien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Dynamics (Aufkommen, Verlauf)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Research-Chat mit Citations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Research, Signals, Waves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Mehrwert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Lärm, mehr Lagebild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 statt chronologischer Zufallsfeed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Priorität: woran zuerst?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Nachvollziehbare Markt-Evidenz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 statt flaches Nachrichtenarchiv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6118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Ökosystem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33172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Assistent: 3. MCP neben CHECKION/AUDION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Markt → Zielgruppen (AUDION)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Check: Markt-Research-Schritt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CHECKION: Site-Kontext + externe Wellen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Kampagne: Timing &amp; Themen aus dem Markt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Zusammenspiel — Synergien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Paare und Dreier, die mehr liefern als isolierte Produkt-Reports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 + AUDION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307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Site-Themen speisen realistische Personas; GEO in Persona-Stimme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55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 + AUDION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0848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Markt-Findings → Zielgruppen / Segmente (Playbook „Markt → Audience“)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115568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 + CHECKION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8620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Wellen + eigene Site-Messung = volleres Lagebild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155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BRANDION + CHECKION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36393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Offline-Assets und Online-Site — eine Markenwirkung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1115568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VIDEON + alle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4165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Hero-Video, Landing, PDF, Zielgruppe, Marktstory — eine Kampagne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55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+ alle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51937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Account, Usage; Assistent/Board orchestriert über MCP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Kampagne end-to-end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Evidenzschichten — eine gemeinsame Story für Leadership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19456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19456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1488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&amp; Themen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erkennen (Waves)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1234440"/>
            <a:ext cx="219456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234440"/>
            <a:ext cx="219456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07208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07208" y="21488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Botschaft testen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1234440"/>
            <a:ext cx="219456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234440"/>
            <a:ext cx="219456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38928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21488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messen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(WCAG, GEO, Speed)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60920" y="1234440"/>
            <a:ext cx="219456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234440"/>
            <a:ext cx="219456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0648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0648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70648" y="21488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Broschüre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 Guideline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6404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92640" y="1234440"/>
            <a:ext cx="2194560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0" y="1234440"/>
            <a:ext cx="2194560" cy="73152"/>
          </a:xfrm>
          <a:prstGeom prst="rect">
            <a:avLst/>
          </a:prstGeom>
          <a:solidFill>
            <a:srgbClr val="00CA55"/>
          </a:solidFill>
          <a:ln w="12700">
            <a:solidFill>
              <a:srgbClr val="00C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02368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02368" y="21488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Hero-Video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finden &amp; schneiden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3832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hält das zusammen: Login, Projekt-Sync, Usage und Assistent — damit Teams nicht fünf Insel-Tools bedienen, sondern eine Steuerungslogik nutzen.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886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 in vier Stufen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20624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↓ — weniger Blindflüge in Live, Marke, Messaging und Timing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↑ — weniger Handarbeit, Scrubben, Feed-Lärm und parallele Wahrheiten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— eine Evidenz für Marketing, Design, IT, Compliance und Führung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Skalierung — viele Domains, Marken, Assets und Märkte — steuerbar über PLEXON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PLEXON · MSQDX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MSQDX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PLEXON Ökosystem – AUDION, CHECKION, BRANDION, VIDEON, ECHON</dc:title>
  <dc:subject>Enablement: Funktionen, Mehrwert, Zusammenspiel</dc:subject>
  <dc:creator>PLEXON</dc:creator>
  <cp:lastModifiedBy>PLEXON</cp:lastModifiedBy>
  <cp:revision>1</cp:revision>
  <dcterms:created xsi:type="dcterms:W3CDTF">2026-07-17T06:01:59Z</dcterms:created>
  <dcterms:modified xsi:type="dcterms:W3CDTF">2026-07-17T06:01:59Z</dcterms:modified>
</cp:coreProperties>
</file>