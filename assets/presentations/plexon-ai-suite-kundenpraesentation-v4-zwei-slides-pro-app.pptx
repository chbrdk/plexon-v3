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1c705de1074e29" /><Relationship Type="http://schemas.openxmlformats.org/officeDocument/2006/relationships/extended-properties" Target="/docProps/app.xml" Id="R4ea12ea7c6ee4ffc" /><Relationship Type="http://schemas.openxmlformats.org/officeDocument/2006/relationships/officeDocument" Target="/ppt/presentation.xml" Id="R63c47e866a7b4d60" /></Relationships>
</file>

<file path=ppt/presentation.xml><?xml version="1.0" encoding="utf-8"?>
<p:presentation xmlns:p="http://schemas.openxmlformats.org/presentationml/2006/main">
  <p:sldMasterIdLst>
    <p:sldMasterId xmlns:r="http://schemas.openxmlformats.org/officeDocument/2006/relationships" id="2147483648" r:id="Re1d801a06dd04577"/>
  </p:sldMasterIdLst>
  <p:notesMasterIdLst>
    <p:notesMasterId xmlns:r="http://schemas.openxmlformats.org/officeDocument/2006/relationships" r:id="Rc7cc642e2c164524"/>
  </p:notesMasterIdLst>
  <p:sldIdLst>
    <p:sldId xmlns:r="http://schemas.openxmlformats.org/officeDocument/2006/relationships" id="256" r:id="R68499fa01e7b43f6"/>
    <p:sldId xmlns:r="http://schemas.openxmlformats.org/officeDocument/2006/relationships" id="257" r:id="Rf1f871b9cee84cfb"/>
    <p:sldId xmlns:r="http://schemas.openxmlformats.org/officeDocument/2006/relationships" id="258" r:id="R660d404b8eb6486e"/>
    <p:sldId xmlns:r="http://schemas.openxmlformats.org/officeDocument/2006/relationships" id="259" r:id="R0028af47c5684f0e"/>
    <p:sldId xmlns:r="http://schemas.openxmlformats.org/officeDocument/2006/relationships" id="260" r:id="R033b432b7e0c44ec"/>
    <p:sldId xmlns:r="http://schemas.openxmlformats.org/officeDocument/2006/relationships" id="261" r:id="R530a2d42e9b847e4"/>
    <p:sldId xmlns:r="http://schemas.openxmlformats.org/officeDocument/2006/relationships" id="262" r:id="R49f4b7d7e43b4f53"/>
    <p:sldId xmlns:r="http://schemas.openxmlformats.org/officeDocument/2006/relationships" id="263" r:id="R18bfd8d5dc324290"/>
    <p:sldId xmlns:r="http://schemas.openxmlformats.org/officeDocument/2006/relationships" id="264" r:id="Rf548dae1e7194746"/>
    <p:sldId xmlns:r="http://schemas.openxmlformats.org/officeDocument/2006/relationships" id="265" r:id="R9b913d3c33a74b95"/>
    <p:sldId xmlns:r="http://schemas.openxmlformats.org/officeDocument/2006/relationships" id="266" r:id="R72e2857013ae4acb"/>
    <p:sldId xmlns:r="http://schemas.openxmlformats.org/officeDocument/2006/relationships" id="267" r:id="R200dd77aa07546e8"/>
    <p:sldId xmlns:r="http://schemas.openxmlformats.org/officeDocument/2006/relationships" id="268" r:id="Rceafb9eb9d1d4a33"/>
    <p:sldId xmlns:r="http://schemas.openxmlformats.org/officeDocument/2006/relationships" id="269" r:id="Rbe8e051b57a047a8"/>
    <p:sldId xmlns:r="http://schemas.openxmlformats.org/officeDocument/2006/relationships" id="270" r:id="R3f2785b30efe4ef8"/>
    <p:sldId xmlns:r="http://schemas.openxmlformats.org/officeDocument/2006/relationships" id="271" r:id="Rdb9992af73094987"/>
    <p:sldId xmlns:r="http://schemas.openxmlformats.org/officeDocument/2006/relationships" id="272" r:id="R762fe6df797b4f2b"/>
    <p:sldId xmlns:r="http://schemas.openxmlformats.org/officeDocument/2006/relationships" id="273" r:id="R6ff467a473664a3a"/>
    <p:sldId xmlns:r="http://schemas.openxmlformats.org/officeDocument/2006/relationships" id="274" r:id="R70e944fb600d4b38"/>
    <p:sldId xmlns:r="http://schemas.openxmlformats.org/officeDocument/2006/relationships" id="275" r:id="Re5c92e89d1fc48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4de7bf614e4096" /><Relationship Type="http://schemas.openxmlformats.org/officeDocument/2006/relationships/slideMaster" Target="/ppt/slideMasters/slideMaster1.xml" Id="Re1d801a06dd04577" /><Relationship Type="http://schemas.openxmlformats.org/officeDocument/2006/relationships/notesMaster" Target="/ppt/notesMasters/notesMaster1.xml" Id="Rc7cc642e2c164524" /><Relationship Type="http://schemas.openxmlformats.org/officeDocument/2006/relationships/presProps" Target="/ppt/presProps.xml" Id="R59c1ca174fc04bf0" /><Relationship Type="http://schemas.openxmlformats.org/officeDocument/2006/relationships/tableStyles" Target="/ppt/tableStyles.xml" Id="Rcb1a1e0990fb4afa" /><Relationship Type="http://schemas.openxmlformats.org/officeDocument/2006/relationships/slide" Target="/ppt/slides/slide1.xml" Id="R68499fa01e7b43f6" /><Relationship Type="http://schemas.openxmlformats.org/officeDocument/2006/relationships/slide" Target="/ppt/slides/slide2.xml" Id="Rf1f871b9cee84cfb" /><Relationship Type="http://schemas.openxmlformats.org/officeDocument/2006/relationships/slide" Target="/ppt/slides/slide3.xml" Id="R660d404b8eb6486e" /><Relationship Type="http://schemas.openxmlformats.org/officeDocument/2006/relationships/slide" Target="/ppt/slides/slide4.xml" Id="R0028af47c5684f0e" /><Relationship Type="http://schemas.openxmlformats.org/officeDocument/2006/relationships/slide" Target="/ppt/slides/slide5.xml" Id="R033b432b7e0c44ec" /><Relationship Type="http://schemas.openxmlformats.org/officeDocument/2006/relationships/slide" Target="/ppt/slides/slide6.xml" Id="R530a2d42e9b847e4" /><Relationship Type="http://schemas.openxmlformats.org/officeDocument/2006/relationships/slide" Target="/ppt/slides/slide7.xml" Id="R49f4b7d7e43b4f53" /><Relationship Type="http://schemas.openxmlformats.org/officeDocument/2006/relationships/slide" Target="/ppt/slides/slide8.xml" Id="R18bfd8d5dc324290" /><Relationship Type="http://schemas.openxmlformats.org/officeDocument/2006/relationships/slide" Target="/ppt/slides/slide9.xml" Id="Rf548dae1e7194746" /><Relationship Type="http://schemas.openxmlformats.org/officeDocument/2006/relationships/slide" Target="/ppt/slides/slide10.xml" Id="R9b913d3c33a74b95" /><Relationship Type="http://schemas.openxmlformats.org/officeDocument/2006/relationships/slide" Target="/ppt/slides/slide11.xml" Id="R72e2857013ae4acb" /><Relationship Type="http://schemas.openxmlformats.org/officeDocument/2006/relationships/slide" Target="/ppt/slides/slide12.xml" Id="R200dd77aa07546e8" /><Relationship Type="http://schemas.openxmlformats.org/officeDocument/2006/relationships/slide" Target="/ppt/slides/slide13.xml" Id="Rceafb9eb9d1d4a33" /><Relationship Type="http://schemas.openxmlformats.org/officeDocument/2006/relationships/slide" Target="/ppt/slides/slide14.xml" Id="Rbe8e051b57a047a8" /><Relationship Type="http://schemas.openxmlformats.org/officeDocument/2006/relationships/slide" Target="/ppt/slides/slide15.xml" Id="R3f2785b30efe4ef8" /><Relationship Type="http://schemas.openxmlformats.org/officeDocument/2006/relationships/slide" Target="/ppt/slides/slide16.xml" Id="Rdb9992af73094987" /><Relationship Type="http://schemas.openxmlformats.org/officeDocument/2006/relationships/slide" Target="/ppt/slides/slide17.xml" Id="R762fe6df797b4f2b" /><Relationship Type="http://schemas.openxmlformats.org/officeDocument/2006/relationships/slide" Target="/ppt/slides/slide18.xml" Id="R6ff467a473664a3a" /><Relationship Type="http://schemas.openxmlformats.org/officeDocument/2006/relationships/slide" Target="/ppt/slides/slide19.xml" Id="R70e944fb600d4b38" /><Relationship Type="http://schemas.openxmlformats.org/officeDocument/2006/relationships/slide" Target="/ppt/slides/slide20.xml" Id="Re5c92e89d1fc48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572851984a4e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97fd3a0b454e33" /><Relationship Type="http://schemas.openxmlformats.org/officeDocument/2006/relationships/notesMaster" Target="/ppt/notesMasters/notesMaster1.xml" Id="R7199209d81a342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dcd34988104e4a" /><Relationship Type="http://schemas.openxmlformats.org/officeDocument/2006/relationships/notesMaster" Target="/ppt/notesMasters/notesMaster1.xml" Id="Rac7088ad168e4e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f78b2308b341be" /><Relationship Type="http://schemas.openxmlformats.org/officeDocument/2006/relationships/notesMaster" Target="/ppt/notesMasters/notesMaster1.xml" Id="R106ae4913a704e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82e066bd9647b3" /><Relationship Type="http://schemas.openxmlformats.org/officeDocument/2006/relationships/notesMaster" Target="/ppt/notesMasters/notesMaster1.xml" Id="Rd57b01bf727e41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6adccf3f18401e" /><Relationship Type="http://schemas.openxmlformats.org/officeDocument/2006/relationships/notesMaster" Target="/ppt/notesMasters/notesMaster1.xml" Id="Rbd43440ee0a447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96d3cc19a94cc4" /><Relationship Type="http://schemas.openxmlformats.org/officeDocument/2006/relationships/notesMaster" Target="/ppt/notesMasters/notesMaster1.xml" Id="Rcebfa15f82f54a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16c7251c8440a6" /><Relationship Type="http://schemas.openxmlformats.org/officeDocument/2006/relationships/notesMaster" Target="/ppt/notesMasters/notesMaster1.xml" Id="R83f9adde6fff46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8221c639334f7a" /><Relationship Type="http://schemas.openxmlformats.org/officeDocument/2006/relationships/notesMaster" Target="/ppt/notesMasters/notesMaster1.xml" Id="Re4e288476a8f45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e7a43f9a524f95" /><Relationship Type="http://schemas.openxmlformats.org/officeDocument/2006/relationships/notesMaster" Target="/ppt/notesMasters/notesMaster1.xml" Id="Re9f5a55570a24f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492998e1e2429e" /><Relationship Type="http://schemas.openxmlformats.org/officeDocument/2006/relationships/notesMaster" Target="/ppt/notesMasters/notesMaster1.xml" Id="R0aa1df6f885040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ab9750ee1a4615" /><Relationship Type="http://schemas.openxmlformats.org/officeDocument/2006/relationships/notesMaster" Target="/ppt/notesMasters/notesMaster1.xml" Id="Rd35a6e63f9084e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d50542dcb5484e" /><Relationship Type="http://schemas.openxmlformats.org/officeDocument/2006/relationships/notesMaster" Target="/ppt/notesMasters/notesMaster1.xml" Id="Rc995b932e10043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2aa5308a974864" /><Relationship Type="http://schemas.openxmlformats.org/officeDocument/2006/relationships/notesMaster" Target="/ppt/notesMasters/notesMaster1.xml" Id="Rbacdc0d6664647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3ece35ba71458a" /><Relationship Type="http://schemas.openxmlformats.org/officeDocument/2006/relationships/notesMaster" Target="/ppt/notesMasters/notesMaster1.xml" Id="Rbb96faba1f7b42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819b4f0bfb4d5c" /><Relationship Type="http://schemas.openxmlformats.org/officeDocument/2006/relationships/notesMaster" Target="/ppt/notesMasters/notesMaster1.xml" Id="Radbe3a5f83f7479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a5062f5b7a54958" /><Relationship Type="http://schemas.openxmlformats.org/officeDocument/2006/relationships/notesMaster" Target="/ppt/notesMasters/notesMaster1.xml" Id="R47a96ef3955b40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88f55063c574856" /><Relationship Type="http://schemas.openxmlformats.org/officeDocument/2006/relationships/notesMaster" Target="/ppt/notesMasters/notesMaster1.xml" Id="Recac1ad745fb449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3dd265b9c394b86" /><Relationship Type="http://schemas.openxmlformats.org/officeDocument/2006/relationships/notesMaster" Target="/ppt/notesMasters/notesMaster1.xml" Id="Rc3fbd9a9089e4a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955191d3fb14b06" /><Relationship Type="http://schemas.openxmlformats.org/officeDocument/2006/relationships/notesMaster" Target="/ppt/notesMasters/notesMaster1.xml" Id="Rd039276ac50b49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075a5b221214b99" /><Relationship Type="http://schemas.openxmlformats.org/officeDocument/2006/relationships/notesMaster" Target="/ppt/notesMasters/notesMaster1.xml" Id="R1c6460c2018547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Wenn wir von PLEXON sprechen, meinen wir nicht das nächste isolierte AI-Tool. Die Grundidee ist ein System spezialisierter Fähigkeiten: ECHON versteht Marktsignale, AUDION macht Zielgruppenwissen dialogfähig, CREATION visualisiert digitale Erlebnisse, BRANDION operationalisiert Marke und CHECKION prüft Qualität. PLEXON verbindet diese Fähigkeiten mit Daten, Rollen und Ergebnissen in einem gemeinsamen Kontext. Neue Zusammenhänge entstehen dabei nicht unkontrolliert, sondern in ausgelösten oder konfigurierten agentischen Workflows. Für Kunden heißt das: Vorhandene Systeme bleiben relevant, aber Wissen kann schneller von der Analyse in die Anwendung gelangen.</a:t>
            </a:r>
          </a:p>
          <a:p xmlns:a="http://schemas.openxmlformats.org/drawingml/2006/main">
            <a:r>
              <a:t/>
            </a:r>
          </a:p>
          <a:p xmlns:a="http://schemas.openxmlformats.org/drawingml/2006/main">
            <a:r>
              <a:t>ÜBERGANG</a:t>
            </a:r>
          </a:p>
          <a:p xmlns:a="http://schemas.openxmlformats.org/drawingml/2006/main">
            <a:r>
              <a:t>Warum das nötig ist, zeigt ein Blick auf die heutige Arbeitsrealität.</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Die meisten Unternehmen haben viele der benötigten Werkzeuge und Daten bereits. Marktforschung liegt in Studien und Tabellen, Marktsignale in Monitoring-Systemen, Brandwissen in Guidelines oder DAMs, Kreation in Design- und CMS-Prozessen und Qualitätsdaten wieder an anderer Stelle. Das Problem entsteht an den Übergaben: Eine Zielgruppenbeobachtung erreicht die Kreation zu spät, eine Brandregel wird erst vor der Freigabe geprüft oder ein Finding nach dem Launch fließt nicht zurück in das nächste Briefing. PLEXON adressiert deshalb nicht primär das einzelne Tool, sondern den Verlust von Kontext zwischen Disziplinen und Prozessschritten.</a:t>
            </a:r>
          </a:p>
          <a:p xmlns:a="http://schemas.openxmlformats.org/drawingml/2006/main">
            <a:r>
              <a:t/>
            </a:r>
          </a:p>
          <a:p xmlns:a="http://schemas.openxmlformats.org/drawingml/2006/main">
            <a:r>
              <a:t>ÜBERGANG</a:t>
            </a:r>
          </a:p>
          <a:p xmlns:a="http://schemas.openxmlformats.org/drawingml/2006/main">
            <a:r>
              <a:t>Wie daraus ein konkreter Arbeitsablauf wird, zeigt der folgende Landingpage-Case.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Der Prozess kann an zwei Stellen beginnen: mit einem neuen Marktsignal aus ECHON oder mit einem bereits vorhandenen Kunden- beziehungsweise Kampagnenbriefing. PLEXON hält den gemeinsamen Kontext und stellt daraus nur die Fähigkeiten zusammen, die dieser Use Case wirklich braucht. AUDION kann Zielgruppenannahmen hinterfragen, CREATION macht Varianten früh sichtbar, BRANDION prüft die Markenregeln und CHECKION bewertet SEO, GEO, Content und technische Qualität. Das Ergebnis ist kein automatisch veröffentlichtes Endprodukt, sondern ein validierter, markenkonformer und messbarer Prototyp. Die Übergabe an ein CMS ist möglich, wird aber je nach System und Projekt konkret angebunden.</a:t>
            </a:r>
          </a:p>
          <a:p xmlns:a="http://schemas.openxmlformats.org/drawingml/2006/main">
            <a:r>
              <a:t/>
            </a:r>
          </a:p>
          <a:p xmlns:a="http://schemas.openxmlformats.org/drawingml/2006/main">
            <a:r>
              <a:t>ÜBERGANG</a:t>
            </a:r>
          </a:p>
          <a:p xmlns:a="http://schemas.openxmlformats.org/drawingml/2006/main">
            <a:r>
              <a:t>Entscheidend ist dabei nicht nur die Kette, sondern der Rückfluss der Ergebnisse.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Jede spezialisierte Fähigkeit produziert ein greifbares Ergebnis für den nächsten Schritt: ECHON einen Research Brief, AUDION eine Evidence Matrix, CREATION einen Prototyp, BRANDION eine nachvollziehbare Markenprüfung und CHECKION konkrete Findings. PLEXON hält diese Ergebnisse im gemeinsamen Arbeitskontext zusammen. Nach dem Launch endet der Prozess nicht: Qualitätsdaten und neue Reaktionen fließen zurück und können das nächste Briefing, die Persona-Fragen oder eine neue Variante beeinflussen. Wichtig ist: Das ist kein Pflichtparcours. Je nach Aufgabe können einzelne Fähigkeiten ausgelassen, anders angeordnet oder durch externe Tools ergänzt werden. PLEXON steht für diese Interkonnektivität und den lernenden Arbeitskreislauf.</a:t>
            </a:r>
          </a:p>
          <a:p xmlns:a="http://schemas.openxmlformats.org/drawingml/2006/main">
            <a:r>
              <a:t/>
            </a:r>
          </a:p>
          <a:p xmlns:a="http://schemas.openxmlformats.org/drawingml/2006/main">
            <a:r>
              <a:t>ÜBERGANG</a:t>
            </a:r>
          </a:p>
          <a:p xmlns:a="http://schemas.openxmlformats.org/drawingml/2006/main">
            <a:r>
              <a:t>Damit wird klar, welche eigenständige Rolle PLEXON im Ökosystem übernimmt.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PLEXON ist die Orchestrierungs- und Kontextebene. Es verbindet Quellen, Personas, Apps, Ergebnisse und Entscheidungen in definierten Workflows. Heute sind typisierte Abläufe, Assistant- und MCP-Zugänge, UI-, Webhook- und Service-Trigger, Run-Historien sowie definierte Freigabeschritte vorhanden. PLEXON ersetzt dabei keine führenden Systeme wie CMS, DAM oder CRM. Es organisiert, welche Fähigkeit mit welchem Kontext arbeitet und wie ein Ergebnis weitergegeben wird. Auch das 'Entdecken neuer Zusammenhänge' geschieht nicht permanent und grenzenlos, sondern innerhalb ausgelöster oder konfigurierter agentischer Abläufe. Im Pilot wäre eine zentrale Wirkungsgröße deshalb die Zeit von einer Frage bis zu einer belastbaren, handlungsfähigen Erkenntnis.</a:t>
            </a:r>
          </a:p>
          <a:p xmlns:a="http://schemas.openxmlformats.org/drawingml/2006/main">
            <a:r>
              <a:t/>
            </a:r>
          </a:p>
          <a:p xmlns:a="http://schemas.openxmlformats.org/drawingml/2006/main">
            <a:r>
              <a:t>ÜBERGANG</a:t>
            </a:r>
          </a:p>
          <a:p xmlns:a="http://schemas.openxmlformats.org/drawingml/2006/main">
            <a:r>
              <a:t>Wie viel Autonomie ein solcher Ablauf bekommt, lässt sich im Workflow Builder steuern.</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Der Workflow Builder macht Autonomie steuerbar. Ein Ablauf beginnt mit einem Trigger, kombiniert spezialisierte Agents und externe Werkzeuge, kann menschliche Freigaben einbauen und anschließend eine definierte Aktion ausführen. Heute können solche Flows über UI, Assistant, Webhook oder Service angestoßen und über ihre Run-Historie nachvollzogen werden. Projektspezifische Adapter und externe Zeitsteuerungen lassen sich ergänzen. Native Zeitpläne, universelle Tool-Nodes und vollständig autonome Dauer-Loops sind dagegen Erweiterungs- beziehungsweise Roadmap-Themen. Der wichtige Punkt ist: Autonomie ist keine Alles-oder-nichts-Entscheidung. Sie kann vom Vorschlag über Analyse und Freigabe bis zu begrenztem autonomen Handeln abgestuft werden.</a:t>
            </a:r>
          </a:p>
          <a:p xmlns:a="http://schemas.openxmlformats.org/drawingml/2006/main">
            <a:r>
              <a:t/>
            </a:r>
          </a:p>
          <a:p xmlns:a="http://schemas.openxmlformats.org/drawingml/2006/main">
            <a:r>
              <a:t>ÜBERGANG</a:t>
            </a:r>
          </a:p>
          <a:p xmlns:a="http://schemas.openxmlformats.org/drawingml/2006/main">
            <a:r>
              <a:t>Die folgenden Folien zeigen, was die einzelnen Spezialfähigkeiten in diesem Rahmen beitragen.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ECHON beobachtet Markt- und Pressesignale und verdichtet sie zu Watchlists, Szenarien und zitierbaren Research Briefings. Der Mehrwert liegt nicht in einem weiteren Newsfeed, sondern in der Priorisierung: Welche Bewegung ist für unser Geschäft oder eine konkrete Zielgruppe tatsächlich relevant? Eine solche Persona-Relevanzprüfung kann über PLEXON mit AUDION ergänzt werden. ECHON liefert dabei keine sichere Vorhersage der Zukunft. Es macht Signale, Quellen und mögliche Konsequenzen strukturiert diskutierbar. Produktnah messen lassen sich etwa Zahl und Qualität der Signale, Quellenabdeckung und erzeugte Briefings. Im Pilot wäre zusätzlich interessant, wie stark sich die Zeit vom Signal bis zu einem entscheidungsfähigen Brief verkürzt.</a:t>
            </a:r>
          </a:p>
          <a:p xmlns:a="http://schemas.openxmlformats.org/drawingml/2006/main">
            <a:r>
              <a:t/>
            </a:r>
          </a:p>
          <a:p xmlns:a="http://schemas.openxmlformats.org/drawingml/2006/main">
            <a:r>
              <a:t>ÜBERGANG</a:t>
            </a:r>
          </a:p>
          <a:p xmlns:a="http://schemas.openxmlformats.org/drawingml/2006/main">
            <a:r>
              <a:t>Auf der nächsten Folie wird konkret, welche Funktionen, Schnittstellen und Einsatzmuster dahinterliegen.</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Hier wird ECHON konkret. Links stehen die Kernfunktionen: Signale aus unterschiedlichen Quellen erfassen, Muster und Widersprüche verdichten und daraus einen Research Brief mit Evidenz und offenen Fragen erzeugen. Die Anbindung erfolgt über Feeds, APIs, MCP oder projektspezifische Adapter. Rechts stehen typische Einsätze: Marktmonitoring, die Priorisierung von Chancenräumen und ein Persona-Check mit AUDION. Der entscheidende Unterschied zu einem klassischen Monitoring-Tool ist der Anschluss an den nächsten Arbeitsschritt. Ein Signal bleibt nicht im Dashboard, sondern kann ein Briefing, eine Zielgruppenprüfung oder einen Workflow auslösen. ECHON strukturiert Unsicherheit – es verspricht keine sichere Vorhersage.</a:t>
            </a:r>
          </a:p>
          <a:p xmlns:a="http://schemas.openxmlformats.org/drawingml/2006/main">
            <a:r>
              <a:t/>
            </a:r>
          </a:p>
          <a:p xmlns:a="http://schemas.openxmlformats.org/drawingml/2006/main">
            <a:r>
              <a:t>ÜBERGANG</a:t>
            </a:r>
          </a:p>
          <a:p xmlns:a="http://schemas.openxmlformats.org/drawingml/2006/main">
            <a:r>
              <a:t>Vom Markt wechseln wir jetzt zur Zielgruppe und damit zu AUDION.</a:t>
            </a:r>
          </a:p>
          <a:p xmlns:a="http://schemas.openxmlformats.org/drawingml/2006/main">
            <a:r>
              <a:t/>
            </a:r>
          </a:p>
          <a:p xmlns:a="http://schemas.openxmlformats.org/drawingml/2006/main">
            <a:r>
              <a:t>[Sources]</a:t>
            </a:r>
          </a:p>
          <a:p xmlns:a="http://schemas.openxmlformats.org/drawingml/2006/main">
            <a:r>
              <a:t>- https://developers.brandwatch.com/</a:t>
            </a:r>
          </a:p>
          <a:p xmlns:a="http://schemas.openxmlformats.org/drawingml/2006/main">
            <a:r>
              <a:t>- https://developers.similarweb.com/docs/similarweb-web-traffic-api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AUDION macht Zielgruppenwissen dialogfähig. Marktforschungsdaten, Studien und weitere Quellen werden zu research-basierten Personas und einer Evidence Matrix verdichtet. Dabei bleibt sichtbar, was eine Quelle tatsächlich sagt, was daraus interpretiert wurde und was eine synthetische Persona simuliert. Heute ist der Textdialog verfügbar; Voice- und Video-Interaktion können je nach Setup ergänzt werden. Besonders relevant ist die Nutzung über AUDION hinaus: Personas können Fragen für CHECKION-GEO-Checks liefern, Marktsignale in ECHON aus Zielgruppensicht bewerten oder Resonanzfeedback für CREATION und BRANDION geben. Sie ergänzen empirische Forschung, ersetzen sie aber nicht.</a:t>
            </a:r>
          </a:p>
          <a:p xmlns:a="http://schemas.openxmlformats.org/drawingml/2006/main">
            <a:r>
              <a:t/>
            </a:r>
          </a:p>
          <a:p xmlns:a="http://schemas.openxmlformats.org/drawingml/2006/main">
            <a:r>
              <a:t>ÜBERGANG</a:t>
            </a:r>
          </a:p>
          <a:p xmlns:a="http://schemas.openxmlformats.org/drawingml/2006/main">
            <a:r>
              <a:t>Die rationale Sicht zeigt jetzt, wie Daten, Interaktion und Cross-App-Use-Cases zusammenspielen.</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AUDION beginnt mit einem belastbaren Persona-Grounding: Datenquellen, Interpretationen und Unsicherheiten bleiben sichtbar. Darauf setzt die Interaktion auf. Text ist der direkte Kern; Voice und synthetischer Videochat können je nach Setup ergänzt werden, wenn ein persönlicherer Gesprächscharakter sinnvoll ist. Aus dem Dialog entstehen konkrete Tests und Fragen. Rechts sehen wir die drei wichtigsten Nutzungsmuster: Botschaften auf Verständlichkeit und Resonanz prüfen, GEO-Fragen für CHECKION erzeugen und die Relevanz von Marktsignalen gemeinsam mit ECHON bewerten. Die Persona ist dabei ein Simulations- und Denkwerkzeug. Sie ergänzt die empirische Forschung, ersetzt aber weder Stichprobe noch Feldarbeit.</a:t>
            </a:r>
          </a:p>
          <a:p xmlns:a="http://schemas.openxmlformats.org/drawingml/2006/main">
            <a:r>
              <a:t/>
            </a:r>
          </a:p>
          <a:p xmlns:a="http://schemas.openxmlformats.org/drawingml/2006/main">
            <a:r>
              <a:t>ÜBERGANG</a:t>
            </a:r>
          </a:p>
          <a:p xmlns:a="http://schemas.openxmlformats.org/drawingml/2006/main">
            <a:r>
              <a:t>Aus Zielgruppenwissen wird nun ein sicht- und testbarer Prototyp.</a:t>
            </a:r>
          </a:p>
          <a:p xmlns:a="http://schemas.openxmlformats.org/drawingml/2006/main">
            <a:r>
              <a:t/>
            </a:r>
          </a:p>
          <a:p xmlns:a="http://schemas.openxmlformats.org/drawingml/2006/main">
            <a:r>
              <a:t>[Sources]</a:t>
            </a:r>
          </a:p>
          <a:p xmlns:a="http://schemas.openxmlformats.org/drawingml/2006/main">
            <a:r>
              <a:t>- https://api.qualtrics.com/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CREATION ist bewusst kein universelles Produktionsstudio. Die Kernaufgabe ist Rapid Prototyping für Landingpages und Produktdetailseiten: Ein Briefing wird schnell in sichtbare Varianten übersetzt, damit Zielgruppe, Marke und Stakeholder früher über etwas Konkretes entscheiden können. Heute gehören dazu ein visueller Editor, HTML-Import sowie die Übergabe in wiederverwendbare React-Site-Kit- und Storybook-Bausteine. Dadurch wird aus einer Idee ein anschlussfähiger Prototyp, bevor viel Zeit in die finale Produktion fließt. Direkte Synchronisationen mit Contentful, Storyblok, AEM oder anderen CMS sind keine pauschale Standardfunktion, sondern werden projektspezifisch angebunden.</a:t>
            </a:r>
          </a:p>
          <a:p xmlns:a="http://schemas.openxmlformats.org/drawingml/2006/main">
            <a:r>
              <a:t/>
            </a:r>
          </a:p>
          <a:p xmlns:a="http://schemas.openxmlformats.org/drawingml/2006/main">
            <a:r>
              <a:t>ÜBERGANG</a:t>
            </a:r>
          </a:p>
          <a:p xmlns:a="http://schemas.openxmlformats.org/drawingml/2006/main">
            <a:r>
              <a:t>Welche Funktionen und Übergabepunkte CREATION konkret abdeckt, zeigt die nächste Folie.</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CREATION deckt bewusst einen fokussierten Abschnitt ab: Landingpages und PDPs schnell visualisieren, Varianten vergleichbar machen und ausgewählte Ergebnisse strukturiert übergeben. Links stehen deshalb Prototyping, Variantenbildung und Handoff. In der Mitte liegen mögliche Anschlüsse an CMS, PIM, DAM oder Designsysteme. Rechts sehen wir typische Einsätze: eine Kampagnenseite vor Produktion testen, Zielgruppenvarianten mit AUDION spiegeln und einen Prototyp in bestehende Experience-Systeme überführen. Was CREATION nicht sein soll, ist eine universelle Produktionssuite für jedes Format. Produktive CMS-Synchronisationen und finale Ausspielung bleiben projektspezifische Integrationsaufgaben.</a:t>
            </a:r>
          </a:p>
          <a:p xmlns:a="http://schemas.openxmlformats.org/drawingml/2006/main">
            <a:r>
              <a:t/>
            </a:r>
          </a:p>
          <a:p xmlns:a="http://schemas.openxmlformats.org/drawingml/2006/main">
            <a:r>
              <a:t>ÜBERGANG</a:t>
            </a:r>
          </a:p>
          <a:p xmlns:a="http://schemas.openxmlformats.org/drawingml/2006/main">
            <a:r>
              <a:t>Bevor ein Prototyp weitergegeben wird, muss er zur Marke passen.</a:t>
            </a:r>
          </a:p>
          <a:p xmlns:a="http://schemas.openxmlformats.org/drawingml/2006/main">
            <a:r>
              <a:t/>
            </a:r>
          </a:p>
          <a:p xmlns:a="http://schemas.openxmlformats.org/drawingml/2006/main">
            <a:r>
              <a:t>[Sources]</a:t>
            </a:r>
          </a:p>
          <a:p xmlns:a="http://schemas.openxmlformats.org/drawingml/2006/main">
            <a:r>
              <a:t>- https://developers.figma.com/docs/rest-api/</a:t>
            </a:r>
          </a:p>
          <a:p xmlns:a="http://schemas.openxmlformats.org/drawingml/2006/main">
            <a:r>
              <a:t>- https://www.contentful.com/developers/docs/references/api-basics/</a:t>
            </a:r>
          </a:p>
          <a:p xmlns:a="http://schemas.openxmlformats.org/drawingml/2006/main">
            <a:r>
              <a:t>- https://www.storyblok.com/docs/api/management</a:t>
            </a:r>
          </a:p>
          <a:p xmlns:a="http://schemas.openxmlformats.org/drawingml/2006/main">
            <a:r>
              <a:t>- https://experienceleague.adobe.com/en/docs/experience-manager-cloud-service/content/headless/introduction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BRANDION macht Marke zu nutzbarem Systemwissen. Farben, Typografie, Layoutregeln, Sprache, Logos und weitere Guidelines können zentral hinterlegt und an anderen Stellen wiederverwendet werden. Geprüft werden digitale sowie klassische druckfertige PDF- und Bild-Assets – Print ist also ausdrücklich Teil des Anwendungsfalls. Wichtig ist die Reihenfolge: Zuerst steht die regelbasierte Brand-Compliance. Danach kann über PLEXON und AUDION eine synthetische Persona-Einschätzung ergänzt werden, etwa ob eine zulässige Secondary-Farbe bei einer Zielgruppe besser resoniert. Compliance und Zielgruppenwirkung sind zwei unterschiedliche Aussagen. BRANDION unterstützt die Prüfung, ersetzt aber keine strategische, rechtliche oder finale menschliche Freigabe.</a:t>
            </a:r>
          </a:p>
          <a:p xmlns:a="http://schemas.openxmlformats.org/drawingml/2006/main">
            <a:r>
              <a:t/>
            </a:r>
          </a:p>
          <a:p xmlns:a="http://schemas.openxmlformats.org/drawingml/2006/main">
            <a:r>
              <a:t>ÜBERGANG</a:t>
            </a:r>
          </a:p>
          <a:p xmlns:a="http://schemas.openxmlformats.org/drawingml/2006/main">
            <a:r>
              <a:t>Die nächste Folie trennt Funktionen, Schnittstellen und typische Prüfprozesse sauber voneinander.</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BRANDION hält Brandwissen zentral verfügbar und macht es in Prüfprozessen nutzbar. Links stehen die drei Kernfunktionen: Regeln und Assets strukturieren, digitale und klassische Printmittel prüfen und Abweichungen nachvollziehbar erklären. Über DAM, Brand Portal, PDFs, Bilder oder projektspezifische Schnittstellen kann dieses Wissen in andere Abläufe fließen. Rechts stehen typische Einsätze: Print-Preflight, laufende CI-Unterstützung und optional ein Resonanzcheck mit AUDION. Dabei bleiben zwei Aussagen getrennt: Ein Asset kann formal markenkonform sein und trotzdem bei einer Persona unterschiedlich wirken. BRANDION liefert die Grundlage für die Entscheidung, ersetzt aber nicht die finale Freigabe.</a:t>
            </a:r>
          </a:p>
          <a:p xmlns:a="http://schemas.openxmlformats.org/drawingml/2006/main">
            <a:r>
              <a:t/>
            </a:r>
          </a:p>
          <a:p xmlns:a="http://schemas.openxmlformats.org/drawingml/2006/main">
            <a:r>
              <a:t>ÜBERGANG</a:t>
            </a:r>
          </a:p>
          <a:p xmlns:a="http://schemas.openxmlformats.org/drawingml/2006/main">
            <a:r>
              <a:t>Nach der Marke geht es um die wiederholbare Qualität des veröffentlichten Erlebnisses.</a:t>
            </a:r>
          </a:p>
          <a:p xmlns:a="http://schemas.openxmlformats.org/drawingml/2006/main">
            <a:r>
              <a:t/>
            </a:r>
          </a:p>
          <a:p xmlns:a="http://schemas.openxmlformats.org/drawingml/2006/main">
            <a:r>
              <a:t>[Sources]</a:t>
            </a:r>
          </a:p>
          <a:p xmlns:a="http://schemas.openxmlformats.org/drawingml/2006/main">
            <a:r>
              <a:t>- https://developer.frontify.com/</a:t>
            </a:r>
          </a:p>
          <a:p xmlns:a="http://schemas.openxmlformats.org/drawingml/2006/main">
            <a:r>
              <a:t>- https://developers.bynder.com/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CHECKION betrachtet Website-Qualität über mehrere Linsen: SEO, GEO, Content, Accessibility, Performance und technische Signale. Der Nutzen entsteht durch die Wiederholbarkeit. CHECKION kann als Release Gate vor dem Launch, als Re-Run nach Anpassungen oder für die Beobachtung mehrerer Sites eingesetzt werden. Re-Runs sind heute vorhanden; regelmäßige Ausführungen lassen sich über PLEXON oder externe Trigger konfigurieren. Native Wochen- oder Monatspläne und ein vollständiger Regressionsticket-Lifecycle sind Roadmap-Themen. CHECKION liefert messbare Issues, Coverage und Pass-Rates, garantiert aber weder Rankings noch AI-Zitationen oder Conversion.</a:t>
            </a:r>
          </a:p>
          <a:p xmlns:a="http://schemas.openxmlformats.org/drawingml/2006/main">
            <a:r>
              <a:t/>
            </a:r>
          </a:p>
          <a:p xmlns:a="http://schemas.openxmlformats.org/drawingml/2006/main">
            <a:r>
              <a:t>ÜBERGANG</a:t>
            </a:r>
          </a:p>
          <a:p xmlns:a="http://schemas.openxmlformats.org/drawingml/2006/main">
            <a:r>
              <a:t>Auf der nächsten Folie sehen wir die konkreten Checks, Anschlüsse und dauerhaften Nutzungsschleifen.</a:t>
            </a:r>
          </a:p>
          <a:p xmlns:a="http://schemas.openxmlformats.org/drawingml/2006/main">
            <a:r>
              <a:t/>
            </a:r>
          </a:p>
          <a:p xmlns:a="http://schemas.openxmlformats.org/drawingml/2006/main">
            <a:r>
              <a:t>[Sources]</a:t>
            </a:r>
          </a:p>
          <a:p xmlns:a="http://schemas.openxmlformats.org/drawingml/2006/main">
            <a:r>
              <a:t>- Local CHECKION product tutorial screenshots from knowledge/tutorials/assets/checkion-article/.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CHECKION bündelt mehrere Prüfdisziplinen in einem wiederholbaren Ablauf. Dazu gehören SEO, GEO und Content ebenso wie Accessibility, Performance und technische Signale. Die Ergebnisse können verglichen, priorisiert und erneut geprüft werden. Angeschlossen werden Websites, Analytics- oder Reporting-Systeme und – je nach Projekt – CI/CD-Prozesse. Typische Anwendungen sind ein Launch Gate, ein regelmäßiger Qualitätsloop und GEO-Readiness-Checks mit Fragen, die aus AUDION kommen. Re-Runs sind heute möglich; native Zeitpläne bleiben ein Roadmap-Thema und können bis dahin über PLEXON oder externe Trigger abgebildet werden. Die Checks liefern Hinweise und Messwerte, aber keine Garantie für Rankings, Zitationen oder Conversion.</a:t>
            </a:r>
          </a:p>
          <a:p xmlns:a="http://schemas.openxmlformats.org/drawingml/2006/main">
            <a:r>
              <a:t/>
            </a:r>
          </a:p>
          <a:p xmlns:a="http://schemas.openxmlformats.org/drawingml/2006/main">
            <a:r>
              <a:t>ÜBERGANG</a:t>
            </a:r>
          </a:p>
          <a:p xmlns:a="http://schemas.openxmlformats.org/drawingml/2006/main">
            <a:r>
              <a:t>Über alle Apps hinweg bleibt entscheidend, dass PLEXON mit dem vorhandenen Stack arbeitet.</a:t>
            </a:r>
          </a:p>
          <a:p xmlns:a="http://schemas.openxmlformats.org/drawingml/2006/main">
            <a:r>
              <a:t/>
            </a:r>
          </a:p>
          <a:p xmlns:a="http://schemas.openxmlformats.org/drawingml/2006/main">
            <a:r>
              <a:t>[Sources]</a:t>
            </a:r>
          </a:p>
          <a:p xmlns:a="http://schemas.openxmlformats.org/drawingml/2006/main">
            <a:r>
              <a:t>- https://developers.google.com/webmaster-tools/v1/api_reference_index</a:t>
            </a:r>
          </a:p>
          <a:p xmlns:a="http://schemas.openxmlformats.org/drawingml/2006/main">
            <a:r>
              <a:t>- https://developers.google.com/speed/docs/insights/v5/get-started</a:t>
            </a:r>
          </a:p>
          <a:p xmlns:a="http://schemas.openxmlformats.org/drawingml/2006/main">
            <a:r>
              <a:t>- https://developer.siteimprove.com/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PLEXON ist als offenes Ökosystem gedacht. Marktforschung, Marktmonitoring, Design, Brand Management, CMS, Analytics, Collaboration und eigene Systeme können über MCP, APIs oder Webhooks eingebunden werden. Beispiele sind Brandwatch oder Qualtrics auf der Research-Seite, Figma oder Bynder für Brand und Design sowie Contentful, Storyblok oder AEM für Experience-Prozesse. Die Toolnamen auf der Folie sind Integrationsziele, keine Zusage, dass jede Verbindung ohne Aufwand sofort produktiv ist. Je System braucht es einen Adapter oder eine Konfiguration sowie passende Lizenzen und Berechtigungen. Das Ziel ist nicht, den vorhandenen Stack zu ersetzen, sondern Daten hinein-, Aktionen hinaus- und Erkenntnisse wieder zurückfließen zu lassen.</a:t>
            </a:r>
          </a:p>
          <a:p xmlns:a="http://schemas.openxmlformats.org/drawingml/2006/main">
            <a:r>
              <a:t/>
            </a:r>
          </a:p>
          <a:p xmlns:a="http://schemas.openxmlformats.org/drawingml/2006/main">
            <a:r>
              <a:t>ÜBERGANG</a:t>
            </a:r>
          </a:p>
          <a:p xmlns:a="http://schemas.openxmlformats.org/drawingml/2006/main">
            <a:r>
              <a:t>Je offener und autonomer das System wird, desto wichtiger wird Governance.</a:t>
            </a:r>
          </a:p>
          <a:p xmlns:a="http://schemas.openxmlformats.org/drawingml/2006/main">
            <a:r>
              <a:t/>
            </a:r>
          </a:p>
          <a:p xmlns:a="http://schemas.openxmlformats.org/drawingml/2006/main">
            <a:r>
              <a:t>[Sources]</a:t>
            </a:r>
          </a:p>
          <a:p xmlns:a="http://schemas.openxmlformats.org/drawingml/2006/main">
            <a:r>
              <a:t>- https://developers.brandwatch.com/</a:t>
            </a:r>
          </a:p>
          <a:p xmlns:a="http://schemas.openxmlformats.org/drawingml/2006/main">
            <a:r>
              <a:t>- https://developer.meltwater.com/docs/</a:t>
            </a:r>
          </a:p>
          <a:p xmlns:a="http://schemas.openxmlformats.org/drawingml/2006/main">
            <a:r>
              <a:t>- https://developers.similarweb.com/docs/similarweb-web-traffic-api</a:t>
            </a:r>
          </a:p>
          <a:p xmlns:a="http://schemas.openxmlformats.org/drawingml/2006/main">
            <a:r>
              <a:t>- https://api.qualtrics.com/</a:t>
            </a:r>
          </a:p>
          <a:p xmlns:a="http://schemas.openxmlformats.org/drawingml/2006/main">
            <a:r>
              <a:t>- https://www.typeform.com/developers/</a:t>
            </a:r>
          </a:p>
          <a:p xmlns:a="http://schemas.openxmlformats.org/drawingml/2006/main">
            <a:r>
              <a:t>- https://developer.surveymonkey.com/api/v3/</a:t>
            </a:r>
          </a:p>
          <a:p xmlns:a="http://schemas.openxmlformats.org/drawingml/2006/main">
            <a:r>
              <a:t>- https://developers.google.com/webmaster-tools/v1/api_reference_index</a:t>
            </a:r>
          </a:p>
          <a:p xmlns:a="http://schemas.openxmlformats.org/drawingml/2006/main">
            <a:r>
              <a:t>- https://developers.google.com/speed/docs/insights/v5/get-started</a:t>
            </a:r>
          </a:p>
          <a:p xmlns:a="http://schemas.openxmlformats.org/drawingml/2006/main">
            <a:r>
              <a:t>- https://developer.siteimprove.com/</a:t>
            </a:r>
          </a:p>
          <a:p xmlns:a="http://schemas.openxmlformats.org/drawingml/2006/main">
            <a:r>
              <a:t>- https://developers.figma.com/docs/rest-api/</a:t>
            </a:r>
          </a:p>
          <a:p xmlns:a="http://schemas.openxmlformats.org/drawingml/2006/main">
            <a:r>
              <a:t>- https://developer.frontify.com/</a:t>
            </a:r>
          </a:p>
          <a:p xmlns:a="http://schemas.openxmlformats.org/drawingml/2006/main">
            <a:r>
              <a:t>- https://developers.bynder.com/</a:t>
            </a:r>
          </a:p>
          <a:p xmlns:a="http://schemas.openxmlformats.org/drawingml/2006/main">
            <a:r>
              <a:t>- https://www.contentful.com/developers/docs/references/api-basics/</a:t>
            </a:r>
          </a:p>
          <a:p xmlns:a="http://schemas.openxmlformats.org/drawingml/2006/main">
            <a:r>
              <a:t>- https://www.storyblok.com/docs/api/management</a:t>
            </a:r>
          </a:p>
          <a:p xmlns:a="http://schemas.openxmlformats.org/drawingml/2006/main">
            <a:r>
              <a:t>- https://experienceleague.adobe.com/en/docs/experience-manager-cloud-service/content/headless/introduction</a:t>
            </a:r>
          </a:p>
          <a:p xmlns:a="http://schemas.openxmlformats.org/drawingml/2006/main">
            <a:r>
              <a:t>- https://developers.webflow.com/data/reference/content-management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Governance beginnt bei der Herkunft einer Aussage. Wir müssen erkennen können, aus welcher Quelle sie stammt, wie aktuell sie ist und ob wir über einen Fakt, eine Interpretation, eine Hypothese oder eine Simulation sprechen. Danach folgen Rollen und Freigaben: Wer darf nur analysieren, wer darf eine Aktion auslösen und an welcher Stelle ist ein menschliches Gate erforderlich? Die Run-Historie und ein Audit Trail machen Entscheidungen nachträglich nachvollziehbar. So lassen sich auch MaFo-basierte Governance-Prozesse abbilden – beispielsweise eine automatisierte Vorprüfung gegen Brandregeln mit anschließender menschlicher Freigabe. Die Grenzen bleiben klar: Modellantwort ist nicht Fakt, Persona ist kein empirischer Nachweis und Automation ist keine unbeschränkte Autonomie.</a:t>
            </a:r>
          </a:p>
          <a:p xmlns:a="http://schemas.openxmlformats.org/drawingml/2006/main">
            <a:r>
              <a:t/>
            </a:r>
          </a:p>
          <a:p xmlns:a="http://schemas.openxmlformats.org/drawingml/2006/main">
            <a:r>
              <a:t>ÜBERGANG</a:t>
            </a:r>
          </a:p>
          <a:p xmlns:a="http://schemas.openxmlformats.org/drawingml/2006/main">
            <a:r>
              <a:t>Damit Governance nicht nur formal bleibt, muss die Wirkung messbar werden.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Wir unterscheiden bewusst zwischen Produkt-KPIs und Pilot- beziehungsweise Business-KPIs. Produkt-KPIs zeigen, ob eine Fähigkeit technisch und fachlich liefert: beispielsweise Signal bis Research Brief, Evidence Coverage, Persona-Feedback, Pass-Rate, Issues oder Prüf-Coverage. Pilot-KPIs beantworten die geschäftliche Frage: Entscheiden wir schneller, validieren wir früher und reduzieren wir Freigabeschleifen oder Regressionen? Dafür behaupten wir keine pauschalen Prozentwerte. Wir messen zunächst eine Baseline im echten Prozess und legen anschließend gemeinsam einen Zielkorridor fest. So wird sichtbar, ob PLEXON tatsächlich schnelleres Entscheiden, relevantere Gestaltung und sichereres Ausspielen unterstützt.</a:t>
            </a:r>
          </a:p>
          <a:p xmlns:a="http://schemas.openxmlformats.org/drawingml/2006/main">
            <a:r>
              <a:t/>
            </a:r>
          </a:p>
          <a:p xmlns:a="http://schemas.openxmlformats.org/drawingml/2006/main">
            <a:r>
              <a:t>ÜBERGANG</a:t>
            </a:r>
          </a:p>
          <a:p xmlns:a="http://schemas.openxmlformats.org/drawingml/2006/main">
            <a:r>
              <a:t>Der sinnvollste nächste Schritt ist deshalb kein Big Bang, sondern ein klar abgegrenzter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Wir sollten nicht mit allen Apps und Integrationen gleichzeitig beginnen. Ein guter Pilot nimmt einen realen, wiederkehrenden und ausreichend relevanten Prozess mit klarer Fragestellung. Zuerst erfassen wir die Baseline und definieren, was sich verbessern soll. Dann bauen wir den kleinsten messbaren Workflow, prüfen Datenqualität, Rollen, Grenzen und Wirkung im Alltag und entscheiden anschließend mit Evidenz: skalieren, erweitern oder stoppen. Besonders geeignet ist ein Use Case, bei dem heute spürbarer Kontextverlust zwischen Research, Zielgruppe, Kreation, Marke und Qualität entsteht. Damit würde ich gern in die Diskussion gehen: Welchen konkreten Prozess nehmen wir zuerst?</a:t>
            </a:r>
          </a:p>
          <a:p xmlns:a="http://schemas.openxmlformats.org/drawingml/2006/main">
            <a:r>
              <a:t/>
            </a:r>
          </a:p>
          <a:p xmlns:a="http://schemas.openxmlformats.org/drawingml/2006/main">
            <a:r>
              <a:t>ÜBERGANG</a:t>
            </a:r>
          </a:p>
          <a:p xmlns:a="http://schemas.openxmlformats.org/drawingml/2006/main">
            <a:r>
              <a:t>Diskussion und Auswahl des Pilotprozesses.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3acbd311c349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ee45984cf64cb2" /><Relationship Type="http://schemas.openxmlformats.org/officeDocument/2006/relationships/slideLayout" Target="/ppt/slideLayouts/slideLayout1.xml" Id="Rbdcdd628edee41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cdd628edee41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585e3616d749a4" /><Relationship Type="http://schemas.openxmlformats.org/officeDocument/2006/relationships/image" Target="/ppt/media/image.png" Id="Rf329ede0295a4682" /><Relationship Type="http://schemas.openxmlformats.org/officeDocument/2006/relationships/image" Target="/ppt/media/image2.png" Id="R7a74a44f6dde4487" /><Relationship Type="http://schemas.openxmlformats.org/officeDocument/2006/relationships/notesSlide" Target="/ppt/notesSlides/notesSlide1.xml" Id="R664745b42d9a48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0dc67ac5d3418a" /><Relationship Type="http://schemas.openxmlformats.org/officeDocument/2006/relationships/image" Target="/ppt/media/image3.png" Id="R0ab2ff4a124f42b5" /><Relationship Type="http://schemas.openxmlformats.org/officeDocument/2006/relationships/notesSlide" Target="/ppt/notesSlides/notesSlide2.xml" Id="Rcf099cb627d940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85ca3b63314708" /><Relationship Type="http://schemas.openxmlformats.org/officeDocument/2006/relationships/image" Target="/ppt/media/image4.png" Id="R47d419542d4c4be3" /><Relationship Type="http://schemas.openxmlformats.org/officeDocument/2006/relationships/notesSlide" Target="/ppt/notesSlides/notesSlide3.xml" Id="R0dd096ffa17d4b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af1460cd42488f" /><Relationship Type="http://schemas.openxmlformats.org/officeDocument/2006/relationships/image" Target="/ppt/media/image5.png" Id="Ra49a0b368f3e4df9" /><Relationship Type="http://schemas.openxmlformats.org/officeDocument/2006/relationships/notesSlide" Target="/ppt/notesSlides/notesSlide4.xml" Id="Rc620de133a3841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2e8556b8a74b13" /><Relationship Type="http://schemas.openxmlformats.org/officeDocument/2006/relationships/image" Target="/ppt/media/image6.png" Id="R15d9f3b8ccd54823" /><Relationship Type="http://schemas.openxmlformats.org/officeDocument/2006/relationships/image" Target="/ppt/media/image7.png" Id="Ra5365249490645ba" /><Relationship Type="http://schemas.openxmlformats.org/officeDocument/2006/relationships/notesSlide" Target="/ppt/notesSlides/notesSlide5.xml" Id="Rb807488ef5c348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9c63fc66904e7c" /><Relationship Type="http://schemas.openxmlformats.org/officeDocument/2006/relationships/image" Target="/ppt/media/image8.png" Id="R335da5dbd7854d4d" /><Relationship Type="http://schemas.openxmlformats.org/officeDocument/2006/relationships/notesSlide" Target="/ppt/notesSlides/notesSlide6.xml" Id="Raa7280abaa774b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38933ac8294a65" /><Relationship Type="http://schemas.openxmlformats.org/officeDocument/2006/relationships/image" Target="/ppt/media/image9.png" Id="R07b6880db4c74634" /><Relationship Type="http://schemas.openxmlformats.org/officeDocument/2006/relationships/image" Target="/ppt/media/image10.png" Id="R2005d8575d9f48ba" /><Relationship Type="http://schemas.openxmlformats.org/officeDocument/2006/relationships/notesSlide" Target="/ppt/notesSlides/notesSlide7.xml" Id="Rbd8082db52344c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12c6a02c734796" /><Relationship Type="http://schemas.openxmlformats.org/officeDocument/2006/relationships/image" Target="/ppt/media/image11.png" Id="Rc6430b1c78724b73" /><Relationship Type="http://schemas.openxmlformats.org/officeDocument/2006/relationships/notesSlide" Target="/ppt/notesSlides/notesSlide8.xml" Id="R9529f77b338b4f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c597f42e4784485" /><Relationship Type="http://schemas.openxmlformats.org/officeDocument/2006/relationships/image" Target="/ppt/media/image12.png" Id="Rd30df55448504d21" /><Relationship Type="http://schemas.openxmlformats.org/officeDocument/2006/relationships/image" Target="/ppt/media/image13.png" Id="R2361daeb680b4560" /><Relationship Type="http://schemas.openxmlformats.org/officeDocument/2006/relationships/notesSlide" Target="/ppt/notesSlides/notesSlide9.xml" Id="Rae9b2b2f3b444b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a64e6d6d3c84c1d" /><Relationship Type="http://schemas.openxmlformats.org/officeDocument/2006/relationships/image" Target="/ppt/media/image11.png" Id="R78f1a13b8f494f95" /><Relationship Type="http://schemas.openxmlformats.org/officeDocument/2006/relationships/notesSlide" Target="/ppt/notesSlides/notesSlide10.xml" Id="R09616481907b4b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baa7c8d5c54dfa" /><Relationship Type="http://schemas.openxmlformats.org/officeDocument/2006/relationships/image" Target="/ppt/media/image14.png" Id="Rbbbca19852b448b5" /><Relationship Type="http://schemas.openxmlformats.org/officeDocument/2006/relationships/image" Target="/ppt/media/image15.png" Id="Rdc466ff0e0914936" /><Relationship Type="http://schemas.openxmlformats.org/officeDocument/2006/relationships/notesSlide" Target="/ppt/notesSlides/notesSlide11.xml" Id="Rb6ba765a34ee47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6501fafc8554f68" /><Relationship Type="http://schemas.openxmlformats.org/officeDocument/2006/relationships/image" Target="/ppt/media/image11.png" Id="R17eb9024c24c4c56" /><Relationship Type="http://schemas.openxmlformats.org/officeDocument/2006/relationships/notesSlide" Target="/ppt/notesSlides/notesSlide12.xml" Id="R80f07832443246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61efc975f3c4eeb" /><Relationship Type="http://schemas.openxmlformats.org/officeDocument/2006/relationships/image" Target="/ppt/media/image16.png" Id="Rcff820f9b8994eda" /><Relationship Type="http://schemas.openxmlformats.org/officeDocument/2006/relationships/image" Target="/ppt/media/image17.png" Id="Rdb9a8ca32d4a4054" /><Relationship Type="http://schemas.openxmlformats.org/officeDocument/2006/relationships/notesSlide" Target="/ppt/notesSlides/notesSlide13.xml" Id="R50e9a21fc88648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f788d9d6e74a83" /><Relationship Type="http://schemas.openxmlformats.org/officeDocument/2006/relationships/image" Target="/ppt/media/image11.png" Id="R98a91ae81e534288" /><Relationship Type="http://schemas.openxmlformats.org/officeDocument/2006/relationships/notesSlide" Target="/ppt/notesSlides/notesSlide14.xml" Id="R666e28b7494345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e1aee8437a84297" /><Relationship Type="http://schemas.openxmlformats.org/officeDocument/2006/relationships/image" Target="/ppt/media/image18.png" Id="Rf230bb45e14d4e16" /><Relationship Type="http://schemas.openxmlformats.org/officeDocument/2006/relationships/image" Target="/ppt/media/image.jpeg" Id="R29195e1698a84720" /><Relationship Type="http://schemas.openxmlformats.org/officeDocument/2006/relationships/image" Target="/ppt/media/image2.jpeg" Id="R71a8c25336654ca8" /><Relationship Type="http://schemas.openxmlformats.org/officeDocument/2006/relationships/image" Target="/ppt/media/image3.jpeg" Id="R1bff7959582a4a80" /><Relationship Type="http://schemas.openxmlformats.org/officeDocument/2006/relationships/notesSlide" Target="/ppt/notesSlides/notesSlide15.xml" Id="R945d6529e1a442f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c54887e47c4d77" /><Relationship Type="http://schemas.openxmlformats.org/officeDocument/2006/relationships/image" Target="/ppt/media/image11.png" Id="Re0938eb47c244903" /><Relationship Type="http://schemas.openxmlformats.org/officeDocument/2006/relationships/notesSlide" Target="/ppt/notesSlides/notesSlide16.xml" Id="Rd4eaf07b8f9843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9e8ad60b0324783" /><Relationship Type="http://schemas.openxmlformats.org/officeDocument/2006/relationships/image" Target="/ppt/media/image11.png" Id="R35a3c4b05e31411c" /><Relationship Type="http://schemas.openxmlformats.org/officeDocument/2006/relationships/notesSlide" Target="/ppt/notesSlides/notesSlide17.xml" Id="R409f848f8e674b7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d48a3559169401f" /><Relationship Type="http://schemas.openxmlformats.org/officeDocument/2006/relationships/image" Target="/ppt/media/image19.png" Id="R186cc961d63c491e" /><Relationship Type="http://schemas.openxmlformats.org/officeDocument/2006/relationships/notesSlide" Target="/ppt/notesSlides/notesSlide18.xml" Id="R3b828c703e9f43c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283d23fc0514c82" /><Relationship Type="http://schemas.openxmlformats.org/officeDocument/2006/relationships/image" Target="/ppt/media/image20.png" Id="R2dfadddf7eff483f" /><Relationship Type="http://schemas.openxmlformats.org/officeDocument/2006/relationships/notesSlide" Target="/ppt/notesSlides/notesSlide19.xml" Id="Rc5c18f12f6b8485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dd7e88a3fda4fe3" /><Relationship Type="http://schemas.openxmlformats.org/officeDocument/2006/relationships/image" Target="/ppt/media/image21.png" Id="R6159a7c34b5a4ed0" /><Relationship Type="http://schemas.openxmlformats.org/officeDocument/2006/relationships/notesSlide" Target="/ppt/notesSlides/notesSlide20.xml" Id="R5ba6f933943d4e6d"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329ede0295a468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5BD810-B576-41A0-A815-1620ADEC45DA}"/>
              </a:ext>
            </a:extLst>
          </p:cNvPr>
          <p:cNvSpPr>
            <a:spLocks xmlns:a="http://schemas.openxmlformats.org/drawingml/2006/main" noGrp="1"/>
          </p:cNvSpPr>
          <p:nvPr/>
        </p:nvSpPr>
        <p:spPr>
          <a:xfrm xmlns:a="http://schemas.openxmlformats.org/drawingml/2006/main">
            <a:off x="0" y="0"/>
            <a:ext cx="4953000" cy="68580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6AF27924-CBB5-4AF4-A304-A90BCA9507F0}"/>
              </a:ext>
            </a:extLst>
          </p:cNvPr>
          <p:cNvSpPr>
            <a:spLocks xmlns:a="http://schemas.openxmlformats.org/drawingml/2006/main" noGrp="1"/>
          </p:cNvSpPr>
          <p:nvPr/>
        </p:nvSpPr>
        <p:spPr>
          <a:xfrm xmlns:a="http://schemas.openxmlformats.org/drawingml/2006/main">
            <a:off x="457200" y="38100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F256B6"/>
                </a:solidFill>
                <a:latin typeface="IBM Plex Mono"/>
                <a:ea typeface="IBM Plex Mono"/>
                <a:cs typeface="IBM Plex Mono"/>
              </a:defRPr>
            </a:pPr>
            <a:r>
              <a:rPr sz="825" b="1">
                <a:solidFill>
                  <a:srgbClr val="F256B6"/>
                </a:solidFill>
                <a:latin typeface="IBM Plex Mono"/>
                <a:ea typeface="IBM Plex Mono"/>
                <a:cs typeface="IBM Plex Mono"/>
              </a:rPr>
              <a:t>PLEXON AI SUITE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a74a44f6dde4487"/>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29B4966-378C-4CD0-A093-C455CDA958EC}"/>
              </a:ext>
            </a:extLst>
          </p:cNvPr>
          <p:cNvSpPr>
            <a:spLocks xmlns:a="http://schemas.openxmlformats.org/drawingml/2006/main" noGrp="1"/>
          </p:cNvSpPr>
          <p:nvPr/>
        </p:nvSpPr>
        <p:spPr>
          <a:xfrm xmlns:a="http://schemas.openxmlformats.org/drawingml/2006/main">
            <a:off x="457200" y="1238250"/>
            <a:ext cx="4762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FFFFFF"/>
                </a:solidFill>
                <a:latin typeface="Noto Sans JP"/>
                <a:ea typeface="Noto Sans JP"/>
                <a:cs typeface="Noto Sans JP"/>
              </a:defRPr>
            </a:pPr>
            <a:r>
              <a:rPr sz="3600" b="1">
                <a:solidFill>
                  <a:srgbClr val="FFFFFF"/>
                </a:solidFill>
                <a:latin typeface="Noto Sans JP"/>
                <a:ea typeface="Noto Sans JP"/>
                <a:cs typeface="Noto Sans JP"/>
              </a:rPr>
              <a:t>Spezialisierte</a:t>
            </a:r>
          </a:p>
          <a:p xmlns:a="http://schemas.openxmlformats.org/drawingml/2006/main">
            <a:pPr algn="l">
              <a:buNone/>
              <a:defRPr sz="3600" b="1">
                <a:solidFill>
                  <a:srgbClr val="FFFFFF"/>
                </a:solidFill>
                <a:latin typeface="Noto Sans JP"/>
                <a:ea typeface="Noto Sans JP"/>
                <a:cs typeface="Noto Sans JP"/>
              </a:defRPr>
            </a:pPr>
            <a:r>
              <a:rPr sz="3600" b="1">
                <a:solidFill>
                  <a:srgbClr val="FFFFFF"/>
                </a:solidFill>
                <a:latin typeface="Noto Sans JP"/>
                <a:ea typeface="Noto Sans JP"/>
                <a:cs typeface="Noto Sans JP"/>
              </a:rPr>
              <a:t>Fähigkeiten.</a:t>
            </a:r>
          </a:p>
          <a:p xmlns:a="http://schemas.openxmlformats.org/drawingml/2006/main">
            <a:pPr algn="l">
              <a:buNone/>
              <a:defRPr sz="3600" b="1">
                <a:solidFill>
                  <a:srgbClr val="FFFFFF"/>
                </a:solidFill>
                <a:latin typeface="Noto Sans JP"/>
                <a:ea typeface="Noto Sans JP"/>
                <a:cs typeface="Noto Sans JP"/>
              </a:defRPr>
            </a:pPr>
            <a:r>
              <a:rPr sz="3600" b="1">
                <a:solidFill>
                  <a:srgbClr val="FFFFFF"/>
                </a:solidFill>
                <a:latin typeface="Noto Sans JP"/>
                <a:ea typeface="Noto Sans JP"/>
                <a:cs typeface="Noto Sans JP"/>
              </a:rPr>
              <a:t>Gemeinsame</a:t>
            </a:r>
          </a:p>
          <a:p xmlns:a="http://schemas.openxmlformats.org/drawingml/2006/main">
            <a:pPr algn="l">
              <a:buNone/>
              <a:defRPr sz="3600" b="1">
                <a:solidFill>
                  <a:srgbClr val="FFFFFF"/>
                </a:solidFill>
                <a:latin typeface="Noto Sans JP"/>
                <a:ea typeface="Noto Sans JP"/>
                <a:cs typeface="Noto Sans JP"/>
              </a:defRPr>
            </a:pPr>
            <a:r>
              <a:rPr sz="3600" b="1">
                <a:solidFill>
                  <a:srgbClr val="FFFFFF"/>
                </a:solidFill>
                <a:latin typeface="Noto Sans JP"/>
                <a:ea typeface="Noto Sans JP"/>
                <a:cs typeface="Noto Sans JP"/>
              </a:rPr>
              <a:t>Intelligenz.</a:t>
            </a:r>
          </a:p>
        </p:txBody>
      </p:sp>
      <p:sp>
        <p:nvSpPr>
          <p:cNvPr id="6" name="">
            <a:extLst xmlns:a="http://schemas.openxmlformats.org/drawingml/2006/main">
              <a:ext uri="{FF2B5EF4-FFF2-40B4-BE49-F238E27FC236}">
                <a16:creationId xmlns:a16="http://schemas.microsoft.com/office/drawing/2014/main" id="{361FC747-48CD-4DE4-A781-380FF4F3FF03}"/>
              </a:ext>
            </a:extLst>
          </p:cNvPr>
          <p:cNvSpPr>
            <a:spLocks xmlns:a="http://schemas.openxmlformats.org/drawingml/2006/main" noGrp="1"/>
          </p:cNvSpPr>
          <p:nvPr/>
        </p:nvSpPr>
        <p:spPr>
          <a:xfrm xmlns:a="http://schemas.openxmlformats.org/drawingml/2006/main">
            <a:off x="457200" y="4171950"/>
            <a:ext cx="4238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331"/>
          </a:bodyPr>
          <a:lstStyle xmlns:a="http://schemas.openxmlformats.org/drawingml/2006/main"/>
          <a:p xmlns:a="http://schemas.openxmlformats.org/drawingml/2006/main">
            <a:pPr algn="l">
              <a:buNone/>
              <a:defRPr sz="1350" b="1">
                <a:solidFill>
                  <a:srgbClr val="FFFFFF"/>
                </a:solidFill>
                <a:latin typeface="Noto Sans JP Light"/>
                <a:ea typeface="Noto Sans JP Light"/>
                <a:cs typeface="Noto Sans JP Light"/>
              </a:defRPr>
            </a:pPr>
            <a:r>
              <a:rPr sz="1350" b="1">
                <a:solidFill>
                  <a:srgbClr val="FFFFFF"/>
                </a:solidFill>
                <a:latin typeface="Noto Sans JP Light"/>
                <a:ea typeface="Noto Sans JP Light"/>
                <a:cs typeface="Noto Sans JP Light"/>
              </a:rPr>
              <a:t>PLEXON verbindet Wissen in agentischen Workflows – und macht neue Zusammenhänge nutzbar.</a:t>
            </a:r>
          </a:p>
        </p:txBody>
      </p:sp>
      <p:sp>
        <p:nvSpPr>
          <p:cNvPr id="7" name="">
            <a:extLst xmlns:a="http://schemas.openxmlformats.org/drawingml/2006/main">
              <a:ext uri="{FF2B5EF4-FFF2-40B4-BE49-F238E27FC236}">
                <a16:creationId xmlns:a16="http://schemas.microsoft.com/office/drawing/2014/main" id="{5231BEDB-86C9-41C4-A474-617164C539ED}"/>
              </a:ext>
            </a:extLst>
          </p:cNvPr>
          <p:cNvSpPr>
            <a:spLocks xmlns:a="http://schemas.openxmlformats.org/drawingml/2006/main" noGrp="1"/>
          </p:cNvSpPr>
          <p:nvPr/>
        </p:nvSpPr>
        <p:spPr>
          <a:xfrm xmlns:a="http://schemas.openxmlformats.org/drawingml/2006/main">
            <a:off x="457200" y="5334000"/>
            <a:ext cx="1619250" cy="3810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8" name="">
            <a:extLst xmlns:a="http://schemas.openxmlformats.org/drawingml/2006/main">
              <a:ext uri="{FF2B5EF4-FFF2-40B4-BE49-F238E27FC236}">
                <a16:creationId xmlns:a16="http://schemas.microsoft.com/office/drawing/2014/main" id="{C8A1ECEA-9D54-4A2F-98D3-5240CE9487A6}"/>
              </a:ext>
            </a:extLst>
          </p:cNvPr>
          <p:cNvSpPr>
            <a:spLocks xmlns:a="http://schemas.openxmlformats.org/drawingml/2006/main" noGrp="1"/>
          </p:cNvSpPr>
          <p:nvPr/>
        </p:nvSpPr>
        <p:spPr>
          <a:xfrm xmlns:a="http://schemas.openxmlformats.org/drawingml/2006/main">
            <a:off x="457200" y="55245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MSQ DX · 2026</a:t>
            </a:r>
          </a:p>
        </p:txBody>
      </p:sp>
      <p:sp>
        <p:nvSpPr>
          <p:cNvPr id="9" name="">
            <a:extLst xmlns:a="http://schemas.openxmlformats.org/drawingml/2006/main">
              <a:ext uri="{FF2B5EF4-FFF2-40B4-BE49-F238E27FC236}">
                <a16:creationId xmlns:a16="http://schemas.microsoft.com/office/drawing/2014/main" id="{843E71B6-E53A-4A96-80EB-034C687BFC26}"/>
              </a:ext>
            </a:extLst>
          </p:cNvPr>
          <p:cNvSpPr>
            <a:spLocks xmlns:a="http://schemas.openxmlformats.org/drawingml/2006/main" noGrp="1"/>
          </p:cNvSpPr>
          <p:nvPr/>
        </p:nvSpPr>
        <p:spPr>
          <a:xfrm xmlns:a="http://schemas.openxmlformats.org/drawingml/2006/main">
            <a:off x="457200" y="643890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0">
                <a:solidFill>
                  <a:srgbClr val="B9B9B9"/>
                </a:solidFill>
                <a:latin typeface="IBM Plex Mono"/>
                <a:ea typeface="IBM Plex Mono"/>
                <a:cs typeface="IBM Plex Mono"/>
              </a:defRPr>
            </a:pPr>
            <a:r>
              <a:rPr sz="675" b="0">
                <a:solidFill>
                  <a:srgbClr val="B9B9B9"/>
                </a:solidFill>
                <a:latin typeface="IBM Plex Mono"/>
                <a:ea typeface="IBM Plex Mono"/>
                <a:cs typeface="IBM Plex Mono"/>
              </a:rPr>
              <a:t>KUNDENPRÄSENTATION</a:t>
            </a:r>
          </a:p>
        </p:txBody>
      </p:sp>
    </p:spTree>
    <p:extLst>
      <p:ext uri="{BB962C8B-B14F-4D97-AF65-F5344CB8AC3E}">
        <p14:creationId xmlns:p14="http://schemas.microsoft.com/office/powerpoint/2010/main" val="17075830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4A7BDDB-C0EE-488A-B824-A8FEC89107D3}"/>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AUSGANGSLAGE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ab2ff4a124f42b5"/>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C6A54B1-BEF2-40D4-A8D8-544D483A449C}"/>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02</a:t>
            </a:r>
          </a:p>
        </p:txBody>
      </p:sp>
      <p:sp>
        <p:nvSpPr>
          <p:cNvPr id="4" name="">
            <a:extLst xmlns:a="http://schemas.openxmlformats.org/drawingml/2006/main">
              <a:ext uri="{FF2B5EF4-FFF2-40B4-BE49-F238E27FC236}">
                <a16:creationId xmlns:a16="http://schemas.microsoft.com/office/drawing/2014/main" id="{E8F2F660-14B1-4978-B477-1DFC885EDF31}"/>
              </a:ext>
            </a:extLst>
          </p:cNvPr>
          <p:cNvSpPr>
            <a:spLocks xmlns:a="http://schemas.openxmlformats.org/drawingml/2006/main" noGrp="1"/>
          </p:cNvSpPr>
          <p:nvPr/>
        </p:nvSpPr>
        <p:spPr>
          <a:xfrm xmlns:a="http://schemas.openxmlformats.org/drawingml/2006/main">
            <a:off x="457200" y="7810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Mehr Tools schaffen noch keinen gemeinsamen Kontext.</a:t>
            </a:r>
          </a:p>
        </p:txBody>
      </p:sp>
      <p:sp>
        <p:nvSpPr>
          <p:cNvPr id="5" name="">
            <a:extLst xmlns:a="http://schemas.openxmlformats.org/drawingml/2006/main">
              <a:ext uri="{FF2B5EF4-FFF2-40B4-BE49-F238E27FC236}">
                <a16:creationId xmlns:a16="http://schemas.microsoft.com/office/drawing/2014/main" id="{58BF7D2E-FE8E-4C54-87C1-66623D041980}"/>
              </a:ext>
            </a:extLst>
          </p:cNvPr>
          <p:cNvSpPr>
            <a:spLocks xmlns:a="http://schemas.openxmlformats.org/drawingml/2006/main" noGrp="1"/>
          </p:cNvSpPr>
          <p:nvPr/>
        </p:nvSpPr>
        <p:spPr>
          <a:xfrm xmlns:a="http://schemas.openxmlformats.org/drawingml/2006/main">
            <a:off x="457200" y="14859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11111"/>
                </a:solidFill>
                <a:latin typeface="Noto Sans JP Light"/>
                <a:ea typeface="Noto Sans JP Light"/>
                <a:cs typeface="Noto Sans JP Light"/>
              </a:defRPr>
            </a:pPr>
            <a:r>
              <a:rPr sz="1275" b="1">
                <a:solidFill>
                  <a:srgbClr val="111111"/>
                </a:solidFill>
                <a:latin typeface="Noto Sans JP Light"/>
                <a:ea typeface="Noto Sans JP Light"/>
                <a:cs typeface="Noto Sans JP Light"/>
              </a:rPr>
              <a:t>MaFo, Marktsignale, Brandwissen, Kreation und Qualitätsdaten liegen oft nebeneinander. Die Übergaben kosten Herkunft, Tempo und Wirkung.</a:t>
            </a:r>
          </a:p>
        </p:txBody>
      </p:sp>
      <p:sp>
        <p:nvSpPr>
          <p:cNvPr id="6" name="">
            <a:extLst xmlns:a="http://schemas.openxmlformats.org/drawingml/2006/main">
              <a:ext uri="{FF2B5EF4-FFF2-40B4-BE49-F238E27FC236}">
                <a16:creationId xmlns:a16="http://schemas.microsoft.com/office/drawing/2014/main" id="{3C45BBEF-7C39-4C6D-84F0-F707B2BAE505}"/>
              </a:ext>
            </a:extLst>
          </p:cNvPr>
          <p:cNvSpPr>
            <a:spLocks xmlns:a="http://schemas.openxmlformats.org/drawingml/2006/main" noGrp="1"/>
          </p:cNvSpPr>
          <p:nvPr/>
        </p:nvSpPr>
        <p:spPr>
          <a:xfrm xmlns:a="http://schemas.openxmlformats.org/drawingml/2006/main">
            <a:off x="2152650" y="4457700"/>
            <a:ext cx="1905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7" name="">
            <a:extLst xmlns:a="http://schemas.openxmlformats.org/drawingml/2006/main">
              <a:ext uri="{FF2B5EF4-FFF2-40B4-BE49-F238E27FC236}">
                <a16:creationId xmlns:a16="http://schemas.microsoft.com/office/drawing/2014/main" id="{19503A42-0A0C-4A7E-8208-248CABDB16C3}"/>
              </a:ext>
            </a:extLst>
          </p:cNvPr>
          <p:cNvSpPr>
            <a:spLocks xmlns:a="http://schemas.openxmlformats.org/drawingml/2006/main" noGrp="1"/>
          </p:cNvSpPr>
          <p:nvPr/>
        </p:nvSpPr>
        <p:spPr>
          <a:xfrm xmlns:a="http://schemas.openxmlformats.org/drawingml/2006/main">
            <a:off x="4095750" y="4667250"/>
            <a:ext cx="1905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6CD15978-2A0E-42F0-9719-03A4993F8CFF}"/>
              </a:ext>
            </a:extLst>
          </p:cNvPr>
          <p:cNvSpPr>
            <a:spLocks xmlns:a="http://schemas.openxmlformats.org/drawingml/2006/main" noGrp="1"/>
          </p:cNvSpPr>
          <p:nvPr/>
        </p:nvSpPr>
        <p:spPr>
          <a:xfrm xmlns:a="http://schemas.openxmlformats.org/drawingml/2006/main">
            <a:off x="6038850" y="4457700"/>
            <a:ext cx="1905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1DD04011-9359-4545-89A1-6180338AB2A6}"/>
              </a:ext>
            </a:extLst>
          </p:cNvPr>
          <p:cNvSpPr>
            <a:spLocks xmlns:a="http://schemas.openxmlformats.org/drawingml/2006/main" noGrp="1"/>
          </p:cNvSpPr>
          <p:nvPr/>
        </p:nvSpPr>
        <p:spPr>
          <a:xfrm xmlns:a="http://schemas.openxmlformats.org/drawingml/2006/main">
            <a:off x="7981950" y="4667250"/>
            <a:ext cx="1905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12E7C9CA-580E-48FD-943A-716F000BA66B}"/>
              </a:ext>
            </a:extLst>
          </p:cNvPr>
          <p:cNvSpPr>
            <a:spLocks xmlns:a="http://schemas.openxmlformats.org/drawingml/2006/main" noGrp="1"/>
          </p:cNvSpPr>
          <p:nvPr/>
        </p:nvSpPr>
        <p:spPr>
          <a:xfrm xmlns:a="http://schemas.openxmlformats.org/drawingml/2006/main">
            <a:off x="457200" y="2819400"/>
            <a:ext cx="1695450" cy="207645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11" name="">
            <a:extLst xmlns:a="http://schemas.openxmlformats.org/drawingml/2006/main">
              <a:ext uri="{FF2B5EF4-FFF2-40B4-BE49-F238E27FC236}">
                <a16:creationId xmlns:a16="http://schemas.microsoft.com/office/drawing/2014/main" id="{A274991E-B088-4B81-8302-E82CD503F5AA}"/>
              </a:ext>
            </a:extLst>
          </p:cNvPr>
          <p:cNvSpPr>
            <a:spLocks xmlns:a="http://schemas.openxmlformats.org/drawingml/2006/main" noGrp="1"/>
          </p:cNvSpPr>
          <p:nvPr/>
        </p:nvSpPr>
        <p:spPr>
          <a:xfrm xmlns:a="http://schemas.openxmlformats.org/drawingml/2006/main">
            <a:off x="609600" y="29718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686868"/>
                </a:solidFill>
                <a:latin typeface="IBM Plex Mono"/>
                <a:ea typeface="IBM Plex Mono"/>
                <a:cs typeface="IBM Plex Mono"/>
              </a:defRPr>
            </a:pPr>
            <a:r>
              <a:rPr sz="750" b="1">
                <a:solidFill>
                  <a:srgbClr val="686868"/>
                </a:solidFill>
                <a:latin typeface="IBM Plex Mono"/>
                <a:ea typeface="IBM Plex Mono"/>
                <a:cs typeface="IBM Plex Mono"/>
              </a:rPr>
              <a:t>01</a:t>
            </a:r>
          </a:p>
        </p:txBody>
      </p:sp>
      <p:sp>
        <p:nvSpPr>
          <p:cNvPr id="12" name="">
            <a:extLst xmlns:a="http://schemas.openxmlformats.org/drawingml/2006/main">
              <a:ext uri="{FF2B5EF4-FFF2-40B4-BE49-F238E27FC236}">
                <a16:creationId xmlns:a16="http://schemas.microsoft.com/office/drawing/2014/main" id="{6EDEEFCA-F47A-4753-8A04-712822240C7F}"/>
              </a:ext>
            </a:extLst>
          </p:cNvPr>
          <p:cNvSpPr>
            <a:spLocks xmlns:a="http://schemas.openxmlformats.org/drawingml/2006/main" noGrp="1"/>
          </p:cNvSpPr>
          <p:nvPr/>
        </p:nvSpPr>
        <p:spPr>
          <a:xfrm xmlns:a="http://schemas.openxmlformats.org/drawingml/2006/main">
            <a:off x="609600" y="356235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11111"/>
                </a:solidFill>
                <a:latin typeface="Noto Sans JP"/>
                <a:ea typeface="Noto Sans JP"/>
                <a:cs typeface="Noto Sans JP"/>
              </a:defRPr>
            </a:pPr>
            <a:r>
              <a:rPr sz="1875" b="1">
                <a:solidFill>
                  <a:srgbClr val="111111"/>
                </a:solidFill>
                <a:latin typeface="Noto Sans JP"/>
                <a:ea typeface="Noto Sans JP"/>
                <a:cs typeface="Noto Sans JP"/>
              </a:rPr>
              <a:t>MaFo</a:t>
            </a:r>
          </a:p>
        </p:txBody>
      </p:sp>
      <p:sp>
        <p:nvSpPr>
          <p:cNvPr id="13" name="">
            <a:extLst xmlns:a="http://schemas.openxmlformats.org/drawingml/2006/main">
              <a:ext uri="{FF2B5EF4-FFF2-40B4-BE49-F238E27FC236}">
                <a16:creationId xmlns:a16="http://schemas.microsoft.com/office/drawing/2014/main" id="{42220B02-8105-4DAB-9600-1BD012646908}"/>
              </a:ext>
            </a:extLst>
          </p:cNvPr>
          <p:cNvSpPr>
            <a:spLocks xmlns:a="http://schemas.openxmlformats.org/drawingml/2006/main" noGrp="1"/>
          </p:cNvSpPr>
          <p:nvPr/>
        </p:nvSpPr>
        <p:spPr>
          <a:xfrm xmlns:a="http://schemas.openxmlformats.org/drawingml/2006/main">
            <a:off x="609600" y="422910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686868"/>
                </a:solidFill>
                <a:latin typeface="Noto Sans JP Light"/>
                <a:ea typeface="Noto Sans JP Light"/>
                <a:cs typeface="Noto Sans JP Light"/>
              </a:defRPr>
            </a:pPr>
            <a:r>
              <a:rPr sz="975" b="1">
                <a:solidFill>
                  <a:srgbClr val="686868"/>
                </a:solidFill>
                <a:latin typeface="Noto Sans JP Light"/>
                <a:ea typeface="Noto Sans JP Light"/>
                <a:cs typeface="Noto Sans JP Light"/>
              </a:rPr>
              <a:t>Studien · Segmente</a:t>
            </a:r>
          </a:p>
        </p:txBody>
      </p:sp>
      <p:sp>
        <p:nvSpPr>
          <p:cNvPr id="14" name="">
            <a:extLst xmlns:a="http://schemas.openxmlformats.org/drawingml/2006/main">
              <a:ext uri="{FF2B5EF4-FFF2-40B4-BE49-F238E27FC236}">
                <a16:creationId xmlns:a16="http://schemas.microsoft.com/office/drawing/2014/main" id="{D5FF9C05-3DB9-46F5-9D6C-B32584C57103}"/>
              </a:ext>
            </a:extLst>
          </p:cNvPr>
          <p:cNvSpPr>
            <a:spLocks xmlns:a="http://schemas.openxmlformats.org/drawingml/2006/main" noGrp="1"/>
          </p:cNvSpPr>
          <p:nvPr/>
        </p:nvSpPr>
        <p:spPr>
          <a:xfrm xmlns:a="http://schemas.openxmlformats.org/drawingml/2006/main">
            <a:off x="2400300" y="3219450"/>
            <a:ext cx="1695450" cy="207645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15" name="">
            <a:extLst xmlns:a="http://schemas.openxmlformats.org/drawingml/2006/main">
              <a:ext uri="{FF2B5EF4-FFF2-40B4-BE49-F238E27FC236}">
                <a16:creationId xmlns:a16="http://schemas.microsoft.com/office/drawing/2014/main" id="{96CF5879-EF52-4E8A-90AD-884B0208B0BA}"/>
              </a:ext>
            </a:extLst>
          </p:cNvPr>
          <p:cNvSpPr>
            <a:spLocks xmlns:a="http://schemas.openxmlformats.org/drawingml/2006/main" noGrp="1"/>
          </p:cNvSpPr>
          <p:nvPr/>
        </p:nvSpPr>
        <p:spPr>
          <a:xfrm xmlns:a="http://schemas.openxmlformats.org/drawingml/2006/main">
            <a:off x="2552700" y="33718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686868"/>
                </a:solidFill>
                <a:latin typeface="IBM Plex Mono"/>
                <a:ea typeface="IBM Plex Mono"/>
                <a:cs typeface="IBM Plex Mono"/>
              </a:defRPr>
            </a:pPr>
            <a:r>
              <a:rPr sz="750" b="1">
                <a:solidFill>
                  <a:srgbClr val="686868"/>
                </a:solidFill>
                <a:latin typeface="IBM Plex Mono"/>
                <a:ea typeface="IBM Plex Mono"/>
                <a:cs typeface="IBM Plex Mono"/>
              </a:rPr>
              <a:t>02</a:t>
            </a:r>
          </a:p>
        </p:txBody>
      </p:sp>
      <p:sp>
        <p:nvSpPr>
          <p:cNvPr id="16" name="">
            <a:extLst xmlns:a="http://schemas.openxmlformats.org/drawingml/2006/main">
              <a:ext uri="{FF2B5EF4-FFF2-40B4-BE49-F238E27FC236}">
                <a16:creationId xmlns:a16="http://schemas.microsoft.com/office/drawing/2014/main" id="{D061170D-7861-44AD-8BFA-7FDDE8F02C3A}"/>
              </a:ext>
            </a:extLst>
          </p:cNvPr>
          <p:cNvSpPr>
            <a:spLocks xmlns:a="http://schemas.openxmlformats.org/drawingml/2006/main" noGrp="1"/>
          </p:cNvSpPr>
          <p:nvPr/>
        </p:nvSpPr>
        <p:spPr>
          <a:xfrm xmlns:a="http://schemas.openxmlformats.org/drawingml/2006/main">
            <a:off x="2552700" y="396240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11111"/>
                </a:solidFill>
                <a:latin typeface="Noto Sans JP"/>
                <a:ea typeface="Noto Sans JP"/>
                <a:cs typeface="Noto Sans JP"/>
              </a:defRPr>
            </a:pPr>
            <a:r>
              <a:rPr sz="1875" b="1">
                <a:solidFill>
                  <a:srgbClr val="111111"/>
                </a:solidFill>
                <a:latin typeface="Noto Sans JP"/>
                <a:ea typeface="Noto Sans JP"/>
                <a:cs typeface="Noto Sans JP"/>
              </a:rPr>
              <a:t>Markt</a:t>
            </a:r>
          </a:p>
        </p:txBody>
      </p:sp>
      <p:sp>
        <p:nvSpPr>
          <p:cNvPr id="17" name="">
            <a:extLst xmlns:a="http://schemas.openxmlformats.org/drawingml/2006/main">
              <a:ext uri="{FF2B5EF4-FFF2-40B4-BE49-F238E27FC236}">
                <a16:creationId xmlns:a16="http://schemas.microsoft.com/office/drawing/2014/main" id="{3B1C1899-BE44-47CB-88BB-C57B99AC7B80}"/>
              </a:ext>
            </a:extLst>
          </p:cNvPr>
          <p:cNvSpPr>
            <a:spLocks xmlns:a="http://schemas.openxmlformats.org/drawingml/2006/main" noGrp="1"/>
          </p:cNvSpPr>
          <p:nvPr/>
        </p:nvSpPr>
        <p:spPr>
          <a:xfrm xmlns:a="http://schemas.openxmlformats.org/drawingml/2006/main">
            <a:off x="2552700" y="462915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686868"/>
                </a:solidFill>
                <a:latin typeface="Noto Sans JP Light"/>
                <a:ea typeface="Noto Sans JP Light"/>
                <a:cs typeface="Noto Sans JP Light"/>
              </a:defRPr>
            </a:pPr>
            <a:r>
              <a:rPr sz="975" b="1">
                <a:solidFill>
                  <a:srgbClr val="686868"/>
                </a:solidFill>
                <a:latin typeface="Noto Sans JP Light"/>
                <a:ea typeface="Noto Sans JP Light"/>
                <a:cs typeface="Noto Sans JP Light"/>
              </a:rPr>
              <a:t>Signale · Szenarien</a:t>
            </a:r>
          </a:p>
        </p:txBody>
      </p:sp>
      <p:sp>
        <p:nvSpPr>
          <p:cNvPr id="18" name="">
            <a:extLst xmlns:a="http://schemas.openxmlformats.org/drawingml/2006/main">
              <a:ext uri="{FF2B5EF4-FFF2-40B4-BE49-F238E27FC236}">
                <a16:creationId xmlns:a16="http://schemas.microsoft.com/office/drawing/2014/main" id="{106690F9-8BD2-401C-BB7A-57A2F5F9BEC1}"/>
              </a:ext>
            </a:extLst>
          </p:cNvPr>
          <p:cNvSpPr>
            <a:spLocks xmlns:a="http://schemas.openxmlformats.org/drawingml/2006/main" noGrp="1"/>
          </p:cNvSpPr>
          <p:nvPr/>
        </p:nvSpPr>
        <p:spPr>
          <a:xfrm xmlns:a="http://schemas.openxmlformats.org/drawingml/2006/main">
            <a:off x="4343400" y="2609850"/>
            <a:ext cx="1695450" cy="2076450"/>
          </a:xfrm>
          <a:prstGeom xmlns:a="http://schemas.openxmlformats.org/drawingml/2006/main" prst="rect">
            <a:avLst/>
          </a:prstGeom>
          <a:solidFill xmlns:a="http://schemas.openxmlformats.org/drawingml/2006/main">
            <a:srgbClr val="FFD0C1"/>
          </a:solidFill>
          <a:ln xmlns:a="http://schemas.openxmlformats.org/drawingml/2006/main" w="0">
            <a:solidFill>
              <a:srgbClr val="FFD0C1"/>
            </a:solidFill>
            <a:prstDash val="solid"/>
          </a:ln>
        </p:spPr>
      </p:sp>
      <p:sp>
        <p:nvSpPr>
          <p:cNvPr id="19" name="">
            <a:extLst xmlns:a="http://schemas.openxmlformats.org/drawingml/2006/main">
              <a:ext uri="{FF2B5EF4-FFF2-40B4-BE49-F238E27FC236}">
                <a16:creationId xmlns:a16="http://schemas.microsoft.com/office/drawing/2014/main" id="{A92D47CC-B74B-4A3F-8C17-CC2BE9D77E34}"/>
              </a:ext>
            </a:extLst>
          </p:cNvPr>
          <p:cNvSpPr>
            <a:spLocks xmlns:a="http://schemas.openxmlformats.org/drawingml/2006/main" noGrp="1"/>
          </p:cNvSpPr>
          <p:nvPr/>
        </p:nvSpPr>
        <p:spPr>
          <a:xfrm xmlns:a="http://schemas.openxmlformats.org/drawingml/2006/main">
            <a:off x="4495800" y="27622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686868"/>
                </a:solidFill>
                <a:latin typeface="IBM Plex Mono"/>
                <a:ea typeface="IBM Plex Mono"/>
                <a:cs typeface="IBM Plex Mono"/>
              </a:defRPr>
            </a:pPr>
            <a:r>
              <a:rPr sz="750" b="1">
                <a:solidFill>
                  <a:srgbClr val="686868"/>
                </a:solidFill>
                <a:latin typeface="IBM Plex Mono"/>
                <a:ea typeface="IBM Plex Mono"/>
                <a:cs typeface="IBM Plex Mono"/>
              </a:rPr>
              <a:t>03</a:t>
            </a:r>
          </a:p>
        </p:txBody>
      </p:sp>
      <p:sp>
        <p:nvSpPr>
          <p:cNvPr id="20" name="">
            <a:extLst xmlns:a="http://schemas.openxmlformats.org/drawingml/2006/main">
              <a:ext uri="{FF2B5EF4-FFF2-40B4-BE49-F238E27FC236}">
                <a16:creationId xmlns:a16="http://schemas.microsoft.com/office/drawing/2014/main" id="{4BEB5435-A8E3-4029-93D4-537906B05432}"/>
              </a:ext>
            </a:extLst>
          </p:cNvPr>
          <p:cNvSpPr>
            <a:spLocks xmlns:a="http://schemas.openxmlformats.org/drawingml/2006/main" noGrp="1"/>
          </p:cNvSpPr>
          <p:nvPr/>
        </p:nvSpPr>
        <p:spPr>
          <a:xfrm xmlns:a="http://schemas.openxmlformats.org/drawingml/2006/main">
            <a:off x="4495800" y="335280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11111"/>
                </a:solidFill>
                <a:latin typeface="Noto Sans JP"/>
                <a:ea typeface="Noto Sans JP"/>
                <a:cs typeface="Noto Sans JP"/>
              </a:defRPr>
            </a:pPr>
            <a:r>
              <a:rPr sz="1875" b="1">
                <a:solidFill>
                  <a:srgbClr val="111111"/>
                </a:solidFill>
                <a:latin typeface="Noto Sans JP"/>
                <a:ea typeface="Noto Sans JP"/>
                <a:cs typeface="Noto Sans JP"/>
              </a:rPr>
              <a:t>Marke</a:t>
            </a:r>
          </a:p>
        </p:txBody>
      </p:sp>
      <p:sp>
        <p:nvSpPr>
          <p:cNvPr id="21" name="">
            <a:extLst xmlns:a="http://schemas.openxmlformats.org/drawingml/2006/main">
              <a:ext uri="{FF2B5EF4-FFF2-40B4-BE49-F238E27FC236}">
                <a16:creationId xmlns:a16="http://schemas.microsoft.com/office/drawing/2014/main" id="{1F54FEE6-D084-4B70-B3CA-6608623F4EFE}"/>
              </a:ext>
            </a:extLst>
          </p:cNvPr>
          <p:cNvSpPr>
            <a:spLocks xmlns:a="http://schemas.openxmlformats.org/drawingml/2006/main" noGrp="1"/>
          </p:cNvSpPr>
          <p:nvPr/>
        </p:nvSpPr>
        <p:spPr>
          <a:xfrm xmlns:a="http://schemas.openxmlformats.org/drawingml/2006/main">
            <a:off x="4495800" y="401955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686868"/>
                </a:solidFill>
                <a:latin typeface="Noto Sans JP Light"/>
                <a:ea typeface="Noto Sans JP Light"/>
                <a:cs typeface="Noto Sans JP Light"/>
              </a:defRPr>
            </a:pPr>
            <a:r>
              <a:rPr sz="975" b="1">
                <a:solidFill>
                  <a:srgbClr val="686868"/>
                </a:solidFill>
                <a:latin typeface="Noto Sans JP Light"/>
                <a:ea typeface="Noto Sans JP Light"/>
                <a:cs typeface="Noto Sans JP Light"/>
              </a:rPr>
              <a:t>Regeln · Assets</a:t>
            </a:r>
          </a:p>
        </p:txBody>
      </p:sp>
      <p:sp>
        <p:nvSpPr>
          <p:cNvPr id="22" name="">
            <a:extLst xmlns:a="http://schemas.openxmlformats.org/drawingml/2006/main">
              <a:ext uri="{FF2B5EF4-FFF2-40B4-BE49-F238E27FC236}">
                <a16:creationId xmlns:a16="http://schemas.microsoft.com/office/drawing/2014/main" id="{C31F40AC-C7E8-4715-897A-A4417F2A72B5}"/>
              </a:ext>
            </a:extLst>
          </p:cNvPr>
          <p:cNvSpPr>
            <a:spLocks xmlns:a="http://schemas.openxmlformats.org/drawingml/2006/main" noGrp="1"/>
          </p:cNvSpPr>
          <p:nvPr/>
        </p:nvSpPr>
        <p:spPr>
          <a:xfrm xmlns:a="http://schemas.openxmlformats.org/drawingml/2006/main">
            <a:off x="6286500" y="3124200"/>
            <a:ext cx="1695450" cy="2076450"/>
          </a:xfrm>
          <a:prstGeom xmlns:a="http://schemas.openxmlformats.org/drawingml/2006/main" prst="rect">
            <a:avLst/>
          </a:prstGeom>
          <a:solidFill xmlns:a="http://schemas.openxmlformats.org/drawingml/2006/main">
            <a:srgbClr val="FFF8AA"/>
          </a:solidFill>
          <a:ln xmlns:a="http://schemas.openxmlformats.org/drawingml/2006/main" w="0">
            <a:solidFill>
              <a:srgbClr val="FFF8AA"/>
            </a:solidFill>
            <a:prstDash val="solid"/>
          </a:ln>
        </p:spPr>
      </p:sp>
      <p:sp>
        <p:nvSpPr>
          <p:cNvPr id="23" name="">
            <a:extLst xmlns:a="http://schemas.openxmlformats.org/drawingml/2006/main">
              <a:ext uri="{FF2B5EF4-FFF2-40B4-BE49-F238E27FC236}">
                <a16:creationId xmlns:a16="http://schemas.microsoft.com/office/drawing/2014/main" id="{91723DD8-65C3-4B4F-ADBF-194C66155E43}"/>
              </a:ext>
            </a:extLst>
          </p:cNvPr>
          <p:cNvSpPr>
            <a:spLocks xmlns:a="http://schemas.openxmlformats.org/drawingml/2006/main" noGrp="1"/>
          </p:cNvSpPr>
          <p:nvPr/>
        </p:nvSpPr>
        <p:spPr>
          <a:xfrm xmlns:a="http://schemas.openxmlformats.org/drawingml/2006/main">
            <a:off x="6438900" y="32766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686868"/>
                </a:solidFill>
                <a:latin typeface="IBM Plex Mono"/>
                <a:ea typeface="IBM Plex Mono"/>
                <a:cs typeface="IBM Plex Mono"/>
              </a:defRPr>
            </a:pPr>
            <a:r>
              <a:rPr sz="750" b="1">
                <a:solidFill>
                  <a:srgbClr val="686868"/>
                </a:solidFill>
                <a:latin typeface="IBM Plex Mono"/>
                <a:ea typeface="IBM Plex Mono"/>
                <a:cs typeface="IBM Plex Mono"/>
              </a:rPr>
              <a:t>04</a:t>
            </a:r>
          </a:p>
        </p:txBody>
      </p:sp>
      <p:sp>
        <p:nvSpPr>
          <p:cNvPr id="24" name="">
            <a:extLst xmlns:a="http://schemas.openxmlformats.org/drawingml/2006/main">
              <a:ext uri="{FF2B5EF4-FFF2-40B4-BE49-F238E27FC236}">
                <a16:creationId xmlns:a16="http://schemas.microsoft.com/office/drawing/2014/main" id="{3400CBB1-FAE1-4CCC-9681-F16AEDA74F51}"/>
              </a:ext>
            </a:extLst>
          </p:cNvPr>
          <p:cNvSpPr>
            <a:spLocks xmlns:a="http://schemas.openxmlformats.org/drawingml/2006/main" noGrp="1"/>
          </p:cNvSpPr>
          <p:nvPr/>
        </p:nvSpPr>
        <p:spPr>
          <a:xfrm xmlns:a="http://schemas.openxmlformats.org/drawingml/2006/main">
            <a:off x="6438900" y="386715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11111"/>
                </a:solidFill>
                <a:latin typeface="Noto Sans JP"/>
                <a:ea typeface="Noto Sans JP"/>
                <a:cs typeface="Noto Sans JP"/>
              </a:defRPr>
            </a:pPr>
            <a:r>
              <a:rPr sz="1875" b="1">
                <a:solidFill>
                  <a:srgbClr val="111111"/>
                </a:solidFill>
                <a:latin typeface="Noto Sans JP"/>
                <a:ea typeface="Noto Sans JP"/>
                <a:cs typeface="Noto Sans JP"/>
              </a:rPr>
              <a:t>Kreation</a:t>
            </a:r>
          </a:p>
        </p:txBody>
      </p:sp>
      <p:sp>
        <p:nvSpPr>
          <p:cNvPr id="25" name="">
            <a:extLst xmlns:a="http://schemas.openxmlformats.org/drawingml/2006/main">
              <a:ext uri="{FF2B5EF4-FFF2-40B4-BE49-F238E27FC236}">
                <a16:creationId xmlns:a16="http://schemas.microsoft.com/office/drawing/2014/main" id="{94606B61-EFC4-4540-A68B-D87AE7500E33}"/>
              </a:ext>
            </a:extLst>
          </p:cNvPr>
          <p:cNvSpPr>
            <a:spLocks xmlns:a="http://schemas.openxmlformats.org/drawingml/2006/main" noGrp="1"/>
          </p:cNvSpPr>
          <p:nvPr/>
        </p:nvSpPr>
        <p:spPr>
          <a:xfrm xmlns:a="http://schemas.openxmlformats.org/drawingml/2006/main">
            <a:off x="6438900" y="453390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686868"/>
                </a:solidFill>
                <a:latin typeface="Noto Sans JP Light"/>
                <a:ea typeface="Noto Sans JP Light"/>
                <a:cs typeface="Noto Sans JP Light"/>
              </a:defRPr>
            </a:pPr>
            <a:r>
              <a:rPr sz="975" b="1">
                <a:solidFill>
                  <a:srgbClr val="686868"/>
                </a:solidFill>
                <a:latin typeface="Noto Sans JP Light"/>
                <a:ea typeface="Noto Sans JP Light"/>
                <a:cs typeface="Noto Sans JP Light"/>
              </a:rPr>
              <a:t>Ideen · Prototypen</a:t>
            </a:r>
          </a:p>
        </p:txBody>
      </p:sp>
      <p:sp>
        <p:nvSpPr>
          <p:cNvPr id="26" name="">
            <a:extLst xmlns:a="http://schemas.openxmlformats.org/drawingml/2006/main">
              <a:ext uri="{FF2B5EF4-FFF2-40B4-BE49-F238E27FC236}">
                <a16:creationId xmlns:a16="http://schemas.microsoft.com/office/drawing/2014/main" id="{4FC321F7-3EC8-4B09-BDD2-7F3A2C16D0D5}"/>
              </a:ext>
            </a:extLst>
          </p:cNvPr>
          <p:cNvSpPr>
            <a:spLocks xmlns:a="http://schemas.openxmlformats.org/drawingml/2006/main" noGrp="1"/>
          </p:cNvSpPr>
          <p:nvPr/>
        </p:nvSpPr>
        <p:spPr>
          <a:xfrm xmlns:a="http://schemas.openxmlformats.org/drawingml/2006/main">
            <a:off x="8229600" y="2743200"/>
            <a:ext cx="1695450" cy="20764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2940AAE0-DC5F-4541-A484-EFA1CC195E93}"/>
              </a:ext>
            </a:extLst>
          </p:cNvPr>
          <p:cNvSpPr>
            <a:spLocks xmlns:a="http://schemas.openxmlformats.org/drawingml/2006/main" noGrp="1"/>
          </p:cNvSpPr>
          <p:nvPr/>
        </p:nvSpPr>
        <p:spPr>
          <a:xfrm xmlns:a="http://schemas.openxmlformats.org/drawingml/2006/main">
            <a:off x="8382000" y="28956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05</a:t>
            </a:r>
          </a:p>
        </p:txBody>
      </p:sp>
      <p:sp>
        <p:nvSpPr>
          <p:cNvPr id="28" name="">
            <a:extLst xmlns:a="http://schemas.openxmlformats.org/drawingml/2006/main">
              <a:ext uri="{FF2B5EF4-FFF2-40B4-BE49-F238E27FC236}">
                <a16:creationId xmlns:a16="http://schemas.microsoft.com/office/drawing/2014/main" id="{668BB84C-61DD-4B5B-9703-7E2D96E324A4}"/>
              </a:ext>
            </a:extLst>
          </p:cNvPr>
          <p:cNvSpPr>
            <a:spLocks xmlns:a="http://schemas.openxmlformats.org/drawingml/2006/main" noGrp="1"/>
          </p:cNvSpPr>
          <p:nvPr/>
        </p:nvSpPr>
        <p:spPr>
          <a:xfrm xmlns:a="http://schemas.openxmlformats.org/drawingml/2006/main">
            <a:off x="8382000" y="348615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FFFFFF"/>
                </a:solidFill>
                <a:latin typeface="Noto Sans JP"/>
                <a:ea typeface="Noto Sans JP"/>
                <a:cs typeface="Noto Sans JP"/>
              </a:defRPr>
            </a:pPr>
            <a:r>
              <a:rPr sz="1875" b="1">
                <a:solidFill>
                  <a:srgbClr val="FFFFFF"/>
                </a:solidFill>
                <a:latin typeface="Noto Sans JP"/>
                <a:ea typeface="Noto Sans JP"/>
                <a:cs typeface="Noto Sans JP"/>
              </a:rPr>
              <a:t>Qualität</a:t>
            </a:r>
          </a:p>
        </p:txBody>
      </p:sp>
      <p:sp>
        <p:nvSpPr>
          <p:cNvPr id="29" name="">
            <a:extLst xmlns:a="http://schemas.openxmlformats.org/drawingml/2006/main">
              <a:ext uri="{FF2B5EF4-FFF2-40B4-BE49-F238E27FC236}">
                <a16:creationId xmlns:a16="http://schemas.microsoft.com/office/drawing/2014/main" id="{39993E00-D925-463B-A57C-8D23CBC11CCA}"/>
              </a:ext>
            </a:extLst>
          </p:cNvPr>
          <p:cNvSpPr>
            <a:spLocks xmlns:a="http://schemas.openxmlformats.org/drawingml/2006/main" noGrp="1"/>
          </p:cNvSpPr>
          <p:nvPr/>
        </p:nvSpPr>
        <p:spPr>
          <a:xfrm xmlns:a="http://schemas.openxmlformats.org/drawingml/2006/main">
            <a:off x="8382000" y="415290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FFFFFF"/>
                </a:solidFill>
                <a:latin typeface="Noto Sans JP Light"/>
                <a:ea typeface="Noto Sans JP Light"/>
                <a:cs typeface="Noto Sans JP Light"/>
              </a:defRPr>
            </a:pPr>
            <a:r>
              <a:rPr sz="975" b="1">
                <a:solidFill>
                  <a:srgbClr val="FFFFFF"/>
                </a:solidFill>
                <a:latin typeface="Noto Sans JP Light"/>
                <a:ea typeface="Noto Sans JP Light"/>
                <a:cs typeface="Noto Sans JP Light"/>
              </a:rPr>
              <a:t>SEO · GEO · Content</a:t>
            </a:r>
          </a:p>
        </p:txBody>
      </p:sp>
      <p:sp>
        <p:nvSpPr>
          <p:cNvPr id="30" name="">
            <a:extLst xmlns:a="http://schemas.openxmlformats.org/drawingml/2006/main">
              <a:ext uri="{FF2B5EF4-FFF2-40B4-BE49-F238E27FC236}">
                <a16:creationId xmlns:a16="http://schemas.microsoft.com/office/drawing/2014/main" id="{7D6BF639-5ABB-40B0-87B6-AF86B7039222}"/>
              </a:ext>
            </a:extLst>
          </p:cNvPr>
          <p:cNvSpPr>
            <a:spLocks xmlns:a="http://schemas.openxmlformats.org/drawingml/2006/main" noGrp="1"/>
          </p:cNvSpPr>
          <p:nvPr/>
        </p:nvSpPr>
        <p:spPr>
          <a:xfrm xmlns:a="http://schemas.openxmlformats.org/drawingml/2006/main">
            <a:off x="10191750" y="2819400"/>
            <a:ext cx="1543050" cy="238125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31" name="">
            <a:extLst xmlns:a="http://schemas.openxmlformats.org/drawingml/2006/main">
              <a:ext uri="{FF2B5EF4-FFF2-40B4-BE49-F238E27FC236}">
                <a16:creationId xmlns:a16="http://schemas.microsoft.com/office/drawing/2014/main" id="{E7E14C85-15DC-4EC1-8300-CB1D7E8F996F}"/>
              </a:ext>
            </a:extLst>
          </p:cNvPr>
          <p:cNvSpPr>
            <a:spLocks xmlns:a="http://schemas.openxmlformats.org/drawingml/2006/main" noGrp="1"/>
          </p:cNvSpPr>
          <p:nvPr/>
        </p:nvSpPr>
        <p:spPr>
          <a:xfrm xmlns:a="http://schemas.openxmlformats.org/drawingml/2006/main">
            <a:off x="10334625" y="3219450"/>
            <a:ext cx="1257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a:solidFill>
                  <a:srgbClr val="111111"/>
                </a:solidFill>
                <a:latin typeface="Noto Sans JP"/>
                <a:ea typeface="Noto Sans JP"/>
                <a:cs typeface="Noto Sans JP"/>
              </a:defRPr>
            </a:pPr>
            <a:r>
              <a:rPr sz="1650" b="1">
                <a:solidFill>
                  <a:srgbClr val="111111"/>
                </a:solidFill>
                <a:latin typeface="Noto Sans JP"/>
                <a:ea typeface="Noto Sans JP"/>
                <a:cs typeface="Noto Sans JP"/>
              </a:rPr>
              <a:t>KONTEXT</a:t>
            </a:r>
          </a:p>
          <a:p xmlns:a="http://schemas.openxmlformats.org/drawingml/2006/main">
            <a:pPr algn="ctr">
              <a:buNone/>
              <a:defRPr sz="1650" b="1">
                <a:solidFill>
                  <a:srgbClr val="111111"/>
                </a:solidFill>
                <a:latin typeface="Noto Sans JP"/>
                <a:ea typeface="Noto Sans JP"/>
                <a:cs typeface="Noto Sans JP"/>
              </a:defRPr>
            </a:pPr>
            <a:r>
              <a:rPr sz="1650" b="1">
                <a:solidFill>
                  <a:srgbClr val="111111"/>
                </a:solidFill>
                <a:latin typeface="Noto Sans JP"/>
                <a:ea typeface="Noto Sans JP"/>
                <a:cs typeface="Noto Sans JP"/>
              </a:rPr>
              <a:t>VERLUST</a:t>
            </a:r>
          </a:p>
        </p:txBody>
      </p:sp>
      <p:sp>
        <p:nvSpPr>
          <p:cNvPr id="32" name="">
            <a:extLst xmlns:a="http://schemas.openxmlformats.org/drawingml/2006/main">
              <a:ext uri="{FF2B5EF4-FFF2-40B4-BE49-F238E27FC236}">
                <a16:creationId xmlns:a16="http://schemas.microsoft.com/office/drawing/2014/main" id="{8D439665-5770-4F5A-AFFA-217DC39B23D9}"/>
              </a:ext>
            </a:extLst>
          </p:cNvPr>
          <p:cNvSpPr>
            <a:spLocks xmlns:a="http://schemas.openxmlformats.org/drawingml/2006/main" noGrp="1"/>
          </p:cNvSpPr>
          <p:nvPr/>
        </p:nvSpPr>
        <p:spPr>
          <a:xfrm xmlns:a="http://schemas.openxmlformats.org/drawingml/2006/main">
            <a:off x="10401300" y="43053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975" b="1">
                <a:solidFill>
                  <a:srgbClr val="111111"/>
                </a:solidFill>
                <a:latin typeface="IBM Plex Mono"/>
                <a:ea typeface="IBM Plex Mono"/>
                <a:cs typeface="IBM Plex Mono"/>
              </a:defRPr>
            </a:pPr>
            <a:r>
              <a:rPr sz="975" b="1">
                <a:solidFill>
                  <a:srgbClr val="111111"/>
                </a:solidFill>
                <a:latin typeface="IBM Plex Mono"/>
                <a:ea typeface="IBM Plex Mono"/>
                <a:cs typeface="IBM Plex Mono"/>
              </a:rPr>
              <a:t>an jeder</a:t>
            </a:r>
          </a:p>
          <a:p xmlns:a="http://schemas.openxmlformats.org/drawingml/2006/main">
            <a:pPr algn="ctr">
              <a:buNone/>
              <a:defRPr sz="975" b="1">
                <a:solidFill>
                  <a:srgbClr val="111111"/>
                </a:solidFill>
                <a:latin typeface="IBM Plex Mono"/>
                <a:ea typeface="IBM Plex Mono"/>
                <a:cs typeface="IBM Plex Mono"/>
              </a:defRPr>
            </a:pPr>
            <a:r>
              <a:rPr sz="975" b="1">
                <a:solidFill>
                  <a:srgbClr val="111111"/>
                </a:solidFill>
                <a:latin typeface="IBM Plex Mono"/>
                <a:ea typeface="IBM Plex Mono"/>
                <a:cs typeface="IBM Plex Mono"/>
              </a:rPr>
              <a:t>Übergabe</a:t>
            </a:r>
          </a:p>
        </p:txBody>
      </p:sp>
      <p:sp>
        <p:nvSpPr>
          <p:cNvPr id="33" name="">
            <a:extLst xmlns:a="http://schemas.openxmlformats.org/drawingml/2006/main">
              <a:ext uri="{FF2B5EF4-FFF2-40B4-BE49-F238E27FC236}">
                <a16:creationId xmlns:a16="http://schemas.microsoft.com/office/drawing/2014/main" id="{769B3038-5CF4-4BB1-BDC3-90A2B9E215DA}"/>
              </a:ext>
            </a:extLst>
          </p:cNvPr>
          <p:cNvSpPr>
            <a:spLocks xmlns:a="http://schemas.openxmlformats.org/drawingml/2006/main" noGrp="1"/>
          </p:cNvSpPr>
          <p:nvPr/>
        </p:nvSpPr>
        <p:spPr>
          <a:xfrm xmlns:a="http://schemas.openxmlformats.org/drawingml/2006/main">
            <a:off x="457200" y="5905500"/>
            <a:ext cx="990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Das Problem ist nicht das einzelne Tool. Sondern der fehlende gemeinsame Arbeitskreislauf.</a:t>
            </a:r>
          </a:p>
        </p:txBody>
      </p:sp>
    </p:spTree>
    <p:extLst>
      <p:ext uri="{BB962C8B-B14F-4D97-AF65-F5344CB8AC3E}">
        <p14:creationId xmlns:p14="http://schemas.microsoft.com/office/powerpoint/2010/main" val="867621835"/>
      </p:ext>
    </p:extLst>
  </p:cSld>
</p:sld>
</file>

<file path=ppt/slides/slide3.xml><?xml version="1.0" encoding="utf-8"?>
<p:sld xmlns:p="http://schemas.openxmlformats.org/presentationml/2006/main">
  <p:cSld>
    <p:bg>
      <p:bgPr>
        <a:solidFill xmlns:a="http://schemas.openxmlformats.org/drawingml/2006/main">
          <a:srgbClr val="F256B6"/>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AA25DC9-7495-41BF-A780-2C857133E5C2}"/>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HERO USE CASE</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7d419542d4c4be3"/>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032C297-34A9-4423-9E80-A329253E9B64}"/>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03</a:t>
            </a:r>
          </a:p>
        </p:txBody>
      </p:sp>
      <p:sp>
        <p:nvSpPr>
          <p:cNvPr id="4" name="">
            <a:extLst xmlns:a="http://schemas.openxmlformats.org/drawingml/2006/main">
              <a:ext uri="{FF2B5EF4-FFF2-40B4-BE49-F238E27FC236}">
                <a16:creationId xmlns:a16="http://schemas.microsoft.com/office/drawing/2014/main" id="{A47A6B76-5279-4261-9A6C-D80DF956DBFB}"/>
              </a:ext>
            </a:extLst>
          </p:cNvPr>
          <p:cNvSpPr>
            <a:spLocks xmlns:a="http://schemas.openxmlformats.org/drawingml/2006/main" noGrp="1"/>
          </p:cNvSpPr>
          <p:nvPr/>
        </p:nvSpPr>
        <p:spPr>
          <a:xfrm xmlns:a="http://schemas.openxmlformats.org/drawingml/2006/main">
            <a:off x="45720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75" b="1">
                <a:solidFill>
                  <a:srgbClr val="111111"/>
                </a:solidFill>
                <a:latin typeface="Noto Sans JP"/>
                <a:ea typeface="Noto Sans JP"/>
                <a:cs typeface="Noto Sans JP"/>
              </a:defRPr>
            </a:pPr>
            <a:r>
              <a:rPr sz="2775" b="1">
                <a:solidFill>
                  <a:srgbClr val="111111"/>
                </a:solidFill>
                <a:latin typeface="Noto Sans JP"/>
                <a:ea typeface="Noto Sans JP"/>
                <a:cs typeface="Noto Sans JP"/>
              </a:rPr>
              <a:t>Vom Signal oder Briefing zur optimierten Landingpage.</a:t>
            </a:r>
          </a:p>
        </p:txBody>
      </p:sp>
      <p:sp>
        <p:nvSpPr>
          <p:cNvPr id="5" name="">
            <a:extLst xmlns:a="http://schemas.openxmlformats.org/drawingml/2006/main">
              <a:ext uri="{FF2B5EF4-FFF2-40B4-BE49-F238E27FC236}">
                <a16:creationId xmlns:a16="http://schemas.microsoft.com/office/drawing/2014/main" id="{BD8D0968-F0C5-4951-850E-4C582A22F317}"/>
              </a:ext>
            </a:extLst>
          </p:cNvPr>
          <p:cNvSpPr>
            <a:spLocks xmlns:a="http://schemas.openxmlformats.org/drawingml/2006/main" noGrp="1"/>
          </p:cNvSpPr>
          <p:nvPr/>
        </p:nvSpPr>
        <p:spPr>
          <a:xfrm xmlns:a="http://schemas.openxmlformats.org/drawingml/2006/main">
            <a:off x="457200" y="14287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111111"/>
                </a:solidFill>
                <a:latin typeface="Noto Sans JP Light"/>
                <a:ea typeface="Noto Sans JP Light"/>
                <a:cs typeface="Noto Sans JP Light"/>
              </a:defRPr>
            </a:pPr>
            <a:r>
              <a:rPr sz="1200" b="1">
                <a:solidFill>
                  <a:srgbClr val="111111"/>
                </a:solidFill>
                <a:latin typeface="Noto Sans JP Light"/>
                <a:ea typeface="Noto Sans JP Light"/>
                <a:cs typeface="Noto Sans JP Light"/>
              </a:rPr>
              <a:t>Zwei Einstiegspunkte. Ein gemeinsamer Kontext. Nur die Fähigkeiten, die der Use Case wirklich braucht.</a:t>
            </a:r>
          </a:p>
        </p:txBody>
      </p:sp>
      <p:sp>
        <p:nvSpPr>
          <p:cNvPr id="6" name="">
            <a:extLst xmlns:a="http://schemas.openxmlformats.org/drawingml/2006/main">
              <a:ext uri="{FF2B5EF4-FFF2-40B4-BE49-F238E27FC236}">
                <a16:creationId xmlns:a16="http://schemas.microsoft.com/office/drawing/2014/main" id="{6306815A-EE15-4D0E-ABF4-82AD28DF5571}"/>
              </a:ext>
            </a:extLst>
          </p:cNvPr>
          <p:cNvSpPr>
            <a:spLocks xmlns:a="http://schemas.openxmlformats.org/drawingml/2006/main" noGrp="1"/>
          </p:cNvSpPr>
          <p:nvPr/>
        </p:nvSpPr>
        <p:spPr>
          <a:xfrm xmlns:a="http://schemas.openxmlformats.org/drawingml/2006/main">
            <a:off x="2152650" y="2914650"/>
            <a:ext cx="1238250" cy="571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301F2D17-2742-4AA0-AC55-8DEADD36F555}"/>
              </a:ext>
            </a:extLst>
          </p:cNvPr>
          <p:cNvSpPr>
            <a:spLocks xmlns:a="http://schemas.openxmlformats.org/drawingml/2006/main" noGrp="1"/>
          </p:cNvSpPr>
          <p:nvPr/>
        </p:nvSpPr>
        <p:spPr>
          <a:xfrm xmlns:a="http://schemas.openxmlformats.org/drawingml/2006/main">
            <a:off x="2152650" y="4591050"/>
            <a:ext cx="1238250" cy="571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7281A5AC-5DB5-486B-AD18-F35E90F2572F}"/>
              </a:ext>
            </a:extLst>
          </p:cNvPr>
          <p:cNvSpPr>
            <a:spLocks xmlns:a="http://schemas.openxmlformats.org/drawingml/2006/main" noGrp="1"/>
          </p:cNvSpPr>
          <p:nvPr/>
        </p:nvSpPr>
        <p:spPr>
          <a:xfrm xmlns:a="http://schemas.openxmlformats.org/drawingml/2006/main">
            <a:off x="3390900" y="2914650"/>
            <a:ext cx="457200" cy="17335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05630C7-D61E-4C55-8B1D-1D3CB0AC67CC}"/>
              </a:ext>
            </a:extLst>
          </p:cNvPr>
          <p:cNvSpPr>
            <a:spLocks xmlns:a="http://schemas.openxmlformats.org/drawingml/2006/main" noGrp="1"/>
          </p:cNvSpPr>
          <p:nvPr/>
        </p:nvSpPr>
        <p:spPr>
          <a:xfrm xmlns:a="http://schemas.openxmlformats.org/drawingml/2006/main">
            <a:off x="3848100" y="3752850"/>
            <a:ext cx="1866900" cy="571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AEF314D4-4531-4340-A479-C284036C4A4F}"/>
              </a:ext>
            </a:extLst>
          </p:cNvPr>
          <p:cNvSpPr>
            <a:spLocks xmlns:a="http://schemas.openxmlformats.org/drawingml/2006/main" noGrp="1"/>
          </p:cNvSpPr>
          <p:nvPr/>
        </p:nvSpPr>
        <p:spPr>
          <a:xfrm xmlns:a="http://schemas.openxmlformats.org/drawingml/2006/main">
            <a:off x="5715000" y="3752850"/>
            <a:ext cx="3429000" cy="571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530E441-D47B-4B91-ACEF-5DA9DD332B28}"/>
              </a:ext>
            </a:extLst>
          </p:cNvPr>
          <p:cNvSpPr>
            <a:spLocks xmlns:a="http://schemas.openxmlformats.org/drawingml/2006/main" noGrp="1"/>
          </p:cNvSpPr>
          <p:nvPr/>
        </p:nvSpPr>
        <p:spPr>
          <a:xfrm xmlns:a="http://schemas.openxmlformats.org/drawingml/2006/main">
            <a:off x="8915400" y="3476625"/>
            <a:ext cx="55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2700" b="1">
                <a:solidFill>
                  <a:srgbClr val="111111"/>
                </a:solidFill>
                <a:latin typeface="Noto Sans JP"/>
                <a:ea typeface="Noto Sans JP"/>
                <a:cs typeface="Noto Sans JP"/>
              </a:defRPr>
            </a:pPr>
            <a:r>
              <a:rPr sz="2700" b="1">
                <a:solidFill>
                  <a:srgbClr val="111111"/>
                </a:solidFill>
                <a:latin typeface="Noto Sans JP"/>
                <a:ea typeface="Noto Sans JP"/>
                <a:cs typeface="Noto Sans JP"/>
              </a:rPr>
              <a:t>→</a:t>
            </a:r>
          </a:p>
        </p:txBody>
      </p:sp>
      <p:sp>
        <p:nvSpPr>
          <p:cNvPr id="12" name="">
            <a:extLst xmlns:a="http://schemas.openxmlformats.org/drawingml/2006/main">
              <a:ext uri="{FF2B5EF4-FFF2-40B4-BE49-F238E27FC236}">
                <a16:creationId xmlns:a16="http://schemas.microsoft.com/office/drawing/2014/main" id="{B6409B0D-4D0E-4FC5-813F-20C135068F98}"/>
              </a:ext>
            </a:extLst>
          </p:cNvPr>
          <p:cNvSpPr>
            <a:spLocks xmlns:a="http://schemas.openxmlformats.org/drawingml/2006/main" noGrp="1"/>
          </p:cNvSpPr>
          <p:nvPr/>
        </p:nvSpPr>
        <p:spPr>
          <a:xfrm xmlns:a="http://schemas.openxmlformats.org/drawingml/2006/main">
            <a:off x="457200" y="2419350"/>
            <a:ext cx="1695450" cy="10477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13" name="">
            <a:extLst xmlns:a="http://schemas.openxmlformats.org/drawingml/2006/main">
              <a:ext uri="{FF2B5EF4-FFF2-40B4-BE49-F238E27FC236}">
                <a16:creationId xmlns:a16="http://schemas.microsoft.com/office/drawing/2014/main" id="{D7D5DCB7-BA63-4D99-825A-22F3E826C658}"/>
              </a:ext>
            </a:extLst>
          </p:cNvPr>
          <p:cNvSpPr>
            <a:spLocks xmlns:a="http://schemas.openxmlformats.org/drawingml/2006/main" noGrp="1"/>
          </p:cNvSpPr>
          <p:nvPr/>
        </p:nvSpPr>
        <p:spPr>
          <a:xfrm xmlns:a="http://schemas.openxmlformats.org/drawingml/2006/main">
            <a:off x="552450" y="2495550"/>
            <a:ext cx="1504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1111"/>
                </a:solidFill>
                <a:latin typeface="Noto Sans JP"/>
                <a:ea typeface="Noto Sans JP"/>
                <a:cs typeface="Noto Sans JP"/>
              </a:defRPr>
            </a:pPr>
            <a:r>
              <a:rPr sz="1350" b="1">
                <a:solidFill>
                  <a:srgbClr val="111111"/>
                </a:solidFill>
                <a:latin typeface="Noto Sans JP"/>
                <a:ea typeface="Noto Sans JP"/>
                <a:cs typeface="Noto Sans JP"/>
              </a:rPr>
              <a:t>MARKTSIGNAL</a:t>
            </a:r>
          </a:p>
          <a:p xmlns:a="http://schemas.openxmlformats.org/drawingml/2006/main">
            <a:pPr algn="ctr">
              <a:buNone/>
              <a:defRPr sz="1350" b="1">
                <a:solidFill>
                  <a:srgbClr val="111111"/>
                </a:solidFill>
                <a:latin typeface="Noto Sans JP"/>
                <a:ea typeface="Noto Sans JP"/>
                <a:cs typeface="Noto Sans JP"/>
              </a:defRPr>
            </a:pPr>
            <a:r>
              <a:rPr sz="1350" b="1">
                <a:solidFill>
                  <a:srgbClr val="111111"/>
                </a:solidFill>
                <a:latin typeface="Noto Sans JP"/>
                <a:ea typeface="Noto Sans JP"/>
                <a:cs typeface="Noto Sans JP"/>
              </a:rPr>
              <a:t>ECHON</a:t>
            </a:r>
          </a:p>
        </p:txBody>
      </p:sp>
      <p:sp>
        <p:nvSpPr>
          <p:cNvPr id="14" name="">
            <a:extLst xmlns:a="http://schemas.openxmlformats.org/drawingml/2006/main">
              <a:ext uri="{FF2B5EF4-FFF2-40B4-BE49-F238E27FC236}">
                <a16:creationId xmlns:a16="http://schemas.microsoft.com/office/drawing/2014/main" id="{37EEC444-49E8-46BC-84F5-DB080773C562}"/>
              </a:ext>
            </a:extLst>
          </p:cNvPr>
          <p:cNvSpPr>
            <a:spLocks xmlns:a="http://schemas.openxmlformats.org/drawingml/2006/main" noGrp="1"/>
          </p:cNvSpPr>
          <p:nvPr/>
        </p:nvSpPr>
        <p:spPr>
          <a:xfrm xmlns:a="http://schemas.openxmlformats.org/drawingml/2006/main">
            <a:off x="457200" y="4095750"/>
            <a:ext cx="1695450" cy="1047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3B2FF9EF-5B2C-4947-B530-924B9591D2B4}"/>
              </a:ext>
            </a:extLst>
          </p:cNvPr>
          <p:cNvSpPr>
            <a:spLocks xmlns:a="http://schemas.openxmlformats.org/drawingml/2006/main" noGrp="1"/>
          </p:cNvSpPr>
          <p:nvPr/>
        </p:nvSpPr>
        <p:spPr>
          <a:xfrm xmlns:a="http://schemas.openxmlformats.org/drawingml/2006/main">
            <a:off x="552450" y="4171950"/>
            <a:ext cx="1504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1111"/>
                </a:solidFill>
                <a:latin typeface="Noto Sans JP"/>
                <a:ea typeface="Noto Sans JP"/>
                <a:cs typeface="Noto Sans JP"/>
              </a:defRPr>
            </a:pPr>
            <a:r>
              <a:rPr sz="1350" b="1">
                <a:solidFill>
                  <a:srgbClr val="111111"/>
                </a:solidFill>
                <a:latin typeface="Noto Sans JP"/>
                <a:ea typeface="Noto Sans JP"/>
                <a:cs typeface="Noto Sans JP"/>
              </a:rPr>
              <a:t>KUNDEN-</a:t>
            </a:r>
          </a:p>
          <a:p xmlns:a="http://schemas.openxmlformats.org/drawingml/2006/main">
            <a:pPr algn="ctr">
              <a:buNone/>
              <a:defRPr sz="1350" b="1">
                <a:solidFill>
                  <a:srgbClr val="111111"/>
                </a:solidFill>
                <a:latin typeface="Noto Sans JP"/>
                <a:ea typeface="Noto Sans JP"/>
                <a:cs typeface="Noto Sans JP"/>
              </a:defRPr>
            </a:pPr>
            <a:r>
              <a:rPr sz="1350" b="1">
                <a:solidFill>
                  <a:srgbClr val="111111"/>
                </a:solidFill>
                <a:latin typeface="Noto Sans JP"/>
                <a:ea typeface="Noto Sans JP"/>
                <a:cs typeface="Noto Sans JP"/>
              </a:rPr>
              <a:t>BRIEFING</a:t>
            </a:r>
          </a:p>
        </p:txBody>
      </p:sp>
      <p:sp>
        <p:nvSpPr>
          <p:cNvPr id="16" name="">
            <a:extLst xmlns:a="http://schemas.openxmlformats.org/drawingml/2006/main">
              <a:ext uri="{FF2B5EF4-FFF2-40B4-BE49-F238E27FC236}">
                <a16:creationId xmlns:a16="http://schemas.microsoft.com/office/drawing/2014/main" id="{B1E0661B-DA97-4724-BAE1-3E62EE92BF07}"/>
              </a:ext>
            </a:extLst>
          </p:cNvPr>
          <p:cNvSpPr>
            <a:spLocks xmlns:a="http://schemas.openxmlformats.org/drawingml/2006/main" noGrp="1"/>
          </p:cNvSpPr>
          <p:nvPr/>
        </p:nvSpPr>
        <p:spPr>
          <a:xfrm xmlns:a="http://schemas.openxmlformats.org/drawingml/2006/main">
            <a:off x="3390900" y="3190875"/>
            <a:ext cx="1790700" cy="11239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610E05BC-64E5-4663-B01B-A5098AC043F7}"/>
              </a:ext>
            </a:extLst>
          </p:cNvPr>
          <p:cNvSpPr>
            <a:spLocks xmlns:a="http://schemas.openxmlformats.org/drawingml/2006/main" noGrp="1"/>
          </p:cNvSpPr>
          <p:nvPr/>
        </p:nvSpPr>
        <p:spPr>
          <a:xfrm xmlns:a="http://schemas.openxmlformats.org/drawingml/2006/main">
            <a:off x="3486150" y="3267075"/>
            <a:ext cx="1600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FFFFFF"/>
                </a:solidFill>
                <a:latin typeface="Noto Sans JP"/>
                <a:ea typeface="Noto Sans JP"/>
                <a:cs typeface="Noto Sans JP"/>
              </a:defRPr>
            </a:pPr>
            <a:r>
              <a:rPr sz="1875" b="1">
                <a:solidFill>
                  <a:srgbClr val="FFFFFF"/>
                </a:solidFill>
                <a:latin typeface="Noto Sans JP"/>
                <a:ea typeface="Noto Sans JP"/>
                <a:cs typeface="Noto Sans JP"/>
              </a:rPr>
              <a:t>PLEXON</a:t>
            </a:r>
          </a:p>
        </p:txBody>
      </p:sp>
      <p:sp>
        <p:nvSpPr>
          <p:cNvPr id="18" name="">
            <a:extLst xmlns:a="http://schemas.openxmlformats.org/drawingml/2006/main">
              <a:ext uri="{FF2B5EF4-FFF2-40B4-BE49-F238E27FC236}">
                <a16:creationId xmlns:a16="http://schemas.microsoft.com/office/drawing/2014/main" id="{3F48E941-DF6D-4052-A10D-F2DCD63856BE}"/>
              </a:ext>
            </a:extLst>
          </p:cNvPr>
          <p:cNvSpPr>
            <a:spLocks xmlns:a="http://schemas.openxmlformats.org/drawingml/2006/main" noGrp="1"/>
          </p:cNvSpPr>
          <p:nvPr/>
        </p:nvSpPr>
        <p:spPr>
          <a:xfrm xmlns:a="http://schemas.openxmlformats.org/drawingml/2006/main">
            <a:off x="5429250" y="2857500"/>
            <a:ext cx="952500" cy="55245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19" name="">
            <a:extLst xmlns:a="http://schemas.openxmlformats.org/drawingml/2006/main">
              <a:ext uri="{FF2B5EF4-FFF2-40B4-BE49-F238E27FC236}">
                <a16:creationId xmlns:a16="http://schemas.microsoft.com/office/drawing/2014/main" id="{81753D7D-8EF9-482F-86C6-F4A4F7B33E68}"/>
              </a:ext>
            </a:extLst>
          </p:cNvPr>
          <p:cNvSpPr>
            <a:spLocks xmlns:a="http://schemas.openxmlformats.org/drawingml/2006/main" noGrp="1"/>
          </p:cNvSpPr>
          <p:nvPr/>
        </p:nvSpPr>
        <p:spPr>
          <a:xfrm xmlns:a="http://schemas.openxmlformats.org/drawingml/2006/main">
            <a:off x="5524500" y="29337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PERSONA</a:t>
            </a:r>
          </a:p>
        </p:txBody>
      </p:sp>
      <p:sp>
        <p:nvSpPr>
          <p:cNvPr id="20" name="">
            <a:extLst xmlns:a="http://schemas.openxmlformats.org/drawingml/2006/main">
              <a:ext uri="{FF2B5EF4-FFF2-40B4-BE49-F238E27FC236}">
                <a16:creationId xmlns:a16="http://schemas.microsoft.com/office/drawing/2014/main" id="{455552C0-A288-4366-9633-CE6E12ABAEDE}"/>
              </a:ext>
            </a:extLst>
          </p:cNvPr>
          <p:cNvSpPr>
            <a:spLocks xmlns:a="http://schemas.openxmlformats.org/drawingml/2006/main" noGrp="1"/>
          </p:cNvSpPr>
          <p:nvPr/>
        </p:nvSpPr>
        <p:spPr>
          <a:xfrm xmlns:a="http://schemas.openxmlformats.org/drawingml/2006/main">
            <a:off x="6515100" y="2857500"/>
            <a:ext cx="952500" cy="55245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21" name="">
            <a:extLst xmlns:a="http://schemas.openxmlformats.org/drawingml/2006/main">
              <a:ext uri="{FF2B5EF4-FFF2-40B4-BE49-F238E27FC236}">
                <a16:creationId xmlns:a16="http://schemas.microsoft.com/office/drawing/2014/main" id="{1127B215-BE5C-4D3C-AA25-52AA2770C632}"/>
              </a:ext>
            </a:extLst>
          </p:cNvPr>
          <p:cNvSpPr>
            <a:spLocks xmlns:a="http://schemas.openxmlformats.org/drawingml/2006/main" noGrp="1"/>
          </p:cNvSpPr>
          <p:nvPr/>
        </p:nvSpPr>
        <p:spPr>
          <a:xfrm xmlns:a="http://schemas.openxmlformats.org/drawingml/2006/main">
            <a:off x="6610350" y="29337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PROTOTYP</a:t>
            </a:r>
          </a:p>
        </p:txBody>
      </p:sp>
      <p:sp>
        <p:nvSpPr>
          <p:cNvPr id="22" name="">
            <a:extLst xmlns:a="http://schemas.openxmlformats.org/drawingml/2006/main">
              <a:ext uri="{FF2B5EF4-FFF2-40B4-BE49-F238E27FC236}">
                <a16:creationId xmlns:a16="http://schemas.microsoft.com/office/drawing/2014/main" id="{E0E5697C-43F9-489C-8235-7C41973B9751}"/>
              </a:ext>
            </a:extLst>
          </p:cNvPr>
          <p:cNvSpPr>
            <a:spLocks xmlns:a="http://schemas.openxmlformats.org/drawingml/2006/main" noGrp="1"/>
          </p:cNvSpPr>
          <p:nvPr/>
        </p:nvSpPr>
        <p:spPr>
          <a:xfrm xmlns:a="http://schemas.openxmlformats.org/drawingml/2006/main">
            <a:off x="7600950" y="2857500"/>
            <a:ext cx="952500" cy="55245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23" name="">
            <a:extLst xmlns:a="http://schemas.openxmlformats.org/drawingml/2006/main">
              <a:ext uri="{FF2B5EF4-FFF2-40B4-BE49-F238E27FC236}">
                <a16:creationId xmlns:a16="http://schemas.microsoft.com/office/drawing/2014/main" id="{7EFCB33F-C5DC-44D3-8E36-E7CF8AD3C000}"/>
              </a:ext>
            </a:extLst>
          </p:cNvPr>
          <p:cNvSpPr>
            <a:spLocks xmlns:a="http://schemas.openxmlformats.org/drawingml/2006/main" noGrp="1"/>
          </p:cNvSpPr>
          <p:nvPr/>
        </p:nvSpPr>
        <p:spPr>
          <a:xfrm xmlns:a="http://schemas.openxmlformats.org/drawingml/2006/main">
            <a:off x="7696200" y="29337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MARKE</a:t>
            </a:r>
          </a:p>
        </p:txBody>
      </p:sp>
      <p:sp>
        <p:nvSpPr>
          <p:cNvPr id="24" name="">
            <a:extLst xmlns:a="http://schemas.openxmlformats.org/drawingml/2006/main">
              <a:ext uri="{FF2B5EF4-FFF2-40B4-BE49-F238E27FC236}">
                <a16:creationId xmlns:a16="http://schemas.microsoft.com/office/drawing/2014/main" id="{E97963F2-375F-46EF-B0DE-1D82394F41E0}"/>
              </a:ext>
            </a:extLst>
          </p:cNvPr>
          <p:cNvSpPr>
            <a:spLocks xmlns:a="http://schemas.openxmlformats.org/drawingml/2006/main" noGrp="1"/>
          </p:cNvSpPr>
          <p:nvPr/>
        </p:nvSpPr>
        <p:spPr>
          <a:xfrm xmlns:a="http://schemas.openxmlformats.org/drawingml/2006/main">
            <a:off x="8686800" y="2857500"/>
            <a:ext cx="952500" cy="5524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5" name="">
            <a:extLst xmlns:a="http://schemas.openxmlformats.org/drawingml/2006/main">
              <a:ext uri="{FF2B5EF4-FFF2-40B4-BE49-F238E27FC236}">
                <a16:creationId xmlns:a16="http://schemas.microsoft.com/office/drawing/2014/main" id="{D32E625A-4258-4131-A85C-74C75A3C83C2}"/>
              </a:ext>
            </a:extLst>
          </p:cNvPr>
          <p:cNvSpPr>
            <a:spLocks xmlns:a="http://schemas.openxmlformats.org/drawingml/2006/main" noGrp="1"/>
          </p:cNvSpPr>
          <p:nvPr/>
        </p:nvSpPr>
        <p:spPr>
          <a:xfrm xmlns:a="http://schemas.openxmlformats.org/drawingml/2006/main">
            <a:off x="8782050" y="29337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QUALITÄT</a:t>
            </a:r>
          </a:p>
        </p:txBody>
      </p:sp>
      <p:sp>
        <p:nvSpPr>
          <p:cNvPr id="26" name="">
            <a:extLst xmlns:a="http://schemas.openxmlformats.org/drawingml/2006/main">
              <a:ext uri="{FF2B5EF4-FFF2-40B4-BE49-F238E27FC236}">
                <a16:creationId xmlns:a16="http://schemas.microsoft.com/office/drawing/2014/main" id="{807B3D3F-74E8-4E7E-94FD-D66D6B7ED376}"/>
              </a:ext>
            </a:extLst>
          </p:cNvPr>
          <p:cNvSpPr>
            <a:spLocks xmlns:a="http://schemas.openxmlformats.org/drawingml/2006/main" noGrp="1"/>
          </p:cNvSpPr>
          <p:nvPr/>
        </p:nvSpPr>
        <p:spPr>
          <a:xfrm xmlns:a="http://schemas.openxmlformats.org/drawingml/2006/main">
            <a:off x="9525000" y="2266950"/>
            <a:ext cx="2209800" cy="31051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7" name="">
            <a:extLst xmlns:a="http://schemas.openxmlformats.org/drawingml/2006/main">
              <a:ext uri="{FF2B5EF4-FFF2-40B4-BE49-F238E27FC236}">
                <a16:creationId xmlns:a16="http://schemas.microsoft.com/office/drawing/2014/main" id="{54636904-9837-4EA9-BA8F-B26F1FC32FA4}"/>
              </a:ext>
            </a:extLst>
          </p:cNvPr>
          <p:cNvSpPr>
            <a:spLocks xmlns:a="http://schemas.openxmlformats.org/drawingml/2006/main" noGrp="1"/>
          </p:cNvSpPr>
          <p:nvPr/>
        </p:nvSpPr>
        <p:spPr>
          <a:xfrm xmlns:a="http://schemas.openxmlformats.org/drawingml/2006/main">
            <a:off x="9763125" y="2571750"/>
            <a:ext cx="1143000" cy="47625"/>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4A867925-8C69-4157-8AEA-614651077241}"/>
              </a:ext>
            </a:extLst>
          </p:cNvPr>
          <p:cNvSpPr>
            <a:spLocks xmlns:a="http://schemas.openxmlformats.org/drawingml/2006/main" noGrp="1"/>
          </p:cNvSpPr>
          <p:nvPr/>
        </p:nvSpPr>
        <p:spPr>
          <a:xfrm xmlns:a="http://schemas.openxmlformats.org/drawingml/2006/main">
            <a:off x="9763125" y="2914650"/>
            <a:ext cx="1733550" cy="68580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29" name="">
            <a:extLst xmlns:a="http://schemas.openxmlformats.org/drawingml/2006/main">
              <a:ext uri="{FF2B5EF4-FFF2-40B4-BE49-F238E27FC236}">
                <a16:creationId xmlns:a16="http://schemas.microsoft.com/office/drawing/2014/main" id="{40A5981C-E38C-4BB8-AA3A-70126BC32B35}"/>
              </a:ext>
            </a:extLst>
          </p:cNvPr>
          <p:cNvSpPr>
            <a:spLocks xmlns:a="http://schemas.openxmlformats.org/drawingml/2006/main" noGrp="1"/>
          </p:cNvSpPr>
          <p:nvPr/>
        </p:nvSpPr>
        <p:spPr>
          <a:xfrm xmlns:a="http://schemas.openxmlformats.org/drawingml/2006/main">
            <a:off x="9906000" y="312420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LANDINGPAGE</a:t>
            </a:r>
          </a:p>
        </p:txBody>
      </p:sp>
      <p:sp>
        <p:nvSpPr>
          <p:cNvPr id="30" name="">
            <a:extLst xmlns:a="http://schemas.openxmlformats.org/drawingml/2006/main">
              <a:ext uri="{FF2B5EF4-FFF2-40B4-BE49-F238E27FC236}">
                <a16:creationId xmlns:a16="http://schemas.microsoft.com/office/drawing/2014/main" id="{9CBA7982-2CF0-4B6C-A0C5-E6472DDB594C}"/>
              </a:ext>
            </a:extLst>
          </p:cNvPr>
          <p:cNvSpPr>
            <a:spLocks xmlns:a="http://schemas.openxmlformats.org/drawingml/2006/main" noGrp="1"/>
          </p:cNvSpPr>
          <p:nvPr/>
        </p:nvSpPr>
        <p:spPr>
          <a:xfrm xmlns:a="http://schemas.openxmlformats.org/drawingml/2006/main">
            <a:off x="9763125" y="3829050"/>
            <a:ext cx="1733550" cy="19050"/>
          </a:xfrm>
          <a:prstGeom xmlns:a="http://schemas.openxmlformats.org/drawingml/2006/main" prst="rect">
            <a:avLst/>
          </a:prstGeom>
          <a:solidFill xmlns:a="http://schemas.openxmlformats.org/drawingml/2006/main">
            <a:srgbClr val="D6D6D6"/>
          </a:solidFill>
          <a:ln xmlns:a="http://schemas.openxmlformats.org/drawingml/2006/main" w="0">
            <a:solidFill>
              <a:srgbClr val="D6D6D6"/>
            </a:solidFill>
            <a:prstDash val="solid"/>
          </a:ln>
        </p:spPr>
      </p:sp>
      <p:sp>
        <p:nvSpPr>
          <p:cNvPr id="31" name="">
            <a:extLst xmlns:a="http://schemas.openxmlformats.org/drawingml/2006/main">
              <a:ext uri="{FF2B5EF4-FFF2-40B4-BE49-F238E27FC236}">
                <a16:creationId xmlns:a16="http://schemas.microsoft.com/office/drawing/2014/main" id="{0165C3C3-63F7-4A21-B45A-3D35BCA83656}"/>
              </a:ext>
            </a:extLst>
          </p:cNvPr>
          <p:cNvSpPr>
            <a:spLocks xmlns:a="http://schemas.openxmlformats.org/drawingml/2006/main" noGrp="1"/>
          </p:cNvSpPr>
          <p:nvPr/>
        </p:nvSpPr>
        <p:spPr>
          <a:xfrm xmlns:a="http://schemas.openxmlformats.org/drawingml/2006/main">
            <a:off x="9763125" y="4038600"/>
            <a:ext cx="1352550" cy="19050"/>
          </a:xfrm>
          <a:prstGeom xmlns:a="http://schemas.openxmlformats.org/drawingml/2006/main" prst="rect">
            <a:avLst/>
          </a:prstGeom>
          <a:solidFill xmlns:a="http://schemas.openxmlformats.org/drawingml/2006/main">
            <a:srgbClr val="D6D6D6"/>
          </a:solidFill>
          <a:ln xmlns:a="http://schemas.openxmlformats.org/drawingml/2006/main" w="0">
            <a:solidFill>
              <a:srgbClr val="D6D6D6"/>
            </a:solidFill>
            <a:prstDash val="solid"/>
          </a:ln>
        </p:spPr>
      </p:sp>
      <p:sp>
        <p:nvSpPr>
          <p:cNvPr id="32" name="">
            <a:extLst xmlns:a="http://schemas.openxmlformats.org/drawingml/2006/main">
              <a:ext uri="{FF2B5EF4-FFF2-40B4-BE49-F238E27FC236}">
                <a16:creationId xmlns:a16="http://schemas.microsoft.com/office/drawing/2014/main" id="{758495FA-AE69-4B60-939E-820869B29162}"/>
              </a:ext>
            </a:extLst>
          </p:cNvPr>
          <p:cNvSpPr>
            <a:spLocks xmlns:a="http://schemas.openxmlformats.org/drawingml/2006/main" noGrp="1"/>
          </p:cNvSpPr>
          <p:nvPr/>
        </p:nvSpPr>
        <p:spPr>
          <a:xfrm xmlns:a="http://schemas.openxmlformats.org/drawingml/2006/main">
            <a:off x="9763125" y="4248150"/>
            <a:ext cx="1571625" cy="19050"/>
          </a:xfrm>
          <a:prstGeom xmlns:a="http://schemas.openxmlformats.org/drawingml/2006/main" prst="rect">
            <a:avLst/>
          </a:prstGeom>
          <a:solidFill xmlns:a="http://schemas.openxmlformats.org/drawingml/2006/main">
            <a:srgbClr val="D6D6D6"/>
          </a:solidFill>
          <a:ln xmlns:a="http://schemas.openxmlformats.org/drawingml/2006/main" w="0">
            <a:solidFill>
              <a:srgbClr val="D6D6D6"/>
            </a:solidFill>
            <a:prstDash val="solid"/>
          </a:ln>
        </p:spPr>
      </p:sp>
      <p:sp>
        <p:nvSpPr>
          <p:cNvPr id="33" name="">
            <a:extLst xmlns:a="http://schemas.openxmlformats.org/drawingml/2006/main">
              <a:ext uri="{FF2B5EF4-FFF2-40B4-BE49-F238E27FC236}">
                <a16:creationId xmlns:a16="http://schemas.microsoft.com/office/drawing/2014/main" id="{983DA658-6E75-4CA0-AEBB-ABE5D8D02FE7}"/>
              </a:ext>
            </a:extLst>
          </p:cNvPr>
          <p:cNvSpPr>
            <a:spLocks xmlns:a="http://schemas.openxmlformats.org/drawingml/2006/main" noGrp="1"/>
          </p:cNvSpPr>
          <p:nvPr/>
        </p:nvSpPr>
        <p:spPr>
          <a:xfrm xmlns:a="http://schemas.openxmlformats.org/drawingml/2006/main">
            <a:off x="9763125" y="4667250"/>
            <a:ext cx="1047750" cy="3429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ABFFB3CC-96D5-4CD6-BFA0-9907C698817B}"/>
              </a:ext>
            </a:extLst>
          </p:cNvPr>
          <p:cNvSpPr>
            <a:spLocks xmlns:a="http://schemas.openxmlformats.org/drawingml/2006/main" noGrp="1"/>
          </p:cNvSpPr>
          <p:nvPr/>
        </p:nvSpPr>
        <p:spPr>
          <a:xfrm xmlns:a="http://schemas.openxmlformats.org/drawingml/2006/main">
            <a:off x="9858375" y="47434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667"/>
          </a:bodyPr>
          <a:lstStyle xmlns:a="http://schemas.openxmlformats.org/drawingml/2006/main"/>
          <a:p xmlns:a="http://schemas.openxmlformats.org/drawingml/2006/main">
            <a:pPr algn="ctr">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CMS-READY</a:t>
            </a:r>
          </a:p>
        </p:txBody>
      </p:sp>
      <p:sp>
        <p:nvSpPr>
          <p:cNvPr id="35" name="">
            <a:extLst xmlns:a="http://schemas.openxmlformats.org/drawingml/2006/main">
              <a:ext uri="{FF2B5EF4-FFF2-40B4-BE49-F238E27FC236}">
                <a16:creationId xmlns:a16="http://schemas.microsoft.com/office/drawing/2014/main" id="{9F33E352-AB31-4A67-BBB7-285378D5BA9A}"/>
              </a:ext>
            </a:extLst>
          </p:cNvPr>
          <p:cNvSpPr>
            <a:spLocks xmlns:a="http://schemas.openxmlformats.org/drawingml/2006/main" noGrp="1"/>
          </p:cNvSpPr>
          <p:nvPr/>
        </p:nvSpPr>
        <p:spPr>
          <a:xfrm xmlns:a="http://schemas.openxmlformats.org/drawingml/2006/main">
            <a:off x="457200" y="594360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VALIDIERT · MARKENKONFORM · PRÜFBAR</a:t>
            </a:r>
          </a:p>
        </p:txBody>
      </p:sp>
    </p:spTree>
    <p:extLst>
      <p:ext uri="{BB962C8B-B14F-4D97-AF65-F5344CB8AC3E}">
        <p14:creationId xmlns:p14="http://schemas.microsoft.com/office/powerpoint/2010/main" val="551562732"/>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D8BDF267-A93E-4207-A847-24A81BD24B3D}"/>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END-TO-END JOURNEY</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a49a0b368f3e4df9"/>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FD9B06D-87BD-4E3E-A50F-DA79D8DA7565}"/>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04</a:t>
            </a:r>
          </a:p>
        </p:txBody>
      </p:sp>
      <p:sp>
        <p:nvSpPr>
          <p:cNvPr id="4" name="">
            <a:extLst xmlns:a="http://schemas.openxmlformats.org/drawingml/2006/main">
              <a:ext uri="{FF2B5EF4-FFF2-40B4-BE49-F238E27FC236}">
                <a16:creationId xmlns:a16="http://schemas.microsoft.com/office/drawing/2014/main" id="{62998C97-2E38-4222-AFF7-A60BAB622439}"/>
              </a:ext>
            </a:extLst>
          </p:cNvPr>
          <p:cNvSpPr>
            <a:spLocks xmlns:a="http://schemas.openxmlformats.org/drawingml/2006/main" noGrp="1"/>
          </p:cNvSpPr>
          <p:nvPr/>
        </p:nvSpPr>
        <p:spPr>
          <a:xfrm xmlns:a="http://schemas.openxmlformats.org/drawingml/2006/main">
            <a:off x="457200" y="7429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75" b="1">
                <a:solidFill>
                  <a:srgbClr val="FFFFFF"/>
                </a:solidFill>
                <a:latin typeface="Noto Sans JP"/>
                <a:ea typeface="Noto Sans JP"/>
                <a:cs typeface="Noto Sans JP"/>
              </a:defRPr>
            </a:pPr>
            <a:r>
              <a:rPr sz="2775" b="1">
                <a:solidFill>
                  <a:srgbClr val="FFFFFF"/>
                </a:solidFill>
                <a:latin typeface="Noto Sans JP"/>
                <a:ea typeface="Noto Sans JP"/>
                <a:cs typeface="Noto Sans JP"/>
              </a:rPr>
              <a:t>Ein Prozess. Viele Spezialisten. Ein lernender Loop.</a:t>
            </a:r>
          </a:p>
        </p:txBody>
      </p:sp>
      <p:sp>
        <p:nvSpPr>
          <p:cNvPr id="5" name="">
            <a:extLst xmlns:a="http://schemas.openxmlformats.org/drawingml/2006/main">
              <a:ext uri="{FF2B5EF4-FFF2-40B4-BE49-F238E27FC236}">
                <a16:creationId xmlns:a16="http://schemas.microsoft.com/office/drawing/2014/main" id="{B29628E1-A85C-47C7-AC3D-8F9D745F6A0D}"/>
              </a:ext>
            </a:extLst>
          </p:cNvPr>
          <p:cNvSpPr>
            <a:spLocks xmlns:a="http://schemas.openxmlformats.org/drawingml/2006/main" noGrp="1"/>
          </p:cNvSpPr>
          <p:nvPr/>
        </p:nvSpPr>
        <p:spPr>
          <a:xfrm xmlns:a="http://schemas.openxmlformats.org/drawingml/2006/main">
            <a:off x="1476375" y="1857375"/>
            <a:ext cx="28575" cy="6191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2A3C1471-17C2-4452-A145-B1AD183E5AC0}"/>
              </a:ext>
            </a:extLst>
          </p:cNvPr>
          <p:cNvSpPr>
            <a:spLocks xmlns:a="http://schemas.openxmlformats.org/drawingml/2006/main" noGrp="1"/>
          </p:cNvSpPr>
          <p:nvPr/>
        </p:nvSpPr>
        <p:spPr>
          <a:xfrm xmlns:a="http://schemas.openxmlformats.org/drawingml/2006/main">
            <a:off x="1476375" y="1857375"/>
            <a:ext cx="190500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83DF039A-E441-4986-90F9-E90BBE145A54}"/>
              </a:ext>
            </a:extLst>
          </p:cNvPr>
          <p:cNvSpPr>
            <a:spLocks xmlns:a="http://schemas.openxmlformats.org/drawingml/2006/main" noGrp="1"/>
          </p:cNvSpPr>
          <p:nvPr/>
        </p:nvSpPr>
        <p:spPr>
          <a:xfrm xmlns:a="http://schemas.openxmlformats.org/drawingml/2006/main">
            <a:off x="3381375" y="1619250"/>
            <a:ext cx="28575" cy="2381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C78B4AAF-CFAF-4875-A65A-356B4C10DE60}"/>
              </a:ext>
            </a:extLst>
          </p:cNvPr>
          <p:cNvSpPr>
            <a:spLocks xmlns:a="http://schemas.openxmlformats.org/drawingml/2006/main" noGrp="1"/>
          </p:cNvSpPr>
          <p:nvPr/>
        </p:nvSpPr>
        <p:spPr>
          <a:xfrm xmlns:a="http://schemas.openxmlformats.org/drawingml/2006/main">
            <a:off x="3381375" y="1619250"/>
            <a:ext cx="2238375"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9" name="">
            <a:extLst xmlns:a="http://schemas.openxmlformats.org/drawingml/2006/main">
              <a:ext uri="{FF2B5EF4-FFF2-40B4-BE49-F238E27FC236}">
                <a16:creationId xmlns:a16="http://schemas.microsoft.com/office/drawing/2014/main" id="{5BA56E97-2ED6-4463-8137-30B43F2A359C}"/>
              </a:ext>
            </a:extLst>
          </p:cNvPr>
          <p:cNvSpPr>
            <a:spLocks xmlns:a="http://schemas.openxmlformats.org/drawingml/2006/main" noGrp="1"/>
          </p:cNvSpPr>
          <p:nvPr/>
        </p:nvSpPr>
        <p:spPr>
          <a:xfrm xmlns:a="http://schemas.openxmlformats.org/drawingml/2006/main">
            <a:off x="5619750" y="1619250"/>
            <a:ext cx="28575" cy="333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70682E80-881F-4EB3-899A-AF244DDD6461}"/>
              </a:ext>
            </a:extLst>
          </p:cNvPr>
          <p:cNvSpPr>
            <a:spLocks xmlns:a="http://schemas.openxmlformats.org/drawingml/2006/main" noGrp="1"/>
          </p:cNvSpPr>
          <p:nvPr/>
        </p:nvSpPr>
        <p:spPr>
          <a:xfrm xmlns:a="http://schemas.openxmlformats.org/drawingml/2006/main">
            <a:off x="5619750" y="1952625"/>
            <a:ext cx="228600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3BD90E26-9012-43F8-9FF4-6603CB818C93}"/>
              </a:ext>
            </a:extLst>
          </p:cNvPr>
          <p:cNvSpPr>
            <a:spLocks xmlns:a="http://schemas.openxmlformats.org/drawingml/2006/main" noGrp="1"/>
          </p:cNvSpPr>
          <p:nvPr/>
        </p:nvSpPr>
        <p:spPr>
          <a:xfrm xmlns:a="http://schemas.openxmlformats.org/drawingml/2006/main">
            <a:off x="7905750" y="1952625"/>
            <a:ext cx="28575" cy="952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2" name="">
            <a:extLst xmlns:a="http://schemas.openxmlformats.org/drawingml/2006/main">
              <a:ext uri="{FF2B5EF4-FFF2-40B4-BE49-F238E27FC236}">
                <a16:creationId xmlns:a16="http://schemas.microsoft.com/office/drawing/2014/main" id="{4C0CA2F6-8BDE-4F39-BB0A-76332CA9840C}"/>
              </a:ext>
            </a:extLst>
          </p:cNvPr>
          <p:cNvSpPr>
            <a:spLocks xmlns:a="http://schemas.openxmlformats.org/drawingml/2006/main" noGrp="1"/>
          </p:cNvSpPr>
          <p:nvPr/>
        </p:nvSpPr>
        <p:spPr>
          <a:xfrm xmlns:a="http://schemas.openxmlformats.org/drawingml/2006/main">
            <a:off x="7905750" y="2905125"/>
            <a:ext cx="190500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26DE5B5C-4596-4F67-85E1-BE5E8B4BAD47}"/>
              </a:ext>
            </a:extLst>
          </p:cNvPr>
          <p:cNvSpPr>
            <a:spLocks xmlns:a="http://schemas.openxmlformats.org/drawingml/2006/main" noGrp="1"/>
          </p:cNvSpPr>
          <p:nvPr/>
        </p:nvSpPr>
        <p:spPr>
          <a:xfrm xmlns:a="http://schemas.openxmlformats.org/drawingml/2006/main">
            <a:off x="9810750" y="2905125"/>
            <a:ext cx="28575" cy="1666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B9498E22-FC7B-4206-A7D0-01CC50AD7A43}"/>
              </a:ext>
            </a:extLst>
          </p:cNvPr>
          <p:cNvSpPr>
            <a:spLocks xmlns:a="http://schemas.openxmlformats.org/drawingml/2006/main" noGrp="1"/>
          </p:cNvSpPr>
          <p:nvPr/>
        </p:nvSpPr>
        <p:spPr>
          <a:xfrm xmlns:a="http://schemas.openxmlformats.org/drawingml/2006/main">
            <a:off x="8477250" y="4572000"/>
            <a:ext cx="133350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B3DF30F1-BB7E-4745-A8AE-C9FAC28F37FC}"/>
              </a:ext>
            </a:extLst>
          </p:cNvPr>
          <p:cNvSpPr>
            <a:spLocks xmlns:a="http://schemas.openxmlformats.org/drawingml/2006/main" noGrp="1"/>
          </p:cNvSpPr>
          <p:nvPr/>
        </p:nvSpPr>
        <p:spPr>
          <a:xfrm xmlns:a="http://schemas.openxmlformats.org/drawingml/2006/main">
            <a:off x="8477250" y="4572000"/>
            <a:ext cx="28575" cy="381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DA0464B5-2407-4F47-A872-8A8CD44324EE}"/>
              </a:ext>
            </a:extLst>
          </p:cNvPr>
          <p:cNvSpPr>
            <a:spLocks xmlns:a="http://schemas.openxmlformats.org/drawingml/2006/main" noGrp="1"/>
          </p:cNvSpPr>
          <p:nvPr/>
        </p:nvSpPr>
        <p:spPr>
          <a:xfrm xmlns:a="http://schemas.openxmlformats.org/drawingml/2006/main">
            <a:off x="5905500" y="4953000"/>
            <a:ext cx="257175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4199D9EC-8B5B-4FC5-9693-66518CBF30D4}"/>
              </a:ext>
            </a:extLst>
          </p:cNvPr>
          <p:cNvSpPr>
            <a:spLocks xmlns:a="http://schemas.openxmlformats.org/drawingml/2006/main" noGrp="1"/>
          </p:cNvSpPr>
          <p:nvPr/>
        </p:nvSpPr>
        <p:spPr>
          <a:xfrm xmlns:a="http://schemas.openxmlformats.org/drawingml/2006/main">
            <a:off x="5905500" y="4476750"/>
            <a:ext cx="28575" cy="476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8" name="">
            <a:extLst xmlns:a="http://schemas.openxmlformats.org/drawingml/2006/main">
              <a:ext uri="{FF2B5EF4-FFF2-40B4-BE49-F238E27FC236}">
                <a16:creationId xmlns:a16="http://schemas.microsoft.com/office/drawing/2014/main" id="{5630B4F9-C044-44B1-A338-E869AF3516B5}"/>
              </a:ext>
            </a:extLst>
          </p:cNvPr>
          <p:cNvSpPr>
            <a:spLocks xmlns:a="http://schemas.openxmlformats.org/drawingml/2006/main" noGrp="1"/>
          </p:cNvSpPr>
          <p:nvPr/>
        </p:nvSpPr>
        <p:spPr>
          <a:xfrm xmlns:a="http://schemas.openxmlformats.org/drawingml/2006/main">
            <a:off x="3333750" y="4476750"/>
            <a:ext cx="257175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9" name="">
            <a:extLst xmlns:a="http://schemas.openxmlformats.org/drawingml/2006/main">
              <a:ext uri="{FF2B5EF4-FFF2-40B4-BE49-F238E27FC236}">
                <a16:creationId xmlns:a16="http://schemas.microsoft.com/office/drawing/2014/main" id="{4A6C39E6-1833-410A-9778-3718FEA84062}"/>
              </a:ext>
            </a:extLst>
          </p:cNvPr>
          <p:cNvSpPr>
            <a:spLocks xmlns:a="http://schemas.openxmlformats.org/drawingml/2006/main" noGrp="1"/>
          </p:cNvSpPr>
          <p:nvPr/>
        </p:nvSpPr>
        <p:spPr>
          <a:xfrm xmlns:a="http://schemas.openxmlformats.org/drawingml/2006/main">
            <a:off x="3333750" y="2476500"/>
            <a:ext cx="28575" cy="2000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83DE8D09-8875-4511-BAD4-6EF041406C2D}"/>
              </a:ext>
            </a:extLst>
          </p:cNvPr>
          <p:cNvSpPr>
            <a:spLocks xmlns:a="http://schemas.openxmlformats.org/drawingml/2006/main" noGrp="1"/>
          </p:cNvSpPr>
          <p:nvPr/>
        </p:nvSpPr>
        <p:spPr>
          <a:xfrm xmlns:a="http://schemas.openxmlformats.org/drawingml/2006/main">
            <a:off x="1476375" y="2476500"/>
            <a:ext cx="1857375"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1" name="">
            <a:extLst xmlns:a="http://schemas.openxmlformats.org/drawingml/2006/main">
              <a:ext uri="{FF2B5EF4-FFF2-40B4-BE49-F238E27FC236}">
                <a16:creationId xmlns:a16="http://schemas.microsoft.com/office/drawing/2014/main" id="{D9588C1B-B79E-4FAD-9751-087F99AECA0B}"/>
              </a:ext>
            </a:extLst>
          </p:cNvPr>
          <p:cNvSpPr>
            <a:spLocks xmlns:a="http://schemas.openxmlformats.org/drawingml/2006/main" noGrp="1"/>
          </p:cNvSpPr>
          <p:nvPr/>
        </p:nvSpPr>
        <p:spPr>
          <a:xfrm xmlns:a="http://schemas.openxmlformats.org/drawingml/2006/main">
            <a:off x="1952625" y="3924300"/>
            <a:ext cx="104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ERGEBNISSE</a:t>
            </a:r>
          </a:p>
          <a:p xmlns:a="http://schemas.openxmlformats.org/drawingml/2006/main">
            <a:pPr algn="ctr">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ZURÜCK</a:t>
            </a:r>
          </a:p>
        </p:txBody>
      </p:sp>
      <p:sp>
        <p:nvSpPr>
          <p:cNvPr id="22" name="">
            <a:extLst xmlns:a="http://schemas.openxmlformats.org/drawingml/2006/main">
              <a:ext uri="{FF2B5EF4-FFF2-40B4-BE49-F238E27FC236}">
                <a16:creationId xmlns:a16="http://schemas.microsoft.com/office/drawing/2014/main" id="{A2707E40-444C-4760-AAFD-F6412CF8E99D}"/>
              </a:ext>
            </a:extLst>
          </p:cNvPr>
          <p:cNvSpPr>
            <a:spLocks xmlns:a="http://schemas.openxmlformats.org/drawingml/2006/main" noGrp="1"/>
          </p:cNvSpPr>
          <p:nvPr/>
        </p:nvSpPr>
        <p:spPr>
          <a:xfrm xmlns:a="http://schemas.openxmlformats.org/drawingml/2006/main">
            <a:off x="857250" y="2143125"/>
            <a:ext cx="1238250" cy="5524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3" name="">
            <a:extLst xmlns:a="http://schemas.openxmlformats.org/drawingml/2006/main">
              <a:ext uri="{FF2B5EF4-FFF2-40B4-BE49-F238E27FC236}">
                <a16:creationId xmlns:a16="http://schemas.microsoft.com/office/drawing/2014/main" id="{A3450439-9B8D-4063-A5C5-1C4207D416E5}"/>
              </a:ext>
            </a:extLst>
          </p:cNvPr>
          <p:cNvSpPr>
            <a:spLocks xmlns:a="http://schemas.openxmlformats.org/drawingml/2006/main" noGrp="1"/>
          </p:cNvSpPr>
          <p:nvPr/>
        </p:nvSpPr>
        <p:spPr>
          <a:xfrm xmlns:a="http://schemas.openxmlformats.org/drawingml/2006/main">
            <a:off x="952500" y="221932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ECHON</a:t>
            </a:r>
          </a:p>
        </p:txBody>
      </p:sp>
      <p:sp>
        <p:nvSpPr>
          <p:cNvPr id="24" name="">
            <a:extLst xmlns:a="http://schemas.openxmlformats.org/drawingml/2006/main">
              <a:ext uri="{FF2B5EF4-FFF2-40B4-BE49-F238E27FC236}">
                <a16:creationId xmlns:a16="http://schemas.microsoft.com/office/drawing/2014/main" id="{3C99A423-776D-4FE8-812D-E6DB771E4C6B}"/>
              </a:ext>
            </a:extLst>
          </p:cNvPr>
          <p:cNvSpPr>
            <a:spLocks xmlns:a="http://schemas.openxmlformats.org/drawingml/2006/main" noGrp="1"/>
          </p:cNvSpPr>
          <p:nvPr/>
        </p:nvSpPr>
        <p:spPr>
          <a:xfrm xmlns:a="http://schemas.openxmlformats.org/drawingml/2006/main">
            <a:off x="762000" y="279082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Research Brief</a:t>
            </a:r>
          </a:p>
        </p:txBody>
      </p:sp>
      <p:sp>
        <p:nvSpPr>
          <p:cNvPr id="25" name="">
            <a:extLst xmlns:a="http://schemas.openxmlformats.org/drawingml/2006/main">
              <a:ext uri="{FF2B5EF4-FFF2-40B4-BE49-F238E27FC236}">
                <a16:creationId xmlns:a16="http://schemas.microsoft.com/office/drawing/2014/main" id="{939FD334-FF78-470E-B6FF-E04D5AAA05B0}"/>
              </a:ext>
            </a:extLst>
          </p:cNvPr>
          <p:cNvSpPr>
            <a:spLocks xmlns:a="http://schemas.openxmlformats.org/drawingml/2006/main" noGrp="1"/>
          </p:cNvSpPr>
          <p:nvPr/>
        </p:nvSpPr>
        <p:spPr>
          <a:xfrm xmlns:a="http://schemas.openxmlformats.org/drawingml/2006/main">
            <a:off x="2762250" y="1524000"/>
            <a:ext cx="1238250" cy="55245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26" name="">
            <a:extLst xmlns:a="http://schemas.openxmlformats.org/drawingml/2006/main">
              <a:ext uri="{FF2B5EF4-FFF2-40B4-BE49-F238E27FC236}">
                <a16:creationId xmlns:a16="http://schemas.microsoft.com/office/drawing/2014/main" id="{9783FDBA-98CD-4475-883D-FC33A255CF5E}"/>
              </a:ext>
            </a:extLst>
          </p:cNvPr>
          <p:cNvSpPr>
            <a:spLocks xmlns:a="http://schemas.openxmlformats.org/drawingml/2006/main" noGrp="1"/>
          </p:cNvSpPr>
          <p:nvPr/>
        </p:nvSpPr>
        <p:spPr>
          <a:xfrm xmlns:a="http://schemas.openxmlformats.org/drawingml/2006/main">
            <a:off x="2857500" y="160020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AUDION</a:t>
            </a:r>
          </a:p>
        </p:txBody>
      </p:sp>
      <p:sp>
        <p:nvSpPr>
          <p:cNvPr id="27" name="">
            <a:extLst xmlns:a="http://schemas.openxmlformats.org/drawingml/2006/main">
              <a:ext uri="{FF2B5EF4-FFF2-40B4-BE49-F238E27FC236}">
                <a16:creationId xmlns:a16="http://schemas.microsoft.com/office/drawing/2014/main" id="{3F8F114D-BFB9-432F-88F0-65381EBB369C}"/>
              </a:ext>
            </a:extLst>
          </p:cNvPr>
          <p:cNvSpPr>
            <a:spLocks xmlns:a="http://schemas.openxmlformats.org/drawingml/2006/main" noGrp="1"/>
          </p:cNvSpPr>
          <p:nvPr/>
        </p:nvSpPr>
        <p:spPr>
          <a:xfrm xmlns:a="http://schemas.openxmlformats.org/drawingml/2006/main">
            <a:off x="2667000" y="21717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Evidence Matrix</a:t>
            </a:r>
          </a:p>
        </p:txBody>
      </p:sp>
      <p:sp>
        <p:nvSpPr>
          <p:cNvPr id="28" name="">
            <a:extLst xmlns:a="http://schemas.openxmlformats.org/drawingml/2006/main">
              <a:ext uri="{FF2B5EF4-FFF2-40B4-BE49-F238E27FC236}">
                <a16:creationId xmlns:a16="http://schemas.microsoft.com/office/drawing/2014/main" id="{92F8A6CB-129D-4522-9E44-5FE003130DF6}"/>
              </a:ext>
            </a:extLst>
          </p:cNvPr>
          <p:cNvSpPr>
            <a:spLocks xmlns:a="http://schemas.openxmlformats.org/drawingml/2006/main" noGrp="1"/>
          </p:cNvSpPr>
          <p:nvPr/>
        </p:nvSpPr>
        <p:spPr>
          <a:xfrm xmlns:a="http://schemas.openxmlformats.org/drawingml/2006/main">
            <a:off x="5000625" y="1285875"/>
            <a:ext cx="1238250" cy="55245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29" name="">
            <a:extLst xmlns:a="http://schemas.openxmlformats.org/drawingml/2006/main">
              <a:ext uri="{FF2B5EF4-FFF2-40B4-BE49-F238E27FC236}">
                <a16:creationId xmlns:a16="http://schemas.microsoft.com/office/drawing/2014/main" id="{54425B1D-548B-483E-969C-64CC1E28AD4A}"/>
              </a:ext>
            </a:extLst>
          </p:cNvPr>
          <p:cNvSpPr>
            <a:spLocks xmlns:a="http://schemas.openxmlformats.org/drawingml/2006/main" noGrp="1"/>
          </p:cNvSpPr>
          <p:nvPr/>
        </p:nvSpPr>
        <p:spPr>
          <a:xfrm xmlns:a="http://schemas.openxmlformats.org/drawingml/2006/main">
            <a:off x="5095875" y="136207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PLEXON</a:t>
            </a:r>
          </a:p>
        </p:txBody>
      </p:sp>
      <p:sp>
        <p:nvSpPr>
          <p:cNvPr id="30" name="">
            <a:extLst xmlns:a="http://schemas.openxmlformats.org/drawingml/2006/main">
              <a:ext uri="{FF2B5EF4-FFF2-40B4-BE49-F238E27FC236}">
                <a16:creationId xmlns:a16="http://schemas.microsoft.com/office/drawing/2014/main" id="{C5E58069-4326-485E-9FDC-A290358A24B2}"/>
              </a:ext>
            </a:extLst>
          </p:cNvPr>
          <p:cNvSpPr>
            <a:spLocks xmlns:a="http://schemas.openxmlformats.org/drawingml/2006/main" noGrp="1"/>
          </p:cNvSpPr>
          <p:nvPr/>
        </p:nvSpPr>
        <p:spPr>
          <a:xfrm xmlns:a="http://schemas.openxmlformats.org/drawingml/2006/main">
            <a:off x="4905375" y="19335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Orchestrierter Flow</a:t>
            </a:r>
          </a:p>
        </p:txBody>
      </p:sp>
      <p:sp>
        <p:nvSpPr>
          <p:cNvPr id="31" name="">
            <a:extLst xmlns:a="http://schemas.openxmlformats.org/drawingml/2006/main">
              <a:ext uri="{FF2B5EF4-FFF2-40B4-BE49-F238E27FC236}">
                <a16:creationId xmlns:a16="http://schemas.microsoft.com/office/drawing/2014/main" id="{709DC322-C5DC-44D5-9F73-69FF78C6963F}"/>
              </a:ext>
            </a:extLst>
          </p:cNvPr>
          <p:cNvSpPr>
            <a:spLocks xmlns:a="http://schemas.openxmlformats.org/drawingml/2006/main" noGrp="1"/>
          </p:cNvSpPr>
          <p:nvPr/>
        </p:nvSpPr>
        <p:spPr>
          <a:xfrm xmlns:a="http://schemas.openxmlformats.org/drawingml/2006/main">
            <a:off x="7286625" y="1619250"/>
            <a:ext cx="1238250" cy="55245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32" name="">
            <a:extLst xmlns:a="http://schemas.openxmlformats.org/drawingml/2006/main">
              <a:ext uri="{FF2B5EF4-FFF2-40B4-BE49-F238E27FC236}">
                <a16:creationId xmlns:a16="http://schemas.microsoft.com/office/drawing/2014/main" id="{40CC2DD8-7008-4607-A770-E40977C2B012}"/>
              </a:ext>
            </a:extLst>
          </p:cNvPr>
          <p:cNvSpPr>
            <a:spLocks xmlns:a="http://schemas.openxmlformats.org/drawingml/2006/main" noGrp="1"/>
          </p:cNvSpPr>
          <p:nvPr/>
        </p:nvSpPr>
        <p:spPr>
          <a:xfrm xmlns:a="http://schemas.openxmlformats.org/drawingml/2006/main">
            <a:off x="7381875" y="169545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CREATION</a:t>
            </a:r>
          </a:p>
        </p:txBody>
      </p:sp>
      <p:sp>
        <p:nvSpPr>
          <p:cNvPr id="33" name="">
            <a:extLst xmlns:a="http://schemas.openxmlformats.org/drawingml/2006/main">
              <a:ext uri="{FF2B5EF4-FFF2-40B4-BE49-F238E27FC236}">
                <a16:creationId xmlns:a16="http://schemas.microsoft.com/office/drawing/2014/main" id="{4A48CCC4-1289-4DE3-8202-FCE18B37F26D}"/>
              </a:ext>
            </a:extLst>
          </p:cNvPr>
          <p:cNvSpPr>
            <a:spLocks xmlns:a="http://schemas.openxmlformats.org/drawingml/2006/main" noGrp="1"/>
          </p:cNvSpPr>
          <p:nvPr/>
        </p:nvSpPr>
        <p:spPr>
          <a:xfrm xmlns:a="http://schemas.openxmlformats.org/drawingml/2006/main">
            <a:off x="7191375" y="2266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Prototyp</a:t>
            </a:r>
          </a:p>
        </p:txBody>
      </p:sp>
      <p:sp>
        <p:nvSpPr>
          <p:cNvPr id="34" name="">
            <a:extLst xmlns:a="http://schemas.openxmlformats.org/drawingml/2006/main">
              <a:ext uri="{FF2B5EF4-FFF2-40B4-BE49-F238E27FC236}">
                <a16:creationId xmlns:a16="http://schemas.microsoft.com/office/drawing/2014/main" id="{1F3A5A9B-F249-4261-91D6-4D51FF6198EF}"/>
              </a:ext>
            </a:extLst>
          </p:cNvPr>
          <p:cNvSpPr>
            <a:spLocks xmlns:a="http://schemas.openxmlformats.org/drawingml/2006/main" noGrp="1"/>
          </p:cNvSpPr>
          <p:nvPr/>
        </p:nvSpPr>
        <p:spPr>
          <a:xfrm xmlns:a="http://schemas.openxmlformats.org/drawingml/2006/main">
            <a:off x="9191625" y="2571750"/>
            <a:ext cx="1238250" cy="55245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35" name="">
            <a:extLst xmlns:a="http://schemas.openxmlformats.org/drawingml/2006/main">
              <a:ext uri="{FF2B5EF4-FFF2-40B4-BE49-F238E27FC236}">
                <a16:creationId xmlns:a16="http://schemas.microsoft.com/office/drawing/2014/main" id="{7E5699F8-65CC-4048-8710-B32E27912AB4}"/>
              </a:ext>
            </a:extLst>
          </p:cNvPr>
          <p:cNvSpPr>
            <a:spLocks xmlns:a="http://schemas.openxmlformats.org/drawingml/2006/main" noGrp="1"/>
          </p:cNvSpPr>
          <p:nvPr/>
        </p:nvSpPr>
        <p:spPr>
          <a:xfrm xmlns:a="http://schemas.openxmlformats.org/drawingml/2006/main">
            <a:off x="9286875" y="264795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BRANDION</a:t>
            </a:r>
          </a:p>
        </p:txBody>
      </p:sp>
      <p:sp>
        <p:nvSpPr>
          <p:cNvPr id="36" name="">
            <a:extLst xmlns:a="http://schemas.openxmlformats.org/drawingml/2006/main">
              <a:ext uri="{FF2B5EF4-FFF2-40B4-BE49-F238E27FC236}">
                <a16:creationId xmlns:a16="http://schemas.microsoft.com/office/drawing/2014/main" id="{384486B2-9881-45AF-81A4-986A7088F0E2}"/>
              </a:ext>
            </a:extLst>
          </p:cNvPr>
          <p:cNvSpPr>
            <a:spLocks xmlns:a="http://schemas.openxmlformats.org/drawingml/2006/main" noGrp="1"/>
          </p:cNvSpPr>
          <p:nvPr/>
        </p:nvSpPr>
        <p:spPr>
          <a:xfrm xmlns:a="http://schemas.openxmlformats.org/drawingml/2006/main">
            <a:off x="9096375" y="32194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Freigabe</a:t>
            </a:r>
          </a:p>
        </p:txBody>
      </p:sp>
      <p:sp>
        <p:nvSpPr>
          <p:cNvPr id="37" name="">
            <a:extLst xmlns:a="http://schemas.openxmlformats.org/drawingml/2006/main">
              <a:ext uri="{FF2B5EF4-FFF2-40B4-BE49-F238E27FC236}">
                <a16:creationId xmlns:a16="http://schemas.microsoft.com/office/drawing/2014/main" id="{3A4E1CA0-0DBC-4424-9EED-7456EDE27E52}"/>
              </a:ext>
            </a:extLst>
          </p:cNvPr>
          <p:cNvSpPr>
            <a:spLocks xmlns:a="http://schemas.openxmlformats.org/drawingml/2006/main" noGrp="1"/>
          </p:cNvSpPr>
          <p:nvPr/>
        </p:nvSpPr>
        <p:spPr>
          <a:xfrm xmlns:a="http://schemas.openxmlformats.org/drawingml/2006/main">
            <a:off x="7858125" y="4238625"/>
            <a:ext cx="123825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8" name="">
            <a:extLst xmlns:a="http://schemas.openxmlformats.org/drawingml/2006/main">
              <a:ext uri="{FF2B5EF4-FFF2-40B4-BE49-F238E27FC236}">
                <a16:creationId xmlns:a16="http://schemas.microsoft.com/office/drawing/2014/main" id="{48D32C56-7290-4EEB-9238-580C18AFB2B7}"/>
              </a:ext>
            </a:extLst>
          </p:cNvPr>
          <p:cNvSpPr>
            <a:spLocks xmlns:a="http://schemas.openxmlformats.org/drawingml/2006/main" noGrp="1"/>
          </p:cNvSpPr>
          <p:nvPr/>
        </p:nvSpPr>
        <p:spPr>
          <a:xfrm xmlns:a="http://schemas.openxmlformats.org/drawingml/2006/main">
            <a:off x="7953375" y="431482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CMS</a:t>
            </a:r>
          </a:p>
        </p:txBody>
      </p:sp>
      <p:sp>
        <p:nvSpPr>
          <p:cNvPr id="39" name="">
            <a:extLst xmlns:a="http://schemas.openxmlformats.org/drawingml/2006/main">
              <a:ext uri="{FF2B5EF4-FFF2-40B4-BE49-F238E27FC236}">
                <a16:creationId xmlns:a16="http://schemas.microsoft.com/office/drawing/2014/main" id="{C7E49F36-6FD4-4BCF-A102-4D487AFCDDE6}"/>
              </a:ext>
            </a:extLst>
          </p:cNvPr>
          <p:cNvSpPr>
            <a:spLocks xmlns:a="http://schemas.openxmlformats.org/drawingml/2006/main" noGrp="1"/>
          </p:cNvSpPr>
          <p:nvPr/>
        </p:nvSpPr>
        <p:spPr>
          <a:xfrm xmlns:a="http://schemas.openxmlformats.org/drawingml/2006/main">
            <a:off x="7762875" y="488632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Live-Seite</a:t>
            </a:r>
          </a:p>
        </p:txBody>
      </p:sp>
      <p:sp>
        <p:nvSpPr>
          <p:cNvPr id="40" name="">
            <a:extLst xmlns:a="http://schemas.openxmlformats.org/drawingml/2006/main">
              <a:ext uri="{FF2B5EF4-FFF2-40B4-BE49-F238E27FC236}">
                <a16:creationId xmlns:a16="http://schemas.microsoft.com/office/drawing/2014/main" id="{97F2786D-24BD-488F-B085-D46B08C1F48C}"/>
              </a:ext>
            </a:extLst>
          </p:cNvPr>
          <p:cNvSpPr>
            <a:spLocks xmlns:a="http://schemas.openxmlformats.org/drawingml/2006/main" noGrp="1"/>
          </p:cNvSpPr>
          <p:nvPr/>
        </p:nvSpPr>
        <p:spPr>
          <a:xfrm xmlns:a="http://schemas.openxmlformats.org/drawingml/2006/main">
            <a:off x="5286375" y="4619625"/>
            <a:ext cx="1238250" cy="55245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41" name="">
            <a:extLst xmlns:a="http://schemas.openxmlformats.org/drawingml/2006/main">
              <a:ext uri="{FF2B5EF4-FFF2-40B4-BE49-F238E27FC236}">
                <a16:creationId xmlns:a16="http://schemas.microsoft.com/office/drawing/2014/main" id="{BBF975FD-D52A-4779-A2D1-2FE4D1159686}"/>
              </a:ext>
            </a:extLst>
          </p:cNvPr>
          <p:cNvSpPr>
            <a:spLocks xmlns:a="http://schemas.openxmlformats.org/drawingml/2006/main" noGrp="1"/>
          </p:cNvSpPr>
          <p:nvPr/>
        </p:nvSpPr>
        <p:spPr>
          <a:xfrm xmlns:a="http://schemas.openxmlformats.org/drawingml/2006/main">
            <a:off x="5381625" y="469582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CHECKION</a:t>
            </a:r>
          </a:p>
        </p:txBody>
      </p:sp>
      <p:sp>
        <p:nvSpPr>
          <p:cNvPr id="42" name="">
            <a:extLst xmlns:a="http://schemas.openxmlformats.org/drawingml/2006/main">
              <a:ext uri="{FF2B5EF4-FFF2-40B4-BE49-F238E27FC236}">
                <a16:creationId xmlns:a16="http://schemas.microsoft.com/office/drawing/2014/main" id="{60F0314F-23E4-4DA6-BC28-BD88928A02D9}"/>
              </a:ext>
            </a:extLst>
          </p:cNvPr>
          <p:cNvSpPr>
            <a:spLocks xmlns:a="http://schemas.openxmlformats.org/drawingml/2006/main" noGrp="1"/>
          </p:cNvSpPr>
          <p:nvPr/>
        </p:nvSpPr>
        <p:spPr>
          <a:xfrm xmlns:a="http://schemas.openxmlformats.org/drawingml/2006/main">
            <a:off x="5191125" y="526732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Findings</a:t>
            </a:r>
          </a:p>
        </p:txBody>
      </p:sp>
      <p:sp>
        <p:nvSpPr>
          <p:cNvPr id="43" name="">
            <a:extLst xmlns:a="http://schemas.openxmlformats.org/drawingml/2006/main">
              <a:ext uri="{FF2B5EF4-FFF2-40B4-BE49-F238E27FC236}">
                <a16:creationId xmlns:a16="http://schemas.microsoft.com/office/drawing/2014/main" id="{7C358B8B-B1FE-451B-8F4D-9A13EA996B03}"/>
              </a:ext>
            </a:extLst>
          </p:cNvPr>
          <p:cNvSpPr>
            <a:spLocks xmlns:a="http://schemas.openxmlformats.org/drawingml/2006/main" noGrp="1"/>
          </p:cNvSpPr>
          <p:nvPr/>
        </p:nvSpPr>
        <p:spPr>
          <a:xfrm xmlns:a="http://schemas.openxmlformats.org/drawingml/2006/main">
            <a:off x="4514850" y="2781300"/>
            <a:ext cx="316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ctr">
              <a:buNone/>
              <a:defRPr sz="2700" b="1">
                <a:solidFill>
                  <a:srgbClr val="FFFFFF"/>
                </a:solidFill>
                <a:latin typeface="Noto Sans JP"/>
                <a:ea typeface="Noto Sans JP"/>
                <a:cs typeface="Noto Sans JP"/>
              </a:defRPr>
            </a:pPr>
            <a:r>
              <a:rPr sz="2700" b="1">
                <a:solidFill>
                  <a:srgbClr val="FFFFFF"/>
                </a:solidFill>
                <a:latin typeface="Noto Sans JP"/>
                <a:ea typeface="Noto Sans JP"/>
                <a:cs typeface="Noto Sans JP"/>
              </a:rPr>
              <a:t>KONTEXT</a:t>
            </a:r>
          </a:p>
        </p:txBody>
      </p:sp>
      <p:sp>
        <p:nvSpPr>
          <p:cNvPr id="44" name="">
            <a:extLst xmlns:a="http://schemas.openxmlformats.org/drawingml/2006/main">
              <a:ext uri="{FF2B5EF4-FFF2-40B4-BE49-F238E27FC236}">
                <a16:creationId xmlns:a16="http://schemas.microsoft.com/office/drawing/2014/main" id="{B3F4673D-1A2C-4FCE-A012-8E5308411AAB}"/>
              </a:ext>
            </a:extLst>
          </p:cNvPr>
          <p:cNvSpPr>
            <a:spLocks xmlns:a="http://schemas.openxmlformats.org/drawingml/2006/main" noGrp="1"/>
          </p:cNvSpPr>
          <p:nvPr/>
        </p:nvSpPr>
        <p:spPr>
          <a:xfrm xmlns:a="http://schemas.openxmlformats.org/drawingml/2006/main">
            <a:off x="4038600" y="3333750"/>
            <a:ext cx="411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ctr">
              <a:buNone/>
              <a:defRPr sz="900" b="0">
                <a:solidFill>
                  <a:srgbClr val="F256B6"/>
                </a:solidFill>
                <a:latin typeface="IBM Plex Mono"/>
                <a:ea typeface="IBM Plex Mono"/>
                <a:cs typeface="IBM Plex Mono"/>
              </a:defRPr>
            </a:pPr>
            <a:r>
              <a:rPr sz="900" b="0">
                <a:solidFill>
                  <a:srgbClr val="F256B6"/>
                </a:solidFill>
                <a:latin typeface="IBM Plex Mono"/>
                <a:ea typeface="IBM Plex Mono"/>
                <a:cs typeface="IBM Plex Mono"/>
              </a:rPr>
              <a:t>Quellen · Entscheidungen · Ergebnisse</a:t>
            </a:r>
          </a:p>
        </p:txBody>
      </p:sp>
      <p:sp>
        <p:nvSpPr>
          <p:cNvPr id="45" name="">
            <a:extLst xmlns:a="http://schemas.openxmlformats.org/drawingml/2006/main">
              <a:ext uri="{FF2B5EF4-FFF2-40B4-BE49-F238E27FC236}">
                <a16:creationId xmlns:a16="http://schemas.microsoft.com/office/drawing/2014/main" id="{63083ED1-9B21-4755-90F7-864E1F0E7BAF}"/>
              </a:ext>
            </a:extLst>
          </p:cNvPr>
          <p:cNvSpPr>
            <a:spLocks xmlns:a="http://schemas.openxmlformats.org/drawingml/2006/main" noGrp="1"/>
          </p:cNvSpPr>
          <p:nvPr/>
        </p:nvSpPr>
        <p:spPr>
          <a:xfrm xmlns:a="http://schemas.openxmlformats.org/drawingml/2006/main">
            <a:off x="457200" y="6153150"/>
            <a:ext cx="981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FFFF"/>
                </a:solidFill>
                <a:latin typeface="Noto Sans JP Light"/>
                <a:ea typeface="Noto Sans JP Light"/>
                <a:cs typeface="Noto Sans JP Light"/>
              </a:defRPr>
            </a:pPr>
            <a:r>
              <a:rPr sz="1050" b="1">
                <a:solidFill>
                  <a:srgbClr val="FFFFFF"/>
                </a:solidFill>
                <a:latin typeface="Noto Sans JP Light"/>
                <a:ea typeface="Noto Sans JP Light"/>
                <a:cs typeface="Noto Sans JP Light"/>
              </a:rPr>
              <a:t>Kein Pflichtparcours: Jede Journey ist modular und wird pro Prozess zusammengestellt.</a:t>
            </a:r>
          </a:p>
        </p:txBody>
      </p:sp>
    </p:spTree>
    <p:extLst>
      <p:ext uri="{BB962C8B-B14F-4D97-AF65-F5344CB8AC3E}">
        <p14:creationId xmlns:p14="http://schemas.microsoft.com/office/powerpoint/2010/main" val="13502350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5d9f3b8ccd54823"/>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66E471-71D1-4781-A95A-3573B5499D94}"/>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PLEXON · ORCHESTRATION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5365249490645ba"/>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A7D482-7027-4EE7-88E0-19CDE6497551}"/>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05</a:t>
            </a:r>
          </a:p>
        </p:txBody>
      </p:sp>
      <p:sp>
        <p:nvSpPr>
          <p:cNvPr id="5" name="">
            <a:extLst xmlns:a="http://schemas.openxmlformats.org/drawingml/2006/main">
              <a:ext uri="{FF2B5EF4-FFF2-40B4-BE49-F238E27FC236}">
                <a16:creationId xmlns:a16="http://schemas.microsoft.com/office/drawing/2014/main" id="{C4BD4E83-BCC2-4519-81BD-61E37BC6DD26}"/>
              </a:ext>
            </a:extLst>
          </p:cNvPr>
          <p:cNvSpPr>
            <a:spLocks xmlns:a="http://schemas.openxmlformats.org/drawingml/2006/main" noGrp="1"/>
          </p:cNvSpPr>
          <p:nvPr/>
        </p:nvSpPr>
        <p:spPr>
          <a:xfrm xmlns:a="http://schemas.openxmlformats.org/drawingml/2006/main">
            <a:off x="457200" y="838200"/>
            <a:ext cx="5048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Aus verteiltem Wissen wird handlungsfähige Intelligenz.</a:t>
            </a:r>
          </a:p>
        </p:txBody>
      </p:sp>
      <p:sp>
        <p:nvSpPr>
          <p:cNvPr id="6" name="">
            <a:extLst xmlns:a="http://schemas.openxmlformats.org/drawingml/2006/main">
              <a:ext uri="{FF2B5EF4-FFF2-40B4-BE49-F238E27FC236}">
                <a16:creationId xmlns:a16="http://schemas.microsoft.com/office/drawing/2014/main" id="{7CC95BF3-5333-40D0-A84A-86A2824D16C4}"/>
              </a:ext>
            </a:extLst>
          </p:cNvPr>
          <p:cNvSpPr>
            <a:spLocks xmlns:a="http://schemas.openxmlformats.org/drawingml/2006/main" noGrp="1"/>
          </p:cNvSpPr>
          <p:nvPr/>
        </p:nvSpPr>
        <p:spPr>
          <a:xfrm xmlns:a="http://schemas.openxmlformats.org/drawingml/2006/main">
            <a:off x="457200" y="2133600"/>
            <a:ext cx="4286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11111"/>
                </a:solidFill>
                <a:latin typeface="Noto Sans JP Light"/>
                <a:ea typeface="Noto Sans JP Light"/>
                <a:cs typeface="Noto Sans JP Light"/>
              </a:defRPr>
            </a:pPr>
            <a:r>
              <a:rPr sz="1275" b="1">
                <a:solidFill>
                  <a:srgbClr val="111111"/>
                </a:solidFill>
                <a:latin typeface="Noto Sans JP Light"/>
                <a:ea typeface="Noto Sans JP Light"/>
                <a:cs typeface="Noto Sans JP Light"/>
              </a:rPr>
              <a:t>PLEXON verknüpft Quellen, Personas, Apps, Ergebnisse und Entscheidungen in ausgelösten oder konfigurierten agentischen Workflows.</a:t>
            </a:r>
          </a:p>
        </p:txBody>
      </p:sp>
      <p:sp>
        <p:nvSpPr>
          <p:cNvPr id="7" name="">
            <a:extLst xmlns:a="http://schemas.openxmlformats.org/drawingml/2006/main">
              <a:ext uri="{FF2B5EF4-FFF2-40B4-BE49-F238E27FC236}">
                <a16:creationId xmlns:a16="http://schemas.microsoft.com/office/drawing/2014/main" id="{C11FB57F-652C-499F-99CE-FAF8D61FB857}"/>
              </a:ext>
            </a:extLst>
          </p:cNvPr>
          <p:cNvSpPr>
            <a:spLocks xmlns:a="http://schemas.openxmlformats.org/drawingml/2006/main" noGrp="1"/>
          </p:cNvSpPr>
          <p:nvPr/>
        </p:nvSpPr>
        <p:spPr>
          <a:xfrm xmlns:a="http://schemas.openxmlformats.org/drawingml/2006/main">
            <a:off x="457200" y="338137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256B6"/>
                </a:solidFill>
                <a:latin typeface="IBM Plex Mono"/>
                <a:ea typeface="IBM Plex Mono"/>
                <a:cs typeface="IBM Plex Mono"/>
              </a:defRPr>
            </a:pPr>
            <a:r>
              <a:rPr sz="1350" b="1">
                <a:solidFill>
                  <a:srgbClr val="F256B6"/>
                </a:solidFill>
                <a:latin typeface="IBM Plex Mono"/>
                <a:ea typeface="IBM Plex Mono"/>
                <a:cs typeface="IBM Plex Mono"/>
              </a:rPr>
              <a:t>KONTEXT</a:t>
            </a:r>
          </a:p>
        </p:txBody>
      </p:sp>
      <p:sp>
        <p:nvSpPr>
          <p:cNvPr id="8" name="">
            <a:extLst xmlns:a="http://schemas.openxmlformats.org/drawingml/2006/main">
              <a:ext uri="{FF2B5EF4-FFF2-40B4-BE49-F238E27FC236}">
                <a16:creationId xmlns:a16="http://schemas.microsoft.com/office/drawing/2014/main" id="{FE5084E0-E95F-4C5A-9A6F-C55858B44597}"/>
              </a:ext>
            </a:extLst>
          </p:cNvPr>
          <p:cNvSpPr>
            <a:spLocks xmlns:a="http://schemas.openxmlformats.org/drawingml/2006/main" noGrp="1"/>
          </p:cNvSpPr>
          <p:nvPr/>
        </p:nvSpPr>
        <p:spPr>
          <a:xfrm xmlns:a="http://schemas.openxmlformats.org/drawingml/2006/main">
            <a:off x="457200" y="383857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11111"/>
                </a:solidFill>
                <a:latin typeface="IBM Plex Mono"/>
                <a:ea typeface="IBM Plex Mono"/>
                <a:cs typeface="IBM Plex Mono"/>
              </a:defRPr>
            </a:pPr>
            <a:r>
              <a:rPr sz="1350" b="1">
                <a:solidFill>
                  <a:srgbClr val="111111"/>
                </a:solidFill>
                <a:latin typeface="IBM Plex Mono"/>
                <a:ea typeface="IBM Plex Mono"/>
                <a:cs typeface="IBM Plex Mono"/>
              </a:rPr>
              <a:t>ORCHESTRIERUNG</a:t>
            </a:r>
          </a:p>
        </p:txBody>
      </p:sp>
      <p:sp>
        <p:nvSpPr>
          <p:cNvPr id="9" name="">
            <a:extLst xmlns:a="http://schemas.openxmlformats.org/drawingml/2006/main">
              <a:ext uri="{FF2B5EF4-FFF2-40B4-BE49-F238E27FC236}">
                <a16:creationId xmlns:a16="http://schemas.microsoft.com/office/drawing/2014/main" id="{20BB79CB-F9E9-4C54-BD13-B0638C9749C3}"/>
              </a:ext>
            </a:extLst>
          </p:cNvPr>
          <p:cNvSpPr>
            <a:spLocks xmlns:a="http://schemas.openxmlformats.org/drawingml/2006/main" noGrp="1"/>
          </p:cNvSpPr>
          <p:nvPr/>
        </p:nvSpPr>
        <p:spPr>
          <a:xfrm xmlns:a="http://schemas.openxmlformats.org/drawingml/2006/main">
            <a:off x="457200" y="429577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00CA55"/>
                </a:solidFill>
                <a:latin typeface="IBM Plex Mono"/>
                <a:ea typeface="IBM Plex Mono"/>
                <a:cs typeface="IBM Plex Mono"/>
              </a:defRPr>
            </a:pPr>
            <a:r>
              <a:rPr sz="1350" b="1">
                <a:solidFill>
                  <a:srgbClr val="00CA55"/>
                </a:solidFill>
                <a:latin typeface="IBM Plex Mono"/>
                <a:ea typeface="IBM Plex Mono"/>
                <a:cs typeface="IBM Plex Mono"/>
              </a:rPr>
              <a:t>NACHWEIS</a:t>
            </a:r>
          </a:p>
        </p:txBody>
      </p:sp>
      <p:sp>
        <p:nvSpPr>
          <p:cNvPr id="10" name="">
            <a:extLst xmlns:a="http://schemas.openxmlformats.org/drawingml/2006/main">
              <a:ext uri="{FF2B5EF4-FFF2-40B4-BE49-F238E27FC236}">
                <a16:creationId xmlns:a16="http://schemas.microsoft.com/office/drawing/2014/main" id="{88019FDE-CCF6-4589-996D-FF2EB23CB5ED}"/>
              </a:ext>
            </a:extLst>
          </p:cNvPr>
          <p:cNvSpPr>
            <a:spLocks xmlns:a="http://schemas.openxmlformats.org/drawingml/2006/main" noGrp="1"/>
          </p:cNvSpPr>
          <p:nvPr/>
        </p:nvSpPr>
        <p:spPr>
          <a:xfrm xmlns:a="http://schemas.openxmlformats.org/drawingml/2006/main">
            <a:off x="7524750" y="2990850"/>
            <a:ext cx="1162050" cy="3619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8F92063-7F51-4B25-9F6A-AD3096DBF8AB}"/>
              </a:ext>
            </a:extLst>
          </p:cNvPr>
          <p:cNvSpPr>
            <a:spLocks xmlns:a="http://schemas.openxmlformats.org/drawingml/2006/main" noGrp="1"/>
          </p:cNvSpPr>
          <p:nvPr/>
        </p:nvSpPr>
        <p:spPr>
          <a:xfrm xmlns:a="http://schemas.openxmlformats.org/drawingml/2006/main">
            <a:off x="7620000" y="3095625"/>
            <a:ext cx="9715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NEW INSIGHT</a:t>
            </a:r>
          </a:p>
        </p:txBody>
      </p:sp>
      <p:sp>
        <p:nvSpPr>
          <p:cNvPr id="12" name="">
            <a:extLst xmlns:a="http://schemas.openxmlformats.org/drawingml/2006/main">
              <a:ext uri="{FF2B5EF4-FFF2-40B4-BE49-F238E27FC236}">
                <a16:creationId xmlns:a16="http://schemas.microsoft.com/office/drawing/2014/main" id="{4834F551-CA08-4164-8647-AEF23BAF382A}"/>
              </a:ext>
            </a:extLst>
          </p:cNvPr>
          <p:cNvSpPr>
            <a:spLocks xmlns:a="http://schemas.openxmlformats.org/drawingml/2006/main" noGrp="1"/>
          </p:cNvSpPr>
          <p:nvPr/>
        </p:nvSpPr>
        <p:spPr>
          <a:xfrm xmlns:a="http://schemas.openxmlformats.org/drawingml/2006/main">
            <a:off x="457200" y="5257800"/>
            <a:ext cx="4953000" cy="1905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13" name="">
            <a:extLst xmlns:a="http://schemas.openxmlformats.org/drawingml/2006/main">
              <a:ext uri="{FF2B5EF4-FFF2-40B4-BE49-F238E27FC236}">
                <a16:creationId xmlns:a16="http://schemas.microsoft.com/office/drawing/2014/main" id="{261A68D1-EF77-439E-A409-3C53F502AE65}"/>
              </a:ext>
            </a:extLst>
          </p:cNvPr>
          <p:cNvSpPr>
            <a:spLocks xmlns:a="http://schemas.openxmlformats.org/drawingml/2006/main" noGrp="1"/>
          </p:cNvSpPr>
          <p:nvPr/>
        </p:nvSpPr>
        <p:spPr>
          <a:xfrm xmlns:a="http://schemas.openxmlformats.org/drawingml/2006/main">
            <a:off x="457200" y="535305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PRODUKTNAH</a:t>
            </a:r>
          </a:p>
        </p:txBody>
      </p:sp>
      <p:sp>
        <p:nvSpPr>
          <p:cNvPr id="14" name="">
            <a:extLst xmlns:a="http://schemas.openxmlformats.org/drawingml/2006/main">
              <a:ext uri="{FF2B5EF4-FFF2-40B4-BE49-F238E27FC236}">
                <a16:creationId xmlns:a16="http://schemas.microsoft.com/office/drawing/2014/main" id="{417E121D-C9AB-4A02-A213-A1C9E273C21C}"/>
              </a:ext>
            </a:extLst>
          </p:cNvPr>
          <p:cNvSpPr>
            <a:spLocks xmlns:a="http://schemas.openxmlformats.org/drawingml/2006/main" noGrp="1"/>
          </p:cNvSpPr>
          <p:nvPr/>
        </p:nvSpPr>
        <p:spPr>
          <a:xfrm xmlns:a="http://schemas.openxmlformats.org/drawingml/2006/main">
            <a:off x="457200" y="5543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Run-Historie · Freigaben · MCP / API / Webhook</a:t>
            </a:r>
          </a:p>
        </p:txBody>
      </p:sp>
      <p:sp>
        <p:nvSpPr>
          <p:cNvPr id="15" name="">
            <a:extLst xmlns:a="http://schemas.openxmlformats.org/drawingml/2006/main">
              <a:ext uri="{FF2B5EF4-FFF2-40B4-BE49-F238E27FC236}">
                <a16:creationId xmlns:a16="http://schemas.microsoft.com/office/drawing/2014/main" id="{47D30994-7D8B-4F61-BA8B-8686892F4D33}"/>
              </a:ext>
            </a:extLst>
          </p:cNvPr>
          <p:cNvSpPr>
            <a:spLocks xmlns:a="http://schemas.openxmlformats.org/drawingml/2006/main" noGrp="1"/>
          </p:cNvSpPr>
          <p:nvPr/>
        </p:nvSpPr>
        <p:spPr>
          <a:xfrm xmlns:a="http://schemas.openxmlformats.org/drawingml/2006/main">
            <a:off x="457200" y="5943600"/>
            <a:ext cx="2476500" cy="190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16" name="">
            <a:extLst xmlns:a="http://schemas.openxmlformats.org/drawingml/2006/main">
              <a:ext uri="{FF2B5EF4-FFF2-40B4-BE49-F238E27FC236}">
                <a16:creationId xmlns:a16="http://schemas.microsoft.com/office/drawing/2014/main" id="{641D32E8-0628-41C6-ADE9-11320A227DC4}"/>
              </a:ext>
            </a:extLst>
          </p:cNvPr>
          <p:cNvSpPr>
            <a:spLocks xmlns:a="http://schemas.openxmlformats.org/drawingml/2006/main" noGrp="1"/>
          </p:cNvSpPr>
          <p:nvPr/>
        </p:nvSpPr>
        <p:spPr>
          <a:xfrm xmlns:a="http://schemas.openxmlformats.org/drawingml/2006/main">
            <a:off x="457200" y="60388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PILOT-KPI</a:t>
            </a:r>
          </a:p>
        </p:txBody>
      </p:sp>
      <p:sp>
        <p:nvSpPr>
          <p:cNvPr id="17" name="">
            <a:extLst xmlns:a="http://schemas.openxmlformats.org/drawingml/2006/main">
              <a:ext uri="{FF2B5EF4-FFF2-40B4-BE49-F238E27FC236}">
                <a16:creationId xmlns:a16="http://schemas.microsoft.com/office/drawing/2014/main" id="{2E2629AA-D6EA-4845-82FF-2E040170B792}"/>
              </a:ext>
            </a:extLst>
          </p:cNvPr>
          <p:cNvSpPr>
            <a:spLocks xmlns:a="http://schemas.openxmlformats.org/drawingml/2006/main" noGrp="1"/>
          </p:cNvSpPr>
          <p:nvPr/>
        </p:nvSpPr>
        <p:spPr>
          <a:xfrm xmlns:a="http://schemas.openxmlformats.org/drawingml/2006/main">
            <a:off x="457200" y="62293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Time-to-Insight</a:t>
            </a:r>
          </a:p>
        </p:txBody>
      </p:sp>
    </p:spTree>
    <p:extLst>
      <p:ext uri="{BB962C8B-B14F-4D97-AF65-F5344CB8AC3E}">
        <p14:creationId xmlns:p14="http://schemas.microsoft.com/office/powerpoint/2010/main" val="756032442"/>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34A93120-04BB-4C98-8CA0-8896A0222AC1}"/>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PLEXON · WORKFLOW BUILDER</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335da5dbd7854d4d"/>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822984D-8985-42C1-9D4B-E62B65E869B8}"/>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06</a:t>
            </a:r>
          </a:p>
        </p:txBody>
      </p:sp>
      <p:sp>
        <p:nvSpPr>
          <p:cNvPr id="4" name="">
            <a:extLst xmlns:a="http://schemas.openxmlformats.org/drawingml/2006/main">
              <a:ext uri="{FF2B5EF4-FFF2-40B4-BE49-F238E27FC236}">
                <a16:creationId xmlns:a16="http://schemas.microsoft.com/office/drawing/2014/main" id="{6608C430-5598-4C2A-90D6-13F5BAD9838F}"/>
              </a:ext>
            </a:extLst>
          </p:cNvPr>
          <p:cNvSpPr>
            <a:spLocks xmlns:a="http://schemas.openxmlformats.org/drawingml/2006/main" noGrp="1"/>
          </p:cNvSpPr>
          <p:nvPr/>
        </p:nvSpPr>
        <p:spPr>
          <a:xfrm xmlns:a="http://schemas.openxmlformats.org/drawingml/2006/main">
            <a:off x="457200" y="781050"/>
            <a:ext cx="904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FFFFFF"/>
                </a:solidFill>
                <a:latin typeface="Noto Sans JP"/>
                <a:ea typeface="Noto Sans JP"/>
                <a:cs typeface="Noto Sans JP"/>
              </a:defRPr>
            </a:pPr>
            <a:r>
              <a:rPr sz="2925" b="1">
                <a:solidFill>
                  <a:srgbClr val="FFFFFF"/>
                </a:solidFill>
                <a:latin typeface="Noto Sans JP"/>
                <a:ea typeface="Noto Sans JP"/>
                <a:cs typeface="Noto Sans JP"/>
              </a:rPr>
              <a:t>Autonomie, die sich steuern lässt.</a:t>
            </a:r>
          </a:p>
        </p:txBody>
      </p:sp>
      <p:sp>
        <p:nvSpPr>
          <p:cNvPr id="5" name="">
            <a:extLst xmlns:a="http://schemas.openxmlformats.org/drawingml/2006/main">
              <a:ext uri="{FF2B5EF4-FFF2-40B4-BE49-F238E27FC236}">
                <a16:creationId xmlns:a16="http://schemas.microsoft.com/office/drawing/2014/main" id="{1EC5623A-246E-4755-8418-F5C92DA7B0F1}"/>
              </a:ext>
            </a:extLst>
          </p:cNvPr>
          <p:cNvSpPr>
            <a:spLocks xmlns:a="http://schemas.openxmlformats.org/drawingml/2006/main" noGrp="1"/>
          </p:cNvSpPr>
          <p:nvPr/>
        </p:nvSpPr>
        <p:spPr>
          <a:xfrm xmlns:a="http://schemas.openxmlformats.org/drawingml/2006/main">
            <a:off x="457200" y="14097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FFFFFF"/>
                </a:solidFill>
                <a:latin typeface="Noto Sans JP Light"/>
                <a:ea typeface="Noto Sans JP Light"/>
                <a:cs typeface="Noto Sans JP Light"/>
              </a:defRPr>
            </a:pPr>
            <a:r>
              <a:rPr sz="1200" b="1">
                <a:solidFill>
                  <a:srgbClr val="FFFFFF"/>
                </a:solidFill>
                <a:latin typeface="Noto Sans JP Light"/>
                <a:ea typeface="Noto Sans JP Light"/>
                <a:cs typeface="Noto Sans JP Light"/>
              </a:rPr>
              <a:t>Trigger, Spezialfähigkeiten, Freigaben und Wiederholungen werden zu einem nachvollziehbaren Ablauf.</a:t>
            </a:r>
          </a:p>
        </p:txBody>
      </p:sp>
      <p:sp>
        <p:nvSpPr>
          <p:cNvPr id="6" name="">
            <a:extLst xmlns:a="http://schemas.openxmlformats.org/drawingml/2006/main">
              <a:ext uri="{FF2B5EF4-FFF2-40B4-BE49-F238E27FC236}">
                <a16:creationId xmlns:a16="http://schemas.microsoft.com/office/drawing/2014/main" id="{0E62ECAF-A3AB-43D1-97CE-8B816B37FCC0}"/>
              </a:ext>
            </a:extLst>
          </p:cNvPr>
          <p:cNvSpPr>
            <a:spLocks xmlns:a="http://schemas.openxmlformats.org/drawingml/2006/main" noGrp="1"/>
          </p:cNvSpPr>
          <p:nvPr/>
        </p:nvSpPr>
        <p:spPr>
          <a:xfrm xmlns:a="http://schemas.openxmlformats.org/drawingml/2006/main">
            <a:off x="1104900" y="3019425"/>
            <a:ext cx="9525000" cy="476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89F38B4A-9B39-40C1-A0BF-53B179176B1A}"/>
              </a:ext>
            </a:extLst>
          </p:cNvPr>
          <p:cNvSpPr>
            <a:spLocks xmlns:a="http://schemas.openxmlformats.org/drawingml/2006/main" noGrp="1"/>
          </p:cNvSpPr>
          <p:nvPr/>
        </p:nvSpPr>
        <p:spPr>
          <a:xfrm xmlns:a="http://schemas.openxmlformats.org/drawingml/2006/main">
            <a:off x="10420350" y="2724150"/>
            <a:ext cx="59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2850" b="1">
                <a:solidFill>
                  <a:srgbClr val="FFFFFF"/>
                </a:solidFill>
                <a:latin typeface="Noto Sans JP"/>
                <a:ea typeface="Noto Sans JP"/>
                <a:cs typeface="Noto Sans JP"/>
              </a:defRPr>
            </a:pPr>
            <a:r>
              <a:rPr sz="2850" b="1">
                <a:solidFill>
                  <a:srgbClr val="FFFFFF"/>
                </a:solidFill>
                <a:latin typeface="Noto Sans JP"/>
                <a:ea typeface="Noto Sans JP"/>
                <a:cs typeface="Noto Sans JP"/>
              </a:rPr>
              <a:t>→</a:t>
            </a:r>
          </a:p>
        </p:txBody>
      </p:sp>
      <p:sp>
        <p:nvSpPr>
          <p:cNvPr id="8" name="">
            <a:extLst xmlns:a="http://schemas.openxmlformats.org/drawingml/2006/main">
              <a:ext uri="{FF2B5EF4-FFF2-40B4-BE49-F238E27FC236}">
                <a16:creationId xmlns:a16="http://schemas.microsoft.com/office/drawing/2014/main" id="{45F92165-D64D-43CE-8665-240847026603}"/>
              </a:ext>
            </a:extLst>
          </p:cNvPr>
          <p:cNvSpPr>
            <a:spLocks xmlns:a="http://schemas.openxmlformats.org/drawingml/2006/main" noGrp="1"/>
          </p:cNvSpPr>
          <p:nvPr/>
        </p:nvSpPr>
        <p:spPr>
          <a:xfrm xmlns:a="http://schemas.openxmlformats.org/drawingml/2006/main">
            <a:off x="628650" y="2362200"/>
            <a:ext cx="1752600" cy="135255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9" name="">
            <a:extLst xmlns:a="http://schemas.openxmlformats.org/drawingml/2006/main">
              <a:ext uri="{FF2B5EF4-FFF2-40B4-BE49-F238E27FC236}">
                <a16:creationId xmlns:a16="http://schemas.microsoft.com/office/drawing/2014/main" id="{E7FDB304-374F-41AA-8052-7211593FAE27}"/>
              </a:ext>
            </a:extLst>
          </p:cNvPr>
          <p:cNvSpPr>
            <a:spLocks xmlns:a="http://schemas.openxmlformats.org/drawingml/2006/main" noGrp="1"/>
          </p:cNvSpPr>
          <p:nvPr/>
        </p:nvSpPr>
        <p:spPr>
          <a:xfrm xmlns:a="http://schemas.openxmlformats.org/drawingml/2006/main">
            <a:off x="762000" y="24955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01</a:t>
            </a:r>
          </a:p>
        </p:txBody>
      </p:sp>
      <p:sp>
        <p:nvSpPr>
          <p:cNvPr id="10" name="">
            <a:extLst xmlns:a="http://schemas.openxmlformats.org/drawingml/2006/main">
              <a:ext uri="{FF2B5EF4-FFF2-40B4-BE49-F238E27FC236}">
                <a16:creationId xmlns:a16="http://schemas.microsoft.com/office/drawing/2014/main" id="{AFE0BE91-767C-48BA-A3AF-BB2D89E019A7}"/>
              </a:ext>
            </a:extLst>
          </p:cNvPr>
          <p:cNvSpPr>
            <a:spLocks xmlns:a="http://schemas.openxmlformats.org/drawingml/2006/main" noGrp="1"/>
          </p:cNvSpPr>
          <p:nvPr/>
        </p:nvSpPr>
        <p:spPr>
          <a:xfrm xmlns:a="http://schemas.openxmlformats.org/drawingml/2006/main">
            <a:off x="762000" y="28003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TRIGGER</a:t>
            </a:r>
          </a:p>
        </p:txBody>
      </p:sp>
      <p:sp>
        <p:nvSpPr>
          <p:cNvPr id="11" name="">
            <a:extLst xmlns:a="http://schemas.openxmlformats.org/drawingml/2006/main">
              <a:ext uri="{FF2B5EF4-FFF2-40B4-BE49-F238E27FC236}">
                <a16:creationId xmlns:a16="http://schemas.microsoft.com/office/drawing/2014/main" id="{78E47BDF-7583-4831-92F9-24DECCB0F07D}"/>
              </a:ext>
            </a:extLst>
          </p:cNvPr>
          <p:cNvSpPr>
            <a:spLocks xmlns:a="http://schemas.openxmlformats.org/drawingml/2006/main" noGrp="1"/>
          </p:cNvSpPr>
          <p:nvPr/>
        </p:nvSpPr>
        <p:spPr>
          <a:xfrm xmlns:a="http://schemas.openxmlformats.org/drawingml/2006/main">
            <a:off x="762000" y="32194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UI · Assistant</a:t>
            </a:r>
          </a:p>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Webhook · Service</a:t>
            </a:r>
          </a:p>
        </p:txBody>
      </p:sp>
      <p:sp>
        <p:nvSpPr>
          <p:cNvPr id="12" name="">
            <a:extLst xmlns:a="http://schemas.openxmlformats.org/drawingml/2006/main">
              <a:ext uri="{FF2B5EF4-FFF2-40B4-BE49-F238E27FC236}">
                <a16:creationId xmlns:a16="http://schemas.microsoft.com/office/drawing/2014/main" id="{021D857C-FBAE-4242-9679-C891B6C73D73}"/>
              </a:ext>
            </a:extLst>
          </p:cNvPr>
          <p:cNvSpPr>
            <a:spLocks xmlns:a="http://schemas.openxmlformats.org/drawingml/2006/main" noGrp="1"/>
          </p:cNvSpPr>
          <p:nvPr/>
        </p:nvSpPr>
        <p:spPr>
          <a:xfrm xmlns:a="http://schemas.openxmlformats.org/drawingml/2006/main">
            <a:off x="2762250" y="2362200"/>
            <a:ext cx="1752600" cy="13525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FD079A8A-9915-4235-898F-41ECB6ABBBFF}"/>
              </a:ext>
            </a:extLst>
          </p:cNvPr>
          <p:cNvSpPr>
            <a:spLocks xmlns:a="http://schemas.openxmlformats.org/drawingml/2006/main" noGrp="1"/>
          </p:cNvSpPr>
          <p:nvPr/>
        </p:nvSpPr>
        <p:spPr>
          <a:xfrm xmlns:a="http://schemas.openxmlformats.org/drawingml/2006/main">
            <a:off x="2895600" y="24955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686868"/>
                </a:solidFill>
                <a:latin typeface="IBM Plex Mono"/>
                <a:ea typeface="IBM Plex Mono"/>
                <a:cs typeface="IBM Plex Mono"/>
              </a:defRPr>
            </a:pPr>
            <a:r>
              <a:rPr sz="675" b="1">
                <a:solidFill>
                  <a:srgbClr val="686868"/>
                </a:solidFill>
                <a:latin typeface="IBM Plex Mono"/>
                <a:ea typeface="IBM Plex Mono"/>
                <a:cs typeface="IBM Plex Mono"/>
              </a:rPr>
              <a:t>02</a:t>
            </a:r>
          </a:p>
        </p:txBody>
      </p:sp>
      <p:sp>
        <p:nvSpPr>
          <p:cNvPr id="14" name="">
            <a:extLst xmlns:a="http://schemas.openxmlformats.org/drawingml/2006/main">
              <a:ext uri="{FF2B5EF4-FFF2-40B4-BE49-F238E27FC236}">
                <a16:creationId xmlns:a16="http://schemas.microsoft.com/office/drawing/2014/main" id="{32F10461-9224-4128-A6FF-E9EA707CD257}"/>
              </a:ext>
            </a:extLst>
          </p:cNvPr>
          <p:cNvSpPr>
            <a:spLocks xmlns:a="http://schemas.openxmlformats.org/drawingml/2006/main" noGrp="1"/>
          </p:cNvSpPr>
          <p:nvPr/>
        </p:nvSpPr>
        <p:spPr>
          <a:xfrm xmlns:a="http://schemas.openxmlformats.org/drawingml/2006/main">
            <a:off x="2895600" y="28003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AGENTS + TOOLS</a:t>
            </a:r>
          </a:p>
        </p:txBody>
      </p:sp>
      <p:sp>
        <p:nvSpPr>
          <p:cNvPr id="15" name="">
            <a:extLst xmlns:a="http://schemas.openxmlformats.org/drawingml/2006/main">
              <a:ext uri="{FF2B5EF4-FFF2-40B4-BE49-F238E27FC236}">
                <a16:creationId xmlns:a16="http://schemas.microsoft.com/office/drawing/2014/main" id="{E668C8DB-1027-40F1-AF89-D25AC915E9DE}"/>
              </a:ext>
            </a:extLst>
          </p:cNvPr>
          <p:cNvSpPr>
            <a:spLocks xmlns:a="http://schemas.openxmlformats.org/drawingml/2006/main" noGrp="1"/>
          </p:cNvSpPr>
          <p:nvPr/>
        </p:nvSpPr>
        <p:spPr>
          <a:xfrm xmlns:a="http://schemas.openxmlformats.org/drawingml/2006/main">
            <a:off x="2895600" y="32194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PLEXON Apps</a:t>
            </a:r>
          </a:p>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APIs · MCP</a:t>
            </a:r>
          </a:p>
        </p:txBody>
      </p:sp>
      <p:sp>
        <p:nvSpPr>
          <p:cNvPr id="16" name="">
            <a:extLst xmlns:a="http://schemas.openxmlformats.org/drawingml/2006/main">
              <a:ext uri="{FF2B5EF4-FFF2-40B4-BE49-F238E27FC236}">
                <a16:creationId xmlns:a16="http://schemas.microsoft.com/office/drawing/2014/main" id="{8FA37F8C-6300-4BD7-9EF3-F26C00463A8D}"/>
              </a:ext>
            </a:extLst>
          </p:cNvPr>
          <p:cNvSpPr>
            <a:spLocks xmlns:a="http://schemas.openxmlformats.org/drawingml/2006/main" noGrp="1"/>
          </p:cNvSpPr>
          <p:nvPr/>
        </p:nvSpPr>
        <p:spPr>
          <a:xfrm xmlns:a="http://schemas.openxmlformats.org/drawingml/2006/main">
            <a:off x="5181600" y="2362200"/>
            <a:ext cx="1752600" cy="135255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17" name="">
            <a:extLst xmlns:a="http://schemas.openxmlformats.org/drawingml/2006/main">
              <a:ext uri="{FF2B5EF4-FFF2-40B4-BE49-F238E27FC236}">
                <a16:creationId xmlns:a16="http://schemas.microsoft.com/office/drawing/2014/main" id="{FBEE3352-BDD7-41E1-A589-83EFD126897E}"/>
              </a:ext>
            </a:extLst>
          </p:cNvPr>
          <p:cNvSpPr>
            <a:spLocks xmlns:a="http://schemas.openxmlformats.org/drawingml/2006/main" noGrp="1"/>
          </p:cNvSpPr>
          <p:nvPr/>
        </p:nvSpPr>
        <p:spPr>
          <a:xfrm xmlns:a="http://schemas.openxmlformats.org/drawingml/2006/main">
            <a:off x="5314950" y="24955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03</a:t>
            </a:r>
          </a:p>
        </p:txBody>
      </p:sp>
      <p:sp>
        <p:nvSpPr>
          <p:cNvPr id="18" name="">
            <a:extLst xmlns:a="http://schemas.openxmlformats.org/drawingml/2006/main">
              <a:ext uri="{FF2B5EF4-FFF2-40B4-BE49-F238E27FC236}">
                <a16:creationId xmlns:a16="http://schemas.microsoft.com/office/drawing/2014/main" id="{EE049E28-F4CA-46A0-8236-4F1C034C7E2F}"/>
              </a:ext>
            </a:extLst>
          </p:cNvPr>
          <p:cNvSpPr>
            <a:spLocks xmlns:a="http://schemas.openxmlformats.org/drawingml/2006/main" noGrp="1"/>
          </p:cNvSpPr>
          <p:nvPr/>
        </p:nvSpPr>
        <p:spPr>
          <a:xfrm xmlns:a="http://schemas.openxmlformats.org/drawingml/2006/main">
            <a:off x="5314950" y="28003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FREIGABE</a:t>
            </a:r>
          </a:p>
        </p:txBody>
      </p:sp>
      <p:sp>
        <p:nvSpPr>
          <p:cNvPr id="19" name="">
            <a:extLst xmlns:a="http://schemas.openxmlformats.org/drawingml/2006/main">
              <a:ext uri="{FF2B5EF4-FFF2-40B4-BE49-F238E27FC236}">
                <a16:creationId xmlns:a16="http://schemas.microsoft.com/office/drawing/2014/main" id="{2C29D3EB-ABF6-4EAE-A03A-2E7A24FA2DCF}"/>
              </a:ext>
            </a:extLst>
          </p:cNvPr>
          <p:cNvSpPr>
            <a:spLocks xmlns:a="http://schemas.openxmlformats.org/drawingml/2006/main" noGrp="1"/>
          </p:cNvSpPr>
          <p:nvPr/>
        </p:nvSpPr>
        <p:spPr>
          <a:xfrm xmlns:a="http://schemas.openxmlformats.org/drawingml/2006/main">
            <a:off x="5314950" y="32194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Rolle · Gate</a:t>
            </a:r>
          </a:p>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Entscheidung</a:t>
            </a:r>
          </a:p>
        </p:txBody>
      </p:sp>
      <p:sp>
        <p:nvSpPr>
          <p:cNvPr id="20" name="">
            <a:extLst xmlns:a="http://schemas.openxmlformats.org/drawingml/2006/main">
              <a:ext uri="{FF2B5EF4-FFF2-40B4-BE49-F238E27FC236}">
                <a16:creationId xmlns:a16="http://schemas.microsoft.com/office/drawing/2014/main" id="{D96C8592-97C5-436F-9C62-E6E23A37F0AB}"/>
              </a:ext>
            </a:extLst>
          </p:cNvPr>
          <p:cNvSpPr>
            <a:spLocks xmlns:a="http://schemas.openxmlformats.org/drawingml/2006/main" noGrp="1"/>
          </p:cNvSpPr>
          <p:nvPr/>
        </p:nvSpPr>
        <p:spPr>
          <a:xfrm xmlns:a="http://schemas.openxmlformats.org/drawingml/2006/main">
            <a:off x="7315200" y="2362200"/>
            <a:ext cx="1752600" cy="13525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1" name="">
            <a:extLst xmlns:a="http://schemas.openxmlformats.org/drawingml/2006/main">
              <a:ext uri="{FF2B5EF4-FFF2-40B4-BE49-F238E27FC236}">
                <a16:creationId xmlns:a16="http://schemas.microsoft.com/office/drawing/2014/main" id="{11CC3A53-1E07-4754-BA45-269DD69715B9}"/>
              </a:ext>
            </a:extLst>
          </p:cNvPr>
          <p:cNvSpPr>
            <a:spLocks xmlns:a="http://schemas.openxmlformats.org/drawingml/2006/main" noGrp="1"/>
          </p:cNvSpPr>
          <p:nvPr/>
        </p:nvSpPr>
        <p:spPr>
          <a:xfrm xmlns:a="http://schemas.openxmlformats.org/drawingml/2006/main">
            <a:off x="7448550" y="24955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04</a:t>
            </a:r>
          </a:p>
        </p:txBody>
      </p:sp>
      <p:sp>
        <p:nvSpPr>
          <p:cNvPr id="22" name="">
            <a:extLst xmlns:a="http://schemas.openxmlformats.org/drawingml/2006/main">
              <a:ext uri="{FF2B5EF4-FFF2-40B4-BE49-F238E27FC236}">
                <a16:creationId xmlns:a16="http://schemas.microsoft.com/office/drawing/2014/main" id="{DCDD83B1-5363-4BED-A959-BC6D99701D60}"/>
              </a:ext>
            </a:extLst>
          </p:cNvPr>
          <p:cNvSpPr>
            <a:spLocks xmlns:a="http://schemas.openxmlformats.org/drawingml/2006/main" noGrp="1"/>
          </p:cNvSpPr>
          <p:nvPr/>
        </p:nvSpPr>
        <p:spPr>
          <a:xfrm xmlns:a="http://schemas.openxmlformats.org/drawingml/2006/main">
            <a:off x="7448550" y="28003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AKTION</a:t>
            </a:r>
          </a:p>
        </p:txBody>
      </p:sp>
      <p:sp>
        <p:nvSpPr>
          <p:cNvPr id="23" name="">
            <a:extLst xmlns:a="http://schemas.openxmlformats.org/drawingml/2006/main">
              <a:ext uri="{FF2B5EF4-FFF2-40B4-BE49-F238E27FC236}">
                <a16:creationId xmlns:a16="http://schemas.microsoft.com/office/drawing/2014/main" id="{457CC4BB-E829-48CE-A14C-EF5B90C3147E}"/>
              </a:ext>
            </a:extLst>
          </p:cNvPr>
          <p:cNvSpPr>
            <a:spLocks xmlns:a="http://schemas.openxmlformats.org/drawingml/2006/main" noGrp="1"/>
          </p:cNvSpPr>
          <p:nvPr/>
        </p:nvSpPr>
        <p:spPr>
          <a:xfrm xmlns:a="http://schemas.openxmlformats.org/drawingml/2006/main">
            <a:off x="7448550" y="32194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Brief · Prototype</a:t>
            </a:r>
          </a:p>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Check · Handoff</a:t>
            </a:r>
          </a:p>
        </p:txBody>
      </p:sp>
      <p:sp>
        <p:nvSpPr>
          <p:cNvPr id="24" name="">
            <a:extLst xmlns:a="http://schemas.openxmlformats.org/drawingml/2006/main">
              <a:ext uri="{FF2B5EF4-FFF2-40B4-BE49-F238E27FC236}">
                <a16:creationId xmlns:a16="http://schemas.microsoft.com/office/drawing/2014/main" id="{CC5ED28E-3F1F-4A93-8D0F-22893E3A90B1}"/>
              </a:ext>
            </a:extLst>
          </p:cNvPr>
          <p:cNvSpPr>
            <a:spLocks xmlns:a="http://schemas.openxmlformats.org/drawingml/2006/main" noGrp="1"/>
          </p:cNvSpPr>
          <p:nvPr/>
        </p:nvSpPr>
        <p:spPr>
          <a:xfrm xmlns:a="http://schemas.openxmlformats.org/drawingml/2006/main">
            <a:off x="9448800" y="2362200"/>
            <a:ext cx="1752600" cy="135255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25" name="">
            <a:extLst xmlns:a="http://schemas.openxmlformats.org/drawingml/2006/main">
              <a:ext uri="{FF2B5EF4-FFF2-40B4-BE49-F238E27FC236}">
                <a16:creationId xmlns:a16="http://schemas.microsoft.com/office/drawing/2014/main" id="{D83688DA-B32B-4E18-AA55-107B5268FF67}"/>
              </a:ext>
            </a:extLst>
          </p:cNvPr>
          <p:cNvSpPr>
            <a:spLocks xmlns:a="http://schemas.openxmlformats.org/drawingml/2006/main" noGrp="1"/>
          </p:cNvSpPr>
          <p:nvPr/>
        </p:nvSpPr>
        <p:spPr>
          <a:xfrm xmlns:a="http://schemas.openxmlformats.org/drawingml/2006/main">
            <a:off x="9582150" y="24955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05</a:t>
            </a:r>
          </a:p>
        </p:txBody>
      </p:sp>
      <p:sp>
        <p:nvSpPr>
          <p:cNvPr id="26" name="">
            <a:extLst xmlns:a="http://schemas.openxmlformats.org/drawingml/2006/main">
              <a:ext uri="{FF2B5EF4-FFF2-40B4-BE49-F238E27FC236}">
                <a16:creationId xmlns:a16="http://schemas.microsoft.com/office/drawing/2014/main" id="{B8644C3E-97FB-4ED2-9A92-C56845269F61}"/>
              </a:ext>
            </a:extLst>
          </p:cNvPr>
          <p:cNvSpPr>
            <a:spLocks xmlns:a="http://schemas.openxmlformats.org/drawingml/2006/main" noGrp="1"/>
          </p:cNvSpPr>
          <p:nvPr/>
        </p:nvSpPr>
        <p:spPr>
          <a:xfrm xmlns:a="http://schemas.openxmlformats.org/drawingml/2006/main">
            <a:off x="9582150" y="28003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WIEDERHOLUNG</a:t>
            </a:r>
          </a:p>
        </p:txBody>
      </p:sp>
      <p:sp>
        <p:nvSpPr>
          <p:cNvPr id="27" name="">
            <a:extLst xmlns:a="http://schemas.openxmlformats.org/drawingml/2006/main">
              <a:ext uri="{FF2B5EF4-FFF2-40B4-BE49-F238E27FC236}">
                <a16:creationId xmlns:a16="http://schemas.microsoft.com/office/drawing/2014/main" id="{E0E8C8AA-E38F-4C2D-9D56-37D0C35CAC79}"/>
              </a:ext>
            </a:extLst>
          </p:cNvPr>
          <p:cNvSpPr>
            <a:spLocks xmlns:a="http://schemas.openxmlformats.org/drawingml/2006/main" noGrp="1"/>
          </p:cNvSpPr>
          <p:nvPr/>
        </p:nvSpPr>
        <p:spPr>
          <a:xfrm xmlns:a="http://schemas.openxmlformats.org/drawingml/2006/main">
            <a:off x="9582150" y="32194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Re-Run</a:t>
            </a:r>
          </a:p>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externer Trigger</a:t>
            </a:r>
          </a:p>
        </p:txBody>
      </p:sp>
      <p:sp>
        <p:nvSpPr>
          <p:cNvPr id="28" name="">
            <a:extLst xmlns:a="http://schemas.openxmlformats.org/drawingml/2006/main">
              <a:ext uri="{FF2B5EF4-FFF2-40B4-BE49-F238E27FC236}">
                <a16:creationId xmlns:a16="http://schemas.microsoft.com/office/drawing/2014/main" id="{A6C8FB94-7AF3-4BEC-9859-0EB6FA6AEE07}"/>
              </a:ext>
            </a:extLst>
          </p:cNvPr>
          <p:cNvSpPr>
            <a:spLocks xmlns:a="http://schemas.openxmlformats.org/drawingml/2006/main" noGrp="1"/>
          </p:cNvSpPr>
          <p:nvPr/>
        </p:nvSpPr>
        <p:spPr>
          <a:xfrm xmlns:a="http://schemas.openxmlformats.org/drawingml/2006/main">
            <a:off x="666750" y="4171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VORSCHLAGEN</a:t>
            </a:r>
          </a:p>
        </p:txBody>
      </p:sp>
      <p:sp>
        <p:nvSpPr>
          <p:cNvPr id="29" name="">
            <a:extLst xmlns:a="http://schemas.openxmlformats.org/drawingml/2006/main">
              <a:ext uri="{FF2B5EF4-FFF2-40B4-BE49-F238E27FC236}">
                <a16:creationId xmlns:a16="http://schemas.microsoft.com/office/drawing/2014/main" id="{9A7E6FB5-8EA0-4B10-9E5D-00162FD12A75}"/>
              </a:ext>
            </a:extLst>
          </p:cNvPr>
          <p:cNvSpPr>
            <a:spLocks xmlns:a="http://schemas.openxmlformats.org/drawingml/2006/main" noGrp="1"/>
          </p:cNvSpPr>
          <p:nvPr/>
        </p:nvSpPr>
        <p:spPr>
          <a:xfrm xmlns:a="http://schemas.openxmlformats.org/drawingml/2006/main">
            <a:off x="1695450" y="4267200"/>
            <a:ext cx="7667625" cy="28575"/>
          </a:xfrm>
          <a:prstGeom xmlns:a="http://schemas.openxmlformats.org/drawingml/2006/main" prst="rect">
            <a:avLst/>
          </a:prstGeom>
          <a:solidFill xmlns:a="http://schemas.openxmlformats.org/drawingml/2006/main">
            <a:srgbClr val="686868"/>
          </a:solidFill>
          <a:ln xmlns:a="http://schemas.openxmlformats.org/drawingml/2006/main" w="0">
            <a:solidFill>
              <a:srgbClr val="686868"/>
            </a:solidFill>
            <a:prstDash val="solid"/>
          </a:ln>
        </p:spPr>
      </p:sp>
      <p:sp>
        <p:nvSpPr>
          <p:cNvPr id="30" name="">
            <a:extLst xmlns:a="http://schemas.openxmlformats.org/drawingml/2006/main">
              <a:ext uri="{FF2B5EF4-FFF2-40B4-BE49-F238E27FC236}">
                <a16:creationId xmlns:a16="http://schemas.microsoft.com/office/drawing/2014/main" id="{DA19E759-8B58-42E6-98F2-17A7458A7EAB}"/>
              </a:ext>
            </a:extLst>
          </p:cNvPr>
          <p:cNvSpPr>
            <a:spLocks xmlns:a="http://schemas.openxmlformats.org/drawingml/2006/main" noGrp="1"/>
          </p:cNvSpPr>
          <p:nvPr/>
        </p:nvSpPr>
        <p:spPr>
          <a:xfrm xmlns:a="http://schemas.openxmlformats.org/drawingml/2006/main">
            <a:off x="3028950" y="4171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ANALYSIEREN</a:t>
            </a:r>
          </a:p>
        </p:txBody>
      </p:sp>
      <p:sp>
        <p:nvSpPr>
          <p:cNvPr id="31" name="">
            <a:extLst xmlns:a="http://schemas.openxmlformats.org/drawingml/2006/main">
              <a:ext uri="{FF2B5EF4-FFF2-40B4-BE49-F238E27FC236}">
                <a16:creationId xmlns:a16="http://schemas.microsoft.com/office/drawing/2014/main" id="{3987F69A-FD98-4DDF-93B9-9F7D20BA4213}"/>
              </a:ext>
            </a:extLst>
          </p:cNvPr>
          <p:cNvSpPr>
            <a:spLocks xmlns:a="http://schemas.openxmlformats.org/drawingml/2006/main" noGrp="1"/>
          </p:cNvSpPr>
          <p:nvPr/>
        </p:nvSpPr>
        <p:spPr>
          <a:xfrm xmlns:a="http://schemas.openxmlformats.org/drawingml/2006/main">
            <a:off x="5619750" y="41719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MIT FREIGABE HANDELN</a:t>
            </a:r>
          </a:p>
        </p:txBody>
      </p:sp>
      <p:sp>
        <p:nvSpPr>
          <p:cNvPr id="32" name="">
            <a:extLst xmlns:a="http://schemas.openxmlformats.org/drawingml/2006/main">
              <a:ext uri="{FF2B5EF4-FFF2-40B4-BE49-F238E27FC236}">
                <a16:creationId xmlns:a16="http://schemas.microsoft.com/office/drawing/2014/main" id="{CDA59EB2-26F8-499C-933E-39975E949977}"/>
              </a:ext>
            </a:extLst>
          </p:cNvPr>
          <p:cNvSpPr>
            <a:spLocks xmlns:a="http://schemas.openxmlformats.org/drawingml/2006/main" noGrp="1"/>
          </p:cNvSpPr>
          <p:nvPr/>
        </p:nvSpPr>
        <p:spPr>
          <a:xfrm xmlns:a="http://schemas.openxmlformats.org/drawingml/2006/main">
            <a:off x="8991600" y="4171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BEGRENZT AUTONOM</a:t>
            </a:r>
          </a:p>
        </p:txBody>
      </p:sp>
      <p:sp>
        <p:nvSpPr>
          <p:cNvPr id="33" name="">
            <a:extLst xmlns:a="http://schemas.openxmlformats.org/drawingml/2006/main">
              <a:ext uri="{FF2B5EF4-FFF2-40B4-BE49-F238E27FC236}">
                <a16:creationId xmlns:a16="http://schemas.microsoft.com/office/drawing/2014/main" id="{11E9E320-BF02-4E4F-ADBD-793FCD1D9DD5}"/>
              </a:ext>
            </a:extLst>
          </p:cNvPr>
          <p:cNvSpPr>
            <a:spLocks xmlns:a="http://schemas.openxmlformats.org/drawingml/2006/main" noGrp="1"/>
          </p:cNvSpPr>
          <p:nvPr/>
        </p:nvSpPr>
        <p:spPr>
          <a:xfrm xmlns:a="http://schemas.openxmlformats.org/drawingml/2006/main">
            <a:off x="457200" y="4819650"/>
            <a:ext cx="3581400" cy="10668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4" name="">
            <a:extLst xmlns:a="http://schemas.openxmlformats.org/drawingml/2006/main">
              <a:ext uri="{FF2B5EF4-FFF2-40B4-BE49-F238E27FC236}">
                <a16:creationId xmlns:a16="http://schemas.microsoft.com/office/drawing/2014/main" id="{3887574A-DEE8-4E90-AEEC-FFBA15C7D2B2}"/>
              </a:ext>
            </a:extLst>
          </p:cNvPr>
          <p:cNvSpPr>
            <a:spLocks xmlns:a="http://schemas.openxmlformats.org/drawingml/2006/main" noGrp="1"/>
          </p:cNvSpPr>
          <p:nvPr/>
        </p:nvSpPr>
        <p:spPr>
          <a:xfrm xmlns:a="http://schemas.openxmlformats.org/drawingml/2006/main">
            <a:off x="609600" y="4962525"/>
            <a:ext cx="704850" cy="238125"/>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35" name="">
            <a:extLst xmlns:a="http://schemas.openxmlformats.org/drawingml/2006/main">
              <a:ext uri="{FF2B5EF4-FFF2-40B4-BE49-F238E27FC236}">
                <a16:creationId xmlns:a16="http://schemas.microsoft.com/office/drawing/2014/main" id="{23074640-49F5-4498-B5B7-C342FB63F2DD}"/>
              </a:ext>
            </a:extLst>
          </p:cNvPr>
          <p:cNvSpPr>
            <a:spLocks xmlns:a="http://schemas.openxmlformats.org/drawingml/2006/main" noGrp="1"/>
          </p:cNvSpPr>
          <p:nvPr/>
        </p:nvSpPr>
        <p:spPr>
          <a:xfrm xmlns:a="http://schemas.openxmlformats.org/drawingml/2006/main">
            <a:off x="676275" y="5010150"/>
            <a:ext cx="571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HEUTE</a:t>
            </a:r>
          </a:p>
        </p:txBody>
      </p:sp>
      <p:sp>
        <p:nvSpPr>
          <p:cNvPr id="36" name="">
            <a:extLst xmlns:a="http://schemas.openxmlformats.org/drawingml/2006/main">
              <a:ext uri="{FF2B5EF4-FFF2-40B4-BE49-F238E27FC236}">
                <a16:creationId xmlns:a16="http://schemas.microsoft.com/office/drawing/2014/main" id="{8E23470E-AABF-4BA2-A2AE-A323076DD69A}"/>
              </a:ext>
            </a:extLst>
          </p:cNvPr>
          <p:cNvSpPr>
            <a:spLocks xmlns:a="http://schemas.openxmlformats.org/drawingml/2006/main" noGrp="1"/>
          </p:cNvSpPr>
          <p:nvPr/>
        </p:nvSpPr>
        <p:spPr>
          <a:xfrm xmlns:a="http://schemas.openxmlformats.org/drawingml/2006/main">
            <a:off x="609600" y="53149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050" b="1">
                <a:solidFill>
                  <a:srgbClr val="111111"/>
                </a:solidFill>
                <a:latin typeface="Noto Sans JP Light"/>
                <a:ea typeface="Noto Sans JP Light"/>
                <a:cs typeface="Noto Sans JP Light"/>
              </a:defRPr>
            </a:pPr>
            <a:r>
              <a:rPr sz="1050" b="1">
                <a:solidFill>
                  <a:srgbClr val="111111"/>
                </a:solidFill>
                <a:latin typeface="Noto Sans JP Light"/>
                <a:ea typeface="Noto Sans JP Light"/>
                <a:cs typeface="Noto Sans JP Light"/>
              </a:rPr>
              <a:t>Definierte Flows · Gates · Run-Historie</a:t>
            </a:r>
          </a:p>
        </p:txBody>
      </p:sp>
      <p:sp>
        <p:nvSpPr>
          <p:cNvPr id="37" name="">
            <a:extLst xmlns:a="http://schemas.openxmlformats.org/drawingml/2006/main">
              <a:ext uri="{FF2B5EF4-FFF2-40B4-BE49-F238E27FC236}">
                <a16:creationId xmlns:a16="http://schemas.microsoft.com/office/drawing/2014/main" id="{2085F00E-996A-4777-9B77-F99D92682ABF}"/>
              </a:ext>
            </a:extLst>
          </p:cNvPr>
          <p:cNvSpPr>
            <a:spLocks xmlns:a="http://schemas.openxmlformats.org/drawingml/2006/main" noGrp="1"/>
          </p:cNvSpPr>
          <p:nvPr/>
        </p:nvSpPr>
        <p:spPr>
          <a:xfrm xmlns:a="http://schemas.openxmlformats.org/drawingml/2006/main">
            <a:off x="4305300" y="4819650"/>
            <a:ext cx="3581400" cy="106680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38" name="">
            <a:extLst xmlns:a="http://schemas.openxmlformats.org/drawingml/2006/main">
              <a:ext uri="{FF2B5EF4-FFF2-40B4-BE49-F238E27FC236}">
                <a16:creationId xmlns:a16="http://schemas.microsoft.com/office/drawing/2014/main" id="{DB0ED990-D51E-4A2D-A341-6A0A75A10DC3}"/>
              </a:ext>
            </a:extLst>
          </p:cNvPr>
          <p:cNvSpPr>
            <a:spLocks xmlns:a="http://schemas.openxmlformats.org/drawingml/2006/main" noGrp="1"/>
          </p:cNvSpPr>
          <p:nvPr/>
        </p:nvSpPr>
        <p:spPr>
          <a:xfrm xmlns:a="http://schemas.openxmlformats.org/drawingml/2006/main">
            <a:off x="4457700" y="4962525"/>
            <a:ext cx="1219200" cy="238125"/>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39" name="">
            <a:extLst xmlns:a="http://schemas.openxmlformats.org/drawingml/2006/main">
              <a:ext uri="{FF2B5EF4-FFF2-40B4-BE49-F238E27FC236}">
                <a16:creationId xmlns:a16="http://schemas.microsoft.com/office/drawing/2014/main" id="{F6BA6B19-CA5B-4836-9EC3-6034EB311174}"/>
              </a:ext>
            </a:extLst>
          </p:cNvPr>
          <p:cNvSpPr>
            <a:spLocks xmlns:a="http://schemas.openxmlformats.org/drawingml/2006/main" noGrp="1"/>
          </p:cNvSpPr>
          <p:nvPr/>
        </p:nvSpPr>
        <p:spPr>
          <a:xfrm xmlns:a="http://schemas.openxmlformats.org/drawingml/2006/main">
            <a:off x="4524375" y="5010150"/>
            <a:ext cx="1085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KONFIGURIERBAR</a:t>
            </a:r>
          </a:p>
        </p:txBody>
      </p:sp>
      <p:sp>
        <p:nvSpPr>
          <p:cNvPr id="40" name="">
            <a:extLst xmlns:a="http://schemas.openxmlformats.org/drawingml/2006/main">
              <a:ext uri="{FF2B5EF4-FFF2-40B4-BE49-F238E27FC236}">
                <a16:creationId xmlns:a16="http://schemas.microsoft.com/office/drawing/2014/main" id="{7783CC80-E33F-4ACD-BA12-1DD16390D31A}"/>
              </a:ext>
            </a:extLst>
          </p:cNvPr>
          <p:cNvSpPr>
            <a:spLocks xmlns:a="http://schemas.openxmlformats.org/drawingml/2006/main" noGrp="1"/>
          </p:cNvSpPr>
          <p:nvPr/>
        </p:nvSpPr>
        <p:spPr>
          <a:xfrm xmlns:a="http://schemas.openxmlformats.org/drawingml/2006/main">
            <a:off x="4457700" y="53149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050" b="1">
                <a:solidFill>
                  <a:srgbClr val="111111"/>
                </a:solidFill>
                <a:latin typeface="Noto Sans JP Light"/>
                <a:ea typeface="Noto Sans JP Light"/>
                <a:cs typeface="Noto Sans JP Light"/>
              </a:defRPr>
            </a:pPr>
            <a:r>
              <a:rPr sz="1050" b="1">
                <a:solidFill>
                  <a:srgbClr val="111111"/>
                </a:solidFill>
                <a:latin typeface="Noto Sans JP Light"/>
                <a:ea typeface="Noto Sans JP Light"/>
                <a:cs typeface="Noto Sans JP Light"/>
              </a:rPr>
              <a:t>Adapter · externe Zeitsteuerung</a:t>
            </a:r>
          </a:p>
        </p:txBody>
      </p:sp>
      <p:sp>
        <p:nvSpPr>
          <p:cNvPr id="41" name="">
            <a:extLst xmlns:a="http://schemas.openxmlformats.org/drawingml/2006/main">
              <a:ext uri="{FF2B5EF4-FFF2-40B4-BE49-F238E27FC236}">
                <a16:creationId xmlns:a16="http://schemas.microsoft.com/office/drawing/2014/main" id="{24F2B1FA-D325-40B0-BAA1-6E26D01EBCDA}"/>
              </a:ext>
            </a:extLst>
          </p:cNvPr>
          <p:cNvSpPr>
            <a:spLocks xmlns:a="http://schemas.openxmlformats.org/drawingml/2006/main" noGrp="1"/>
          </p:cNvSpPr>
          <p:nvPr/>
        </p:nvSpPr>
        <p:spPr>
          <a:xfrm xmlns:a="http://schemas.openxmlformats.org/drawingml/2006/main">
            <a:off x="8153400" y="4819650"/>
            <a:ext cx="3581400" cy="1066800"/>
          </a:xfrm>
          <a:prstGeom xmlns:a="http://schemas.openxmlformats.org/drawingml/2006/main" prst="rect">
            <a:avLst/>
          </a:prstGeom>
          <a:solidFill xmlns:a="http://schemas.openxmlformats.org/drawingml/2006/main">
            <a:srgbClr val="111111"/>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169BE866-D9DD-4BD3-B04D-6987959AC6CF}"/>
              </a:ext>
            </a:extLst>
          </p:cNvPr>
          <p:cNvSpPr>
            <a:spLocks xmlns:a="http://schemas.openxmlformats.org/drawingml/2006/main" noGrp="1"/>
          </p:cNvSpPr>
          <p:nvPr/>
        </p:nvSpPr>
        <p:spPr>
          <a:xfrm xmlns:a="http://schemas.openxmlformats.org/drawingml/2006/main">
            <a:off x="8305800" y="4962525"/>
            <a:ext cx="819150" cy="238125"/>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43" name="">
            <a:extLst xmlns:a="http://schemas.openxmlformats.org/drawingml/2006/main">
              <a:ext uri="{FF2B5EF4-FFF2-40B4-BE49-F238E27FC236}">
                <a16:creationId xmlns:a16="http://schemas.microsoft.com/office/drawing/2014/main" id="{0DB0782E-12D5-41FD-9BE6-6ED5E11E1590}"/>
              </a:ext>
            </a:extLst>
          </p:cNvPr>
          <p:cNvSpPr>
            <a:spLocks xmlns:a="http://schemas.openxmlformats.org/drawingml/2006/main" noGrp="1"/>
          </p:cNvSpPr>
          <p:nvPr/>
        </p:nvSpPr>
        <p:spPr>
          <a:xfrm xmlns:a="http://schemas.openxmlformats.org/drawingml/2006/main">
            <a:off x="8372475" y="5010150"/>
            <a:ext cx="6858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ROADMAP</a:t>
            </a:r>
          </a:p>
        </p:txBody>
      </p:sp>
      <p:sp>
        <p:nvSpPr>
          <p:cNvPr id="44" name="">
            <a:extLst xmlns:a="http://schemas.openxmlformats.org/drawingml/2006/main">
              <a:ext uri="{FF2B5EF4-FFF2-40B4-BE49-F238E27FC236}">
                <a16:creationId xmlns:a16="http://schemas.microsoft.com/office/drawing/2014/main" id="{432D3072-DAC1-4EB4-B07E-000D608C14DF}"/>
              </a:ext>
            </a:extLst>
          </p:cNvPr>
          <p:cNvSpPr>
            <a:spLocks xmlns:a="http://schemas.openxmlformats.org/drawingml/2006/main" noGrp="1"/>
          </p:cNvSpPr>
          <p:nvPr/>
        </p:nvSpPr>
        <p:spPr>
          <a:xfrm xmlns:a="http://schemas.openxmlformats.org/drawingml/2006/main">
            <a:off x="8305800" y="5314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FFFFFF"/>
                </a:solidFill>
                <a:latin typeface="Noto Sans JP Light"/>
                <a:ea typeface="Noto Sans JP Light"/>
                <a:cs typeface="Noto Sans JP Light"/>
              </a:defRPr>
            </a:pPr>
            <a:r>
              <a:rPr sz="975" b="1">
                <a:solidFill>
                  <a:srgbClr val="FFFFFF"/>
                </a:solidFill>
                <a:latin typeface="Noto Sans JP Light"/>
                <a:ea typeface="Noto Sans JP Light"/>
                <a:cs typeface="Noto Sans JP Light"/>
              </a:rPr>
              <a:t>Native Pläne · universelle Tool-Nodes · Dauer-Loops</a:t>
            </a:r>
          </a:p>
        </p:txBody>
      </p:sp>
    </p:spTree>
    <p:extLst>
      <p:ext uri="{BB962C8B-B14F-4D97-AF65-F5344CB8AC3E}">
        <p14:creationId xmlns:p14="http://schemas.microsoft.com/office/powerpoint/2010/main" val="772162470"/>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7b6880db4c74634"/>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0E96C0-BEB6-41B3-A189-D8483E49BA2C}"/>
              </a:ext>
            </a:extLst>
          </p:cNvPr>
          <p:cNvSpPr>
            <a:spLocks xmlns:a="http://schemas.openxmlformats.org/drawingml/2006/main" noGrp="1"/>
          </p:cNvSpPr>
          <p:nvPr/>
        </p:nvSpPr>
        <p:spPr>
          <a:xfrm xmlns:a="http://schemas.openxmlformats.org/drawingml/2006/main">
            <a:off x="0" y="0"/>
            <a:ext cx="4810125" cy="68580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EAEC009-CCCD-4E2A-9D39-742DE4E9560B}"/>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ECHON · MARKET INTELLIGENCE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005d8575d9f48ba"/>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BCBF6F6-0058-420C-B6A1-21055A5E4493}"/>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07</a:t>
            </a:r>
          </a:p>
        </p:txBody>
      </p:sp>
      <p:sp>
        <p:nvSpPr>
          <p:cNvPr id="6" name="">
            <a:extLst xmlns:a="http://schemas.openxmlformats.org/drawingml/2006/main">
              <a:ext uri="{FF2B5EF4-FFF2-40B4-BE49-F238E27FC236}">
                <a16:creationId xmlns:a16="http://schemas.microsoft.com/office/drawing/2014/main" id="{2F41D575-30A0-406B-93D2-D5BAB88572EF}"/>
              </a:ext>
            </a:extLst>
          </p:cNvPr>
          <p:cNvSpPr>
            <a:spLocks xmlns:a="http://schemas.openxmlformats.org/drawingml/2006/main" noGrp="1"/>
          </p:cNvSpPr>
          <p:nvPr/>
        </p:nvSpPr>
        <p:spPr>
          <a:xfrm xmlns:a="http://schemas.openxmlformats.org/drawingml/2006/main">
            <a:off x="457200" y="876300"/>
            <a:ext cx="4476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FFFFFF"/>
                </a:solidFill>
                <a:latin typeface="Noto Sans JP"/>
                <a:ea typeface="Noto Sans JP"/>
                <a:cs typeface="Noto Sans JP"/>
              </a:defRPr>
            </a:pPr>
            <a:r>
              <a:rPr sz="2850" b="1">
                <a:solidFill>
                  <a:srgbClr val="FFFFFF"/>
                </a:solidFill>
                <a:latin typeface="Noto Sans JP"/>
                <a:ea typeface="Noto Sans JP"/>
                <a:cs typeface="Noto Sans JP"/>
              </a:rPr>
              <a:t>Aus Marktbewegungen werden Entscheidungen.</a:t>
            </a:r>
          </a:p>
        </p:txBody>
      </p:sp>
      <p:sp>
        <p:nvSpPr>
          <p:cNvPr id="7" name="">
            <a:extLst xmlns:a="http://schemas.openxmlformats.org/drawingml/2006/main">
              <a:ext uri="{FF2B5EF4-FFF2-40B4-BE49-F238E27FC236}">
                <a16:creationId xmlns:a16="http://schemas.microsoft.com/office/drawing/2014/main" id="{1BEA8820-22E5-4D53-AC69-5A8D313593EB}"/>
              </a:ext>
            </a:extLst>
          </p:cNvPr>
          <p:cNvSpPr>
            <a:spLocks xmlns:a="http://schemas.openxmlformats.org/drawingml/2006/main" noGrp="1"/>
          </p:cNvSpPr>
          <p:nvPr/>
        </p:nvSpPr>
        <p:spPr>
          <a:xfrm xmlns:a="http://schemas.openxmlformats.org/drawingml/2006/main">
            <a:off x="457200" y="2133600"/>
            <a:ext cx="3905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FFFFF"/>
                </a:solidFill>
                <a:latin typeface="Noto Sans JP Light"/>
                <a:ea typeface="Noto Sans JP Light"/>
                <a:cs typeface="Noto Sans JP Light"/>
              </a:defRPr>
            </a:pPr>
            <a:r>
              <a:rPr sz="1275" b="1">
                <a:solidFill>
                  <a:srgbClr val="FFFFFF"/>
                </a:solidFill>
                <a:latin typeface="Noto Sans JP Light"/>
                <a:ea typeface="Noto Sans JP Light"/>
                <a:cs typeface="Noto Sans JP Light"/>
              </a:rPr>
              <a:t>ECHON verdichtet Markt- und Pressesignale zu Watchlists, Szenarien und zitierbaren Research Briefings.</a:t>
            </a:r>
          </a:p>
        </p:txBody>
      </p:sp>
      <p:sp>
        <p:nvSpPr>
          <p:cNvPr id="8" name="">
            <a:extLst xmlns:a="http://schemas.openxmlformats.org/drawingml/2006/main">
              <a:ext uri="{FF2B5EF4-FFF2-40B4-BE49-F238E27FC236}">
                <a16:creationId xmlns:a16="http://schemas.microsoft.com/office/drawing/2014/main" id="{BBB7065A-570B-482E-93A3-A6CFC19B1F8C}"/>
              </a:ext>
            </a:extLst>
          </p:cNvPr>
          <p:cNvSpPr>
            <a:spLocks xmlns:a="http://schemas.openxmlformats.org/drawingml/2006/main" noGrp="1"/>
          </p:cNvSpPr>
          <p:nvPr/>
        </p:nvSpPr>
        <p:spPr>
          <a:xfrm xmlns:a="http://schemas.openxmlformats.org/drawingml/2006/main">
            <a:off x="457200" y="331470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01</a:t>
            </a:r>
          </a:p>
        </p:txBody>
      </p:sp>
      <p:sp>
        <p:nvSpPr>
          <p:cNvPr id="9" name="">
            <a:extLst xmlns:a="http://schemas.openxmlformats.org/drawingml/2006/main">
              <a:ext uri="{FF2B5EF4-FFF2-40B4-BE49-F238E27FC236}">
                <a16:creationId xmlns:a16="http://schemas.microsoft.com/office/drawing/2014/main" id="{DDE15E7F-DA92-4D13-860C-378C43DFB3B9}"/>
              </a:ext>
            </a:extLst>
          </p:cNvPr>
          <p:cNvSpPr>
            <a:spLocks xmlns:a="http://schemas.openxmlformats.org/drawingml/2006/main" noGrp="1"/>
          </p:cNvSpPr>
          <p:nvPr/>
        </p:nvSpPr>
        <p:spPr>
          <a:xfrm xmlns:a="http://schemas.openxmlformats.org/drawingml/2006/main">
            <a:off x="838200" y="32766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FFFF"/>
                </a:solidFill>
                <a:latin typeface="IBM Plex Mono"/>
                <a:ea typeface="IBM Plex Mono"/>
                <a:cs typeface="IBM Plex Mono"/>
              </a:defRPr>
            </a:pPr>
            <a:r>
              <a:rPr sz="1050" b="1">
                <a:solidFill>
                  <a:srgbClr val="FFFFFF"/>
                </a:solidFill>
                <a:latin typeface="IBM Plex Mono"/>
                <a:ea typeface="IBM Plex Mono"/>
                <a:cs typeface="IBM Plex Mono"/>
              </a:rPr>
              <a:t>BEOBACHTEN</a:t>
            </a:r>
          </a:p>
        </p:txBody>
      </p:sp>
      <p:sp>
        <p:nvSpPr>
          <p:cNvPr id="10" name="">
            <a:extLst xmlns:a="http://schemas.openxmlformats.org/drawingml/2006/main">
              <a:ext uri="{FF2B5EF4-FFF2-40B4-BE49-F238E27FC236}">
                <a16:creationId xmlns:a16="http://schemas.microsoft.com/office/drawing/2014/main" id="{1EA31AF5-A863-4C27-95F4-BC8AE4A3BCB7}"/>
              </a:ext>
            </a:extLst>
          </p:cNvPr>
          <p:cNvSpPr>
            <a:spLocks xmlns:a="http://schemas.openxmlformats.org/drawingml/2006/main" noGrp="1"/>
          </p:cNvSpPr>
          <p:nvPr/>
        </p:nvSpPr>
        <p:spPr>
          <a:xfrm xmlns:a="http://schemas.openxmlformats.org/drawingml/2006/main">
            <a:off x="457200" y="37147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02</a:t>
            </a:r>
          </a:p>
        </p:txBody>
      </p:sp>
      <p:sp>
        <p:nvSpPr>
          <p:cNvPr id="11" name="">
            <a:extLst xmlns:a="http://schemas.openxmlformats.org/drawingml/2006/main">
              <a:ext uri="{FF2B5EF4-FFF2-40B4-BE49-F238E27FC236}">
                <a16:creationId xmlns:a16="http://schemas.microsoft.com/office/drawing/2014/main" id="{E25D4270-590B-43A3-A51C-974DA63A6146}"/>
              </a:ext>
            </a:extLst>
          </p:cNvPr>
          <p:cNvSpPr>
            <a:spLocks xmlns:a="http://schemas.openxmlformats.org/drawingml/2006/main" noGrp="1"/>
          </p:cNvSpPr>
          <p:nvPr/>
        </p:nvSpPr>
        <p:spPr>
          <a:xfrm xmlns:a="http://schemas.openxmlformats.org/drawingml/2006/main">
            <a:off x="838200" y="36766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FFFF"/>
                </a:solidFill>
                <a:latin typeface="IBM Plex Mono"/>
                <a:ea typeface="IBM Plex Mono"/>
                <a:cs typeface="IBM Plex Mono"/>
              </a:defRPr>
            </a:pPr>
            <a:r>
              <a:rPr sz="1050" b="1">
                <a:solidFill>
                  <a:srgbClr val="FFFFFF"/>
                </a:solidFill>
                <a:latin typeface="IBM Plex Mono"/>
                <a:ea typeface="IBM Plex Mono"/>
                <a:cs typeface="IBM Plex Mono"/>
              </a:rPr>
              <a:t>VERDICHTEN</a:t>
            </a:r>
          </a:p>
        </p:txBody>
      </p:sp>
      <p:sp>
        <p:nvSpPr>
          <p:cNvPr id="12" name="">
            <a:extLst xmlns:a="http://schemas.openxmlformats.org/drawingml/2006/main">
              <a:ext uri="{FF2B5EF4-FFF2-40B4-BE49-F238E27FC236}">
                <a16:creationId xmlns:a16="http://schemas.microsoft.com/office/drawing/2014/main" id="{FF7D7035-AAB8-4EA4-9495-08E45903937E}"/>
              </a:ext>
            </a:extLst>
          </p:cNvPr>
          <p:cNvSpPr>
            <a:spLocks xmlns:a="http://schemas.openxmlformats.org/drawingml/2006/main" noGrp="1"/>
          </p:cNvSpPr>
          <p:nvPr/>
        </p:nvSpPr>
        <p:spPr>
          <a:xfrm xmlns:a="http://schemas.openxmlformats.org/drawingml/2006/main">
            <a:off x="457200" y="411480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03</a:t>
            </a:r>
          </a:p>
        </p:txBody>
      </p:sp>
      <p:sp>
        <p:nvSpPr>
          <p:cNvPr id="13" name="">
            <a:extLst xmlns:a="http://schemas.openxmlformats.org/drawingml/2006/main">
              <a:ext uri="{FF2B5EF4-FFF2-40B4-BE49-F238E27FC236}">
                <a16:creationId xmlns:a16="http://schemas.microsoft.com/office/drawing/2014/main" id="{16AEB921-6824-4807-A202-97247B39CF4F}"/>
              </a:ext>
            </a:extLst>
          </p:cNvPr>
          <p:cNvSpPr>
            <a:spLocks xmlns:a="http://schemas.openxmlformats.org/drawingml/2006/main" noGrp="1"/>
          </p:cNvSpPr>
          <p:nvPr/>
        </p:nvSpPr>
        <p:spPr>
          <a:xfrm xmlns:a="http://schemas.openxmlformats.org/drawingml/2006/main">
            <a:off x="838200" y="40767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FFFF"/>
                </a:solidFill>
                <a:latin typeface="IBM Plex Mono"/>
                <a:ea typeface="IBM Plex Mono"/>
                <a:cs typeface="IBM Plex Mono"/>
              </a:defRPr>
            </a:pPr>
            <a:r>
              <a:rPr sz="1050" b="1">
                <a:solidFill>
                  <a:srgbClr val="FFFFFF"/>
                </a:solidFill>
                <a:latin typeface="IBM Plex Mono"/>
                <a:ea typeface="IBM Plex Mono"/>
                <a:cs typeface="IBM Plex Mono"/>
              </a:rPr>
              <a:t>PRIORISIEREN</a:t>
            </a:r>
          </a:p>
        </p:txBody>
      </p:sp>
      <p:sp>
        <p:nvSpPr>
          <p:cNvPr id="14" name="">
            <a:extLst xmlns:a="http://schemas.openxmlformats.org/drawingml/2006/main">
              <a:ext uri="{FF2B5EF4-FFF2-40B4-BE49-F238E27FC236}">
                <a16:creationId xmlns:a16="http://schemas.microsoft.com/office/drawing/2014/main" id="{F42D2365-9F11-496C-8DF3-4C57AFD9224A}"/>
              </a:ext>
            </a:extLst>
          </p:cNvPr>
          <p:cNvSpPr>
            <a:spLocks xmlns:a="http://schemas.openxmlformats.org/drawingml/2006/main" noGrp="1"/>
          </p:cNvSpPr>
          <p:nvPr/>
        </p:nvSpPr>
        <p:spPr>
          <a:xfrm xmlns:a="http://schemas.openxmlformats.org/drawingml/2006/main">
            <a:off x="457200" y="45148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04</a:t>
            </a:r>
          </a:p>
        </p:txBody>
      </p:sp>
      <p:sp>
        <p:nvSpPr>
          <p:cNvPr id="15" name="">
            <a:extLst xmlns:a="http://schemas.openxmlformats.org/drawingml/2006/main">
              <a:ext uri="{FF2B5EF4-FFF2-40B4-BE49-F238E27FC236}">
                <a16:creationId xmlns:a16="http://schemas.microsoft.com/office/drawing/2014/main" id="{3429F341-B9B3-40D4-B824-649745279E33}"/>
              </a:ext>
            </a:extLst>
          </p:cNvPr>
          <p:cNvSpPr>
            <a:spLocks xmlns:a="http://schemas.openxmlformats.org/drawingml/2006/main" noGrp="1"/>
          </p:cNvSpPr>
          <p:nvPr/>
        </p:nvSpPr>
        <p:spPr>
          <a:xfrm xmlns:a="http://schemas.openxmlformats.org/drawingml/2006/main">
            <a:off x="838200" y="44767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FFFF"/>
                </a:solidFill>
                <a:latin typeface="IBM Plex Mono"/>
                <a:ea typeface="IBM Plex Mono"/>
                <a:cs typeface="IBM Plex Mono"/>
              </a:defRPr>
            </a:pPr>
            <a:r>
              <a:rPr sz="1050" b="1">
                <a:solidFill>
                  <a:srgbClr val="FFFFFF"/>
                </a:solidFill>
                <a:latin typeface="IBM Plex Mono"/>
                <a:ea typeface="IBM Plex Mono"/>
                <a:cs typeface="IBM Plex Mono"/>
              </a:rPr>
              <a:t>BRIEFEN</a:t>
            </a:r>
          </a:p>
        </p:txBody>
      </p:sp>
      <p:sp>
        <p:nvSpPr>
          <p:cNvPr id="16" name="">
            <a:extLst xmlns:a="http://schemas.openxmlformats.org/drawingml/2006/main">
              <a:ext uri="{FF2B5EF4-FFF2-40B4-BE49-F238E27FC236}">
                <a16:creationId xmlns:a16="http://schemas.microsoft.com/office/drawing/2014/main" id="{377DBC8C-EED9-4458-A173-033D0EBC405D}"/>
              </a:ext>
            </a:extLst>
          </p:cNvPr>
          <p:cNvSpPr>
            <a:spLocks xmlns:a="http://schemas.openxmlformats.org/drawingml/2006/main" noGrp="1"/>
          </p:cNvSpPr>
          <p:nvPr/>
        </p:nvSpPr>
        <p:spPr>
          <a:xfrm xmlns:a="http://schemas.openxmlformats.org/drawingml/2006/main">
            <a:off x="457200" y="5086350"/>
            <a:ext cx="3333750" cy="666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55A0E6FE-844D-419F-B60B-0AF4ED8ED86C}"/>
              </a:ext>
            </a:extLst>
          </p:cNvPr>
          <p:cNvSpPr>
            <a:spLocks xmlns:a="http://schemas.openxmlformats.org/drawingml/2006/main" noGrp="1"/>
          </p:cNvSpPr>
          <p:nvPr/>
        </p:nvSpPr>
        <p:spPr>
          <a:xfrm xmlns:a="http://schemas.openxmlformats.org/drawingml/2006/main">
            <a:off x="609600" y="5219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RESEARCH BRIEF</a:t>
            </a:r>
          </a:p>
        </p:txBody>
      </p:sp>
      <p:sp>
        <p:nvSpPr>
          <p:cNvPr id="18" name="">
            <a:extLst xmlns:a="http://schemas.openxmlformats.org/drawingml/2006/main">
              <a:ext uri="{FF2B5EF4-FFF2-40B4-BE49-F238E27FC236}">
                <a16:creationId xmlns:a16="http://schemas.microsoft.com/office/drawing/2014/main" id="{40BC803C-D49E-49DE-909D-090DFDB36638}"/>
              </a:ext>
            </a:extLst>
          </p:cNvPr>
          <p:cNvSpPr>
            <a:spLocks xmlns:a="http://schemas.openxmlformats.org/drawingml/2006/main" noGrp="1"/>
          </p:cNvSpPr>
          <p:nvPr/>
        </p:nvSpPr>
        <p:spPr>
          <a:xfrm xmlns:a="http://schemas.openxmlformats.org/drawingml/2006/main">
            <a:off x="609600" y="5467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p xmlns:a="http://schemas.openxmlformats.org/drawingml/2006/main">
            <a:pPr algn="l">
              <a:buNone/>
              <a:defRPr sz="750" b="1">
                <a:solidFill>
                  <a:srgbClr val="686868"/>
                </a:solidFill>
                <a:latin typeface="IBM Plex Mono"/>
                <a:ea typeface="IBM Plex Mono"/>
                <a:cs typeface="IBM Plex Mono"/>
              </a:defRPr>
            </a:pPr>
            <a:r>
              <a:rPr sz="750" b="1">
                <a:solidFill>
                  <a:srgbClr val="686868"/>
                </a:solidFill>
                <a:latin typeface="IBM Plex Mono"/>
                <a:ea typeface="IBM Plex Mono"/>
                <a:cs typeface="IBM Plex Mono"/>
              </a:rPr>
              <a:t>Priorität · Szenario · Quellen</a:t>
            </a:r>
          </a:p>
        </p:txBody>
      </p:sp>
      <p:sp>
        <p:nvSpPr>
          <p:cNvPr id="19" name="">
            <a:extLst xmlns:a="http://schemas.openxmlformats.org/drawingml/2006/main">
              <a:ext uri="{FF2B5EF4-FFF2-40B4-BE49-F238E27FC236}">
                <a16:creationId xmlns:a16="http://schemas.microsoft.com/office/drawing/2014/main" id="{AC442446-C6EF-420B-BE81-E8A379918128}"/>
              </a:ext>
            </a:extLst>
          </p:cNvPr>
          <p:cNvSpPr>
            <a:spLocks xmlns:a="http://schemas.openxmlformats.org/drawingml/2006/main" noGrp="1"/>
          </p:cNvSpPr>
          <p:nvPr/>
        </p:nvSpPr>
        <p:spPr>
          <a:xfrm xmlns:a="http://schemas.openxmlformats.org/drawingml/2006/main">
            <a:off x="457200" y="5981700"/>
            <a:ext cx="3143250" cy="190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0" name="">
            <a:extLst xmlns:a="http://schemas.openxmlformats.org/drawingml/2006/main">
              <a:ext uri="{FF2B5EF4-FFF2-40B4-BE49-F238E27FC236}">
                <a16:creationId xmlns:a16="http://schemas.microsoft.com/office/drawing/2014/main" id="{0B00EAAA-B28C-4441-82B3-E42AA0BA75B1}"/>
              </a:ext>
            </a:extLst>
          </p:cNvPr>
          <p:cNvSpPr>
            <a:spLocks xmlns:a="http://schemas.openxmlformats.org/drawingml/2006/main" noGrp="1"/>
          </p:cNvSpPr>
          <p:nvPr/>
        </p:nvSpPr>
        <p:spPr>
          <a:xfrm xmlns:a="http://schemas.openxmlformats.org/drawingml/2006/main">
            <a:off x="457200" y="607695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PRODUKTNAH</a:t>
            </a:r>
          </a:p>
        </p:txBody>
      </p:sp>
      <p:sp>
        <p:nvSpPr>
          <p:cNvPr id="21" name="">
            <a:extLst xmlns:a="http://schemas.openxmlformats.org/drawingml/2006/main">
              <a:ext uri="{FF2B5EF4-FFF2-40B4-BE49-F238E27FC236}">
                <a16:creationId xmlns:a16="http://schemas.microsoft.com/office/drawing/2014/main" id="{B952B048-C576-4A1C-B74A-065B4ABA4DB0}"/>
              </a:ext>
            </a:extLst>
          </p:cNvPr>
          <p:cNvSpPr>
            <a:spLocks xmlns:a="http://schemas.openxmlformats.org/drawingml/2006/main" noGrp="1"/>
          </p:cNvSpPr>
          <p:nvPr/>
        </p:nvSpPr>
        <p:spPr>
          <a:xfrm xmlns:a="http://schemas.openxmlformats.org/drawingml/2006/main">
            <a:off x="457200" y="62674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FFFFFF"/>
                </a:solidFill>
                <a:latin typeface="Noto Sans JP Light"/>
                <a:ea typeface="Noto Sans JP Light"/>
                <a:cs typeface="Noto Sans JP Light"/>
              </a:defRPr>
            </a:pPr>
            <a:r>
              <a:rPr sz="1125" b="1">
                <a:solidFill>
                  <a:srgbClr val="FFFFFF"/>
                </a:solidFill>
                <a:latin typeface="Noto Sans JP Light"/>
                <a:ea typeface="Noto Sans JP Light"/>
                <a:cs typeface="Noto Sans JP Light"/>
              </a:rPr>
              <a:t>Signale · Quellen · Briefings</a:t>
            </a:r>
          </a:p>
        </p:txBody>
      </p:sp>
    </p:spTree>
    <p:extLst>
      <p:ext uri="{BB962C8B-B14F-4D97-AF65-F5344CB8AC3E}">
        <p14:creationId xmlns:p14="http://schemas.microsoft.com/office/powerpoint/2010/main" val="2373975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306AA7D-B207-42F1-842D-2497A0815388}"/>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ECHON · FUNKTIONEN &amp; EINSATZ</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c6430b1c78724b73"/>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B57203-8C7E-4404-876F-699D9FC42138}"/>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08</a:t>
            </a:r>
          </a:p>
        </p:txBody>
      </p:sp>
      <p:sp>
        <p:nvSpPr>
          <p:cNvPr id="4" name="">
            <a:extLst xmlns:a="http://schemas.openxmlformats.org/drawingml/2006/main">
              <a:ext uri="{FF2B5EF4-FFF2-40B4-BE49-F238E27FC236}">
                <a16:creationId xmlns:a16="http://schemas.microsoft.com/office/drawing/2014/main" id="{7E2F8192-821B-49F1-8DA2-11CA2433478A}"/>
              </a:ext>
            </a:extLst>
          </p:cNvPr>
          <p:cNvSpPr>
            <a:spLocks xmlns:a="http://schemas.openxmlformats.org/drawingml/2006/main" noGrp="1"/>
          </p:cNvSpPr>
          <p:nvPr/>
        </p:nvSpPr>
        <p:spPr>
          <a:xfrm xmlns:a="http://schemas.openxmlformats.org/drawingml/2006/main">
            <a:off x="457200" y="7810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ECHON verdichtet Signale zu belastbaren Briefings.</a:t>
            </a:r>
          </a:p>
        </p:txBody>
      </p:sp>
      <p:sp>
        <p:nvSpPr>
          <p:cNvPr id="5" name="">
            <a:extLst xmlns:a="http://schemas.openxmlformats.org/drawingml/2006/main">
              <a:ext uri="{FF2B5EF4-FFF2-40B4-BE49-F238E27FC236}">
                <a16:creationId xmlns:a16="http://schemas.microsoft.com/office/drawing/2014/main" id="{1F227C2B-6DCD-4AF7-8780-81F8621429C4}"/>
              </a:ext>
            </a:extLst>
          </p:cNvPr>
          <p:cNvSpPr>
            <a:spLocks xmlns:a="http://schemas.openxmlformats.org/drawingml/2006/main" noGrp="1"/>
          </p:cNvSpPr>
          <p:nvPr/>
        </p:nvSpPr>
        <p:spPr>
          <a:xfrm xmlns:a="http://schemas.openxmlformats.org/drawingml/2006/main">
            <a:off x="457200" y="14097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111111"/>
                </a:solidFill>
                <a:latin typeface="Noto Sans JP Light"/>
                <a:ea typeface="Noto Sans JP Light"/>
                <a:cs typeface="Noto Sans JP Light"/>
              </a:defRPr>
            </a:pPr>
            <a:r>
              <a:rPr sz="1200" b="1">
                <a:solidFill>
                  <a:srgbClr val="111111"/>
                </a:solidFill>
                <a:latin typeface="Noto Sans JP Light"/>
                <a:ea typeface="Noto Sans JP Light"/>
                <a:cs typeface="Noto Sans JP Light"/>
              </a:rPr>
              <a:t>Quellen, Marktdaten und Persona-Kontext werden bewertet, verdichtet und in Briefings übersetzt.</a:t>
            </a:r>
          </a:p>
        </p:txBody>
      </p:sp>
      <p:sp>
        <p:nvSpPr>
          <p:cNvPr id="6" name="">
            <a:extLst xmlns:a="http://schemas.openxmlformats.org/drawingml/2006/main">
              <a:ext uri="{FF2B5EF4-FFF2-40B4-BE49-F238E27FC236}">
                <a16:creationId xmlns:a16="http://schemas.microsoft.com/office/drawing/2014/main" id="{90DF43EF-78F0-4AEE-BF51-F32899BD9062}"/>
              </a:ext>
            </a:extLst>
          </p:cNvPr>
          <p:cNvSpPr>
            <a:spLocks xmlns:a="http://schemas.openxmlformats.org/drawingml/2006/main" noGrp="1"/>
          </p:cNvSpPr>
          <p:nvPr/>
        </p:nvSpPr>
        <p:spPr>
          <a:xfrm xmlns:a="http://schemas.openxmlformats.org/drawingml/2006/main">
            <a:off x="3048000" y="26670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7" name="">
            <a:extLst xmlns:a="http://schemas.openxmlformats.org/drawingml/2006/main">
              <a:ext uri="{FF2B5EF4-FFF2-40B4-BE49-F238E27FC236}">
                <a16:creationId xmlns:a16="http://schemas.microsoft.com/office/drawing/2014/main" id="{7523D72A-1D4B-476B-AF99-6F0426B52618}"/>
              </a:ext>
            </a:extLst>
          </p:cNvPr>
          <p:cNvSpPr>
            <a:spLocks xmlns:a="http://schemas.openxmlformats.org/drawingml/2006/main" noGrp="1"/>
          </p:cNvSpPr>
          <p:nvPr/>
        </p:nvSpPr>
        <p:spPr>
          <a:xfrm xmlns:a="http://schemas.openxmlformats.org/drawingml/2006/main">
            <a:off x="3048000" y="41148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8EF3C699-228A-4F4B-A237-30927237B377}"/>
              </a:ext>
            </a:extLst>
          </p:cNvPr>
          <p:cNvSpPr>
            <a:spLocks xmlns:a="http://schemas.openxmlformats.org/drawingml/2006/main" noGrp="1"/>
          </p:cNvSpPr>
          <p:nvPr/>
        </p:nvSpPr>
        <p:spPr>
          <a:xfrm xmlns:a="http://schemas.openxmlformats.org/drawingml/2006/main">
            <a:off x="3048000" y="55626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9622B2A4-E5B4-409B-B961-CE1F5EA876BF}"/>
              </a:ext>
            </a:extLst>
          </p:cNvPr>
          <p:cNvSpPr>
            <a:spLocks xmlns:a="http://schemas.openxmlformats.org/drawingml/2006/main" noGrp="1"/>
          </p:cNvSpPr>
          <p:nvPr/>
        </p:nvSpPr>
        <p:spPr>
          <a:xfrm xmlns:a="http://schemas.openxmlformats.org/drawingml/2006/main">
            <a:off x="6972300" y="26670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D2C5E58B-D495-4AA4-887D-3A19FB5858D5}"/>
              </a:ext>
            </a:extLst>
          </p:cNvPr>
          <p:cNvSpPr>
            <a:spLocks xmlns:a="http://schemas.openxmlformats.org/drawingml/2006/main" noGrp="1"/>
          </p:cNvSpPr>
          <p:nvPr/>
        </p:nvSpPr>
        <p:spPr>
          <a:xfrm xmlns:a="http://schemas.openxmlformats.org/drawingml/2006/main">
            <a:off x="6972300" y="41148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1" name="">
            <a:extLst xmlns:a="http://schemas.openxmlformats.org/drawingml/2006/main">
              <a:ext uri="{FF2B5EF4-FFF2-40B4-BE49-F238E27FC236}">
                <a16:creationId xmlns:a16="http://schemas.microsoft.com/office/drawing/2014/main" id="{F4B5D866-B5AB-4C5A-BBD8-EC7401604D32}"/>
              </a:ext>
            </a:extLst>
          </p:cNvPr>
          <p:cNvSpPr>
            <a:spLocks xmlns:a="http://schemas.openxmlformats.org/drawingml/2006/main" noGrp="1"/>
          </p:cNvSpPr>
          <p:nvPr/>
        </p:nvSpPr>
        <p:spPr>
          <a:xfrm xmlns:a="http://schemas.openxmlformats.org/drawingml/2006/main">
            <a:off x="6972300" y="55626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2" name="">
            <a:extLst xmlns:a="http://schemas.openxmlformats.org/drawingml/2006/main">
              <a:ext uri="{FF2B5EF4-FFF2-40B4-BE49-F238E27FC236}">
                <a16:creationId xmlns:a16="http://schemas.microsoft.com/office/drawing/2014/main" id="{5D264A76-21E3-4AE0-9676-EA9C8F1BD00F}"/>
              </a:ext>
            </a:extLst>
          </p:cNvPr>
          <p:cNvSpPr>
            <a:spLocks xmlns:a="http://schemas.openxmlformats.org/drawingml/2006/main" noGrp="1"/>
          </p:cNvSpPr>
          <p:nvPr/>
        </p:nvSpPr>
        <p:spPr>
          <a:xfrm xmlns:a="http://schemas.openxmlformats.org/drawingml/2006/main">
            <a:off x="5219700" y="2895600"/>
            <a:ext cx="1752600" cy="17526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4A4CCA9-D828-4C98-9CE7-8D5BAD61BD9C}"/>
              </a:ext>
            </a:extLst>
          </p:cNvPr>
          <p:cNvSpPr>
            <a:spLocks xmlns:a="http://schemas.openxmlformats.org/drawingml/2006/main" noGrp="1"/>
          </p:cNvSpPr>
          <p:nvPr/>
        </p:nvSpPr>
        <p:spPr>
          <a:xfrm xmlns:a="http://schemas.openxmlformats.org/drawingml/2006/main">
            <a:off x="5410200" y="3429000"/>
            <a:ext cx="1371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ctr">
              <a:buNone/>
              <a:defRPr sz="1875" b="1">
                <a:solidFill>
                  <a:srgbClr val="FFFFFF"/>
                </a:solidFill>
                <a:latin typeface="Noto Sans JP"/>
                <a:ea typeface="Noto Sans JP"/>
                <a:cs typeface="Noto Sans JP"/>
              </a:defRPr>
            </a:pPr>
            <a:r>
              <a:rPr sz="1875" b="1">
                <a:solidFill>
                  <a:srgbClr val="FFFFFF"/>
                </a:solidFill>
                <a:latin typeface="Noto Sans JP"/>
                <a:ea typeface="Noto Sans JP"/>
                <a:cs typeface="Noto Sans JP"/>
              </a:rPr>
              <a:t>ECHON</a:t>
            </a:r>
          </a:p>
        </p:txBody>
      </p:sp>
      <p:sp>
        <p:nvSpPr>
          <p:cNvPr id="14" name="">
            <a:extLst xmlns:a="http://schemas.openxmlformats.org/drawingml/2006/main">
              <a:ext uri="{FF2B5EF4-FFF2-40B4-BE49-F238E27FC236}">
                <a16:creationId xmlns:a16="http://schemas.microsoft.com/office/drawing/2014/main" id="{FC435D1A-2709-4361-B517-4779431D2AB4}"/>
              </a:ext>
            </a:extLst>
          </p:cNvPr>
          <p:cNvSpPr>
            <a:spLocks xmlns:a="http://schemas.openxmlformats.org/drawingml/2006/main" noGrp="1"/>
          </p:cNvSpPr>
          <p:nvPr/>
        </p:nvSpPr>
        <p:spPr>
          <a:xfrm xmlns:a="http://schemas.openxmlformats.org/drawingml/2006/main">
            <a:off x="5429250" y="38671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API · MCP · FEEDS</a:t>
            </a:r>
          </a:p>
        </p:txBody>
      </p:sp>
      <p:sp>
        <p:nvSpPr>
          <p:cNvPr id="15" name="">
            <a:extLst xmlns:a="http://schemas.openxmlformats.org/drawingml/2006/main">
              <a:ext uri="{FF2B5EF4-FFF2-40B4-BE49-F238E27FC236}">
                <a16:creationId xmlns:a16="http://schemas.microsoft.com/office/drawing/2014/main" id="{E1B70083-3D24-4736-B9E2-C54DC4C85168}"/>
              </a:ext>
            </a:extLst>
          </p:cNvPr>
          <p:cNvSpPr>
            <a:spLocks xmlns:a="http://schemas.openxmlformats.org/drawingml/2006/main" noGrp="1"/>
          </p:cNvSpPr>
          <p:nvPr/>
        </p:nvSpPr>
        <p:spPr>
          <a:xfrm xmlns:a="http://schemas.openxmlformats.org/drawingml/2006/main">
            <a:off x="6667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16" name="">
            <a:extLst xmlns:a="http://schemas.openxmlformats.org/drawingml/2006/main">
              <a:ext uri="{FF2B5EF4-FFF2-40B4-BE49-F238E27FC236}">
                <a16:creationId xmlns:a16="http://schemas.microsoft.com/office/drawing/2014/main" id="{2912B856-4B36-4CB7-AA59-0EBFAC778785}"/>
              </a:ext>
            </a:extLst>
          </p:cNvPr>
          <p:cNvSpPr>
            <a:spLocks xmlns:a="http://schemas.openxmlformats.org/drawingml/2006/main" noGrp="1"/>
          </p:cNvSpPr>
          <p:nvPr/>
        </p:nvSpPr>
        <p:spPr>
          <a:xfrm xmlns:a="http://schemas.openxmlformats.org/drawingml/2006/main">
            <a:off x="8001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SIGNAL INTAKE</a:t>
            </a:r>
          </a:p>
        </p:txBody>
      </p:sp>
      <p:sp>
        <p:nvSpPr>
          <p:cNvPr id="17" name="">
            <a:extLst xmlns:a="http://schemas.openxmlformats.org/drawingml/2006/main">
              <a:ext uri="{FF2B5EF4-FFF2-40B4-BE49-F238E27FC236}">
                <a16:creationId xmlns:a16="http://schemas.microsoft.com/office/drawing/2014/main" id="{06C14084-57C2-430B-ABCC-4E584F263381}"/>
              </a:ext>
            </a:extLst>
          </p:cNvPr>
          <p:cNvSpPr>
            <a:spLocks xmlns:a="http://schemas.openxmlformats.org/drawingml/2006/main" noGrp="1"/>
          </p:cNvSpPr>
          <p:nvPr/>
        </p:nvSpPr>
        <p:spPr>
          <a:xfrm xmlns:a="http://schemas.openxmlformats.org/drawingml/2006/main">
            <a:off x="8001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Quellen fortlaufend erfassen</a:t>
            </a:r>
          </a:p>
        </p:txBody>
      </p:sp>
      <p:sp>
        <p:nvSpPr>
          <p:cNvPr id="18" name="">
            <a:extLst xmlns:a="http://schemas.openxmlformats.org/drawingml/2006/main">
              <a:ext uri="{FF2B5EF4-FFF2-40B4-BE49-F238E27FC236}">
                <a16:creationId xmlns:a16="http://schemas.microsoft.com/office/drawing/2014/main" id="{AA4C994A-5E5E-40B3-BF81-8C4A7A2169F1}"/>
              </a:ext>
            </a:extLst>
          </p:cNvPr>
          <p:cNvSpPr>
            <a:spLocks xmlns:a="http://schemas.openxmlformats.org/drawingml/2006/main" noGrp="1"/>
          </p:cNvSpPr>
          <p:nvPr/>
        </p:nvSpPr>
        <p:spPr>
          <a:xfrm xmlns:a="http://schemas.openxmlformats.org/drawingml/2006/main">
            <a:off x="666750" y="3714750"/>
            <a:ext cx="2381250" cy="800100"/>
          </a:xfrm>
          <a:prstGeom xmlns:a="http://schemas.openxmlformats.org/drawingml/2006/main" prst="rect">
            <a:avLst/>
          </a:prstGeom>
          <a:solidFill xmlns:a="http://schemas.openxmlformats.org/drawingml/2006/main">
            <a:srgbClr val="FFD0C1"/>
          </a:solidFill>
          <a:ln xmlns:a="http://schemas.openxmlformats.org/drawingml/2006/main" w="0">
            <a:solidFill>
              <a:srgbClr val="FFD0C1"/>
            </a:solidFill>
            <a:prstDash val="solid"/>
          </a:ln>
        </p:spPr>
      </p:sp>
      <p:sp>
        <p:nvSpPr>
          <p:cNvPr id="19" name="">
            <a:extLst xmlns:a="http://schemas.openxmlformats.org/drawingml/2006/main">
              <a:ext uri="{FF2B5EF4-FFF2-40B4-BE49-F238E27FC236}">
                <a16:creationId xmlns:a16="http://schemas.microsoft.com/office/drawing/2014/main" id="{97A8329C-3288-4FAF-8E1C-0D8A7A840B61}"/>
              </a:ext>
            </a:extLst>
          </p:cNvPr>
          <p:cNvSpPr>
            <a:spLocks xmlns:a="http://schemas.openxmlformats.org/drawingml/2006/main" noGrp="1"/>
          </p:cNvSpPr>
          <p:nvPr/>
        </p:nvSpPr>
        <p:spPr>
          <a:xfrm xmlns:a="http://schemas.openxmlformats.org/drawingml/2006/main">
            <a:off x="8001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VERDICHTUNG</a:t>
            </a:r>
          </a:p>
        </p:txBody>
      </p:sp>
      <p:sp>
        <p:nvSpPr>
          <p:cNvPr id="20" name="">
            <a:extLst xmlns:a="http://schemas.openxmlformats.org/drawingml/2006/main">
              <a:ext uri="{FF2B5EF4-FFF2-40B4-BE49-F238E27FC236}">
                <a16:creationId xmlns:a16="http://schemas.microsoft.com/office/drawing/2014/main" id="{1DEF0CF8-3E53-4E78-844B-3A9968DFFE3E}"/>
              </a:ext>
            </a:extLst>
          </p:cNvPr>
          <p:cNvSpPr>
            <a:spLocks xmlns:a="http://schemas.openxmlformats.org/drawingml/2006/main" noGrp="1"/>
          </p:cNvSpPr>
          <p:nvPr/>
        </p:nvSpPr>
        <p:spPr>
          <a:xfrm xmlns:a="http://schemas.openxmlformats.org/drawingml/2006/main">
            <a:off x="8001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Muster und Widersprüche erkennen</a:t>
            </a:r>
          </a:p>
        </p:txBody>
      </p:sp>
      <p:sp>
        <p:nvSpPr>
          <p:cNvPr id="21" name="">
            <a:extLst xmlns:a="http://schemas.openxmlformats.org/drawingml/2006/main">
              <a:ext uri="{FF2B5EF4-FFF2-40B4-BE49-F238E27FC236}">
                <a16:creationId xmlns:a16="http://schemas.microsoft.com/office/drawing/2014/main" id="{65EE329D-A7DD-4B88-B65C-B32106A3C212}"/>
              </a:ext>
            </a:extLst>
          </p:cNvPr>
          <p:cNvSpPr>
            <a:spLocks xmlns:a="http://schemas.openxmlformats.org/drawingml/2006/main" noGrp="1"/>
          </p:cNvSpPr>
          <p:nvPr/>
        </p:nvSpPr>
        <p:spPr>
          <a:xfrm xmlns:a="http://schemas.openxmlformats.org/drawingml/2006/main">
            <a:off x="666750" y="5162550"/>
            <a:ext cx="2381250" cy="800100"/>
          </a:xfrm>
          <a:prstGeom xmlns:a="http://schemas.openxmlformats.org/drawingml/2006/main" prst="rect">
            <a:avLst/>
          </a:prstGeom>
          <a:solidFill xmlns:a="http://schemas.openxmlformats.org/drawingml/2006/main">
            <a:srgbClr val="FFF8AA"/>
          </a:solidFill>
          <a:ln xmlns:a="http://schemas.openxmlformats.org/drawingml/2006/main" w="0">
            <a:solidFill>
              <a:srgbClr val="FFF8AA"/>
            </a:solidFill>
            <a:prstDash val="solid"/>
          </a:ln>
        </p:spPr>
      </p:sp>
      <p:sp>
        <p:nvSpPr>
          <p:cNvPr id="22" name="">
            <a:extLst xmlns:a="http://schemas.openxmlformats.org/drawingml/2006/main">
              <a:ext uri="{FF2B5EF4-FFF2-40B4-BE49-F238E27FC236}">
                <a16:creationId xmlns:a16="http://schemas.microsoft.com/office/drawing/2014/main" id="{CDA5212A-2621-44A0-8EEC-573D649F5B03}"/>
              </a:ext>
            </a:extLst>
          </p:cNvPr>
          <p:cNvSpPr>
            <a:spLocks xmlns:a="http://schemas.openxmlformats.org/drawingml/2006/main" noGrp="1"/>
          </p:cNvSpPr>
          <p:nvPr/>
        </p:nvSpPr>
        <p:spPr>
          <a:xfrm xmlns:a="http://schemas.openxmlformats.org/drawingml/2006/main">
            <a:off x="8001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RESEARCH BRIEF</a:t>
            </a:r>
          </a:p>
        </p:txBody>
      </p:sp>
      <p:sp>
        <p:nvSpPr>
          <p:cNvPr id="23" name="">
            <a:extLst xmlns:a="http://schemas.openxmlformats.org/drawingml/2006/main">
              <a:ext uri="{FF2B5EF4-FFF2-40B4-BE49-F238E27FC236}">
                <a16:creationId xmlns:a16="http://schemas.microsoft.com/office/drawing/2014/main" id="{661A58F6-9EE1-4FB3-8FF0-1EF24FA81E0A}"/>
              </a:ext>
            </a:extLst>
          </p:cNvPr>
          <p:cNvSpPr>
            <a:spLocks xmlns:a="http://schemas.openxmlformats.org/drawingml/2006/main" noGrp="1"/>
          </p:cNvSpPr>
          <p:nvPr/>
        </p:nvSpPr>
        <p:spPr>
          <a:xfrm xmlns:a="http://schemas.openxmlformats.org/drawingml/2006/main">
            <a:off x="8001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Evidenz und offene Fragen</a:t>
            </a:r>
          </a:p>
        </p:txBody>
      </p:sp>
      <p:sp>
        <p:nvSpPr>
          <p:cNvPr id="24" name="">
            <a:extLst xmlns:a="http://schemas.openxmlformats.org/drawingml/2006/main">
              <a:ext uri="{FF2B5EF4-FFF2-40B4-BE49-F238E27FC236}">
                <a16:creationId xmlns:a16="http://schemas.microsoft.com/office/drawing/2014/main" id="{0A7506C4-6421-4EC3-AC15-AAB2B19934D9}"/>
              </a:ext>
            </a:extLst>
          </p:cNvPr>
          <p:cNvSpPr>
            <a:spLocks xmlns:a="http://schemas.openxmlformats.org/drawingml/2006/main" noGrp="1"/>
          </p:cNvSpPr>
          <p:nvPr/>
        </p:nvSpPr>
        <p:spPr>
          <a:xfrm xmlns:a="http://schemas.openxmlformats.org/drawingml/2006/main">
            <a:off x="86296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25" name="">
            <a:extLst xmlns:a="http://schemas.openxmlformats.org/drawingml/2006/main">
              <a:ext uri="{FF2B5EF4-FFF2-40B4-BE49-F238E27FC236}">
                <a16:creationId xmlns:a16="http://schemas.microsoft.com/office/drawing/2014/main" id="{E965F2BD-66F8-45E5-B348-9C879AEC2A97}"/>
              </a:ext>
            </a:extLst>
          </p:cNvPr>
          <p:cNvSpPr>
            <a:spLocks xmlns:a="http://schemas.openxmlformats.org/drawingml/2006/main" noGrp="1"/>
          </p:cNvSpPr>
          <p:nvPr/>
        </p:nvSpPr>
        <p:spPr>
          <a:xfrm xmlns:a="http://schemas.openxmlformats.org/drawingml/2006/main">
            <a:off x="87630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MARKTMONITORING</a:t>
            </a:r>
          </a:p>
        </p:txBody>
      </p:sp>
      <p:sp>
        <p:nvSpPr>
          <p:cNvPr id="26" name="">
            <a:extLst xmlns:a="http://schemas.openxmlformats.org/drawingml/2006/main">
              <a:ext uri="{FF2B5EF4-FFF2-40B4-BE49-F238E27FC236}">
                <a16:creationId xmlns:a16="http://schemas.microsoft.com/office/drawing/2014/main" id="{93535A01-A02B-4B6A-9073-4C26C504A2CA}"/>
              </a:ext>
            </a:extLst>
          </p:cNvPr>
          <p:cNvSpPr>
            <a:spLocks xmlns:a="http://schemas.openxmlformats.org/drawingml/2006/main" noGrp="1"/>
          </p:cNvSpPr>
          <p:nvPr/>
        </p:nvSpPr>
        <p:spPr>
          <a:xfrm xmlns:a="http://schemas.openxmlformats.org/drawingml/2006/main">
            <a:off x="87630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Relevante Bewegungen erkennen</a:t>
            </a:r>
          </a:p>
        </p:txBody>
      </p:sp>
      <p:sp>
        <p:nvSpPr>
          <p:cNvPr id="27" name="">
            <a:extLst xmlns:a="http://schemas.openxmlformats.org/drawingml/2006/main">
              <a:ext uri="{FF2B5EF4-FFF2-40B4-BE49-F238E27FC236}">
                <a16:creationId xmlns:a16="http://schemas.microsoft.com/office/drawing/2014/main" id="{80F42F01-E838-447C-BCE9-B4E7E921484E}"/>
              </a:ext>
            </a:extLst>
          </p:cNvPr>
          <p:cNvSpPr>
            <a:spLocks xmlns:a="http://schemas.openxmlformats.org/drawingml/2006/main" noGrp="1"/>
          </p:cNvSpPr>
          <p:nvPr/>
        </p:nvSpPr>
        <p:spPr>
          <a:xfrm xmlns:a="http://schemas.openxmlformats.org/drawingml/2006/main">
            <a:off x="8629650" y="3714750"/>
            <a:ext cx="2381250" cy="80010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28" name="">
            <a:extLst xmlns:a="http://schemas.openxmlformats.org/drawingml/2006/main">
              <a:ext uri="{FF2B5EF4-FFF2-40B4-BE49-F238E27FC236}">
                <a16:creationId xmlns:a16="http://schemas.microsoft.com/office/drawing/2014/main" id="{41291871-09DC-4F50-A73F-712057FA8801}"/>
              </a:ext>
            </a:extLst>
          </p:cNvPr>
          <p:cNvSpPr>
            <a:spLocks xmlns:a="http://schemas.openxmlformats.org/drawingml/2006/main" noGrp="1"/>
          </p:cNvSpPr>
          <p:nvPr/>
        </p:nvSpPr>
        <p:spPr>
          <a:xfrm xmlns:a="http://schemas.openxmlformats.org/drawingml/2006/main">
            <a:off x="87630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CHANCENRÄUME</a:t>
            </a:r>
          </a:p>
        </p:txBody>
      </p:sp>
      <p:sp>
        <p:nvSpPr>
          <p:cNvPr id="29" name="">
            <a:extLst xmlns:a="http://schemas.openxmlformats.org/drawingml/2006/main">
              <a:ext uri="{FF2B5EF4-FFF2-40B4-BE49-F238E27FC236}">
                <a16:creationId xmlns:a16="http://schemas.microsoft.com/office/drawing/2014/main" id="{8E44F83F-12CF-4FC6-B02F-47C8AE4B5EE2}"/>
              </a:ext>
            </a:extLst>
          </p:cNvPr>
          <p:cNvSpPr>
            <a:spLocks xmlns:a="http://schemas.openxmlformats.org/drawingml/2006/main" noGrp="1"/>
          </p:cNvSpPr>
          <p:nvPr/>
        </p:nvSpPr>
        <p:spPr>
          <a:xfrm xmlns:a="http://schemas.openxmlformats.org/drawingml/2006/main">
            <a:off x="87630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Themen und White Spaces priorisieren</a:t>
            </a:r>
          </a:p>
        </p:txBody>
      </p:sp>
      <p:sp>
        <p:nvSpPr>
          <p:cNvPr id="30" name="">
            <a:extLst xmlns:a="http://schemas.openxmlformats.org/drawingml/2006/main">
              <a:ext uri="{FF2B5EF4-FFF2-40B4-BE49-F238E27FC236}">
                <a16:creationId xmlns:a16="http://schemas.microsoft.com/office/drawing/2014/main" id="{71478748-36BA-4DE0-9284-22D23298D482}"/>
              </a:ext>
            </a:extLst>
          </p:cNvPr>
          <p:cNvSpPr>
            <a:spLocks xmlns:a="http://schemas.openxmlformats.org/drawingml/2006/main" noGrp="1"/>
          </p:cNvSpPr>
          <p:nvPr/>
        </p:nvSpPr>
        <p:spPr>
          <a:xfrm xmlns:a="http://schemas.openxmlformats.org/drawingml/2006/main">
            <a:off x="8629650" y="5162550"/>
            <a:ext cx="2381250" cy="80010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31" name="">
            <a:extLst xmlns:a="http://schemas.openxmlformats.org/drawingml/2006/main">
              <a:ext uri="{FF2B5EF4-FFF2-40B4-BE49-F238E27FC236}">
                <a16:creationId xmlns:a16="http://schemas.microsoft.com/office/drawing/2014/main" id="{0EF56151-888B-4D72-B780-048F481FD74A}"/>
              </a:ext>
            </a:extLst>
          </p:cNvPr>
          <p:cNvSpPr>
            <a:spLocks xmlns:a="http://schemas.openxmlformats.org/drawingml/2006/main" noGrp="1"/>
          </p:cNvSpPr>
          <p:nvPr/>
        </p:nvSpPr>
        <p:spPr>
          <a:xfrm xmlns:a="http://schemas.openxmlformats.org/drawingml/2006/main">
            <a:off x="87630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PERSONA-CHECK</a:t>
            </a:r>
          </a:p>
        </p:txBody>
      </p:sp>
      <p:sp>
        <p:nvSpPr>
          <p:cNvPr id="32" name="">
            <a:extLst xmlns:a="http://schemas.openxmlformats.org/drawingml/2006/main">
              <a:ext uri="{FF2B5EF4-FFF2-40B4-BE49-F238E27FC236}">
                <a16:creationId xmlns:a16="http://schemas.microsoft.com/office/drawing/2014/main" id="{E7EE31D7-5985-4D32-99D1-CF2F2A199969}"/>
              </a:ext>
            </a:extLst>
          </p:cNvPr>
          <p:cNvSpPr>
            <a:spLocks xmlns:a="http://schemas.openxmlformats.org/drawingml/2006/main" noGrp="1"/>
          </p:cNvSpPr>
          <p:nvPr/>
        </p:nvSpPr>
        <p:spPr>
          <a:xfrm xmlns:a="http://schemas.openxmlformats.org/drawingml/2006/main">
            <a:off x="87630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Marktrelevanz mit AUDION prüfen</a:t>
            </a:r>
          </a:p>
        </p:txBody>
      </p:sp>
      <p:sp>
        <p:nvSpPr>
          <p:cNvPr id="33" name="">
            <a:extLst xmlns:a="http://schemas.openxmlformats.org/drawingml/2006/main">
              <a:ext uri="{FF2B5EF4-FFF2-40B4-BE49-F238E27FC236}">
                <a16:creationId xmlns:a16="http://schemas.microsoft.com/office/drawing/2014/main" id="{57A32362-492C-40BA-9407-576E60F98CDC}"/>
              </a:ext>
            </a:extLst>
          </p:cNvPr>
          <p:cNvSpPr>
            <a:spLocks xmlns:a="http://schemas.openxmlformats.org/drawingml/2006/main" noGrp="1"/>
          </p:cNvSpPr>
          <p:nvPr/>
        </p:nvSpPr>
        <p:spPr>
          <a:xfrm xmlns:a="http://schemas.openxmlformats.org/drawingml/2006/main">
            <a:off x="4857750" y="21526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SCHNITTSTELLEN</a:t>
            </a:r>
          </a:p>
        </p:txBody>
      </p:sp>
      <p:sp>
        <p:nvSpPr>
          <p:cNvPr id="34" name="">
            <a:extLst xmlns:a="http://schemas.openxmlformats.org/drawingml/2006/main">
              <a:ext uri="{FF2B5EF4-FFF2-40B4-BE49-F238E27FC236}">
                <a16:creationId xmlns:a16="http://schemas.microsoft.com/office/drawing/2014/main" id="{A58EDD4C-09EE-40F5-AD30-2FBB93EFD2FA}"/>
              </a:ext>
            </a:extLst>
          </p:cNvPr>
          <p:cNvSpPr>
            <a:spLocks xmlns:a="http://schemas.openxmlformats.org/drawingml/2006/main" noGrp="1"/>
          </p:cNvSpPr>
          <p:nvPr/>
        </p:nvSpPr>
        <p:spPr>
          <a:xfrm xmlns:a="http://schemas.openxmlformats.org/drawingml/2006/main">
            <a:off x="4171950" y="4953000"/>
            <a:ext cx="3848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00CA55"/>
                </a:solidFill>
                <a:latin typeface="IBM Plex Mono"/>
                <a:ea typeface="IBM Plex Mono"/>
                <a:cs typeface="IBM Plex Mono"/>
              </a:defRPr>
            </a:pPr>
            <a:r>
              <a:rPr sz="750" b="1">
                <a:solidFill>
                  <a:srgbClr val="00CA55"/>
                </a:solidFill>
                <a:latin typeface="IBM Plex Mono"/>
                <a:ea typeface="IBM Plex Mono"/>
                <a:cs typeface="IBM Plex Mono"/>
              </a:rPr>
              <a:t>RESEARCH · NEWS · SOCIAL · ANALYTICS</a:t>
            </a:r>
          </a:p>
        </p:txBody>
      </p:sp>
      <p:sp>
        <p:nvSpPr>
          <p:cNvPr id="35" name="">
            <a:extLst xmlns:a="http://schemas.openxmlformats.org/drawingml/2006/main">
              <a:ext uri="{FF2B5EF4-FFF2-40B4-BE49-F238E27FC236}">
                <a16:creationId xmlns:a16="http://schemas.microsoft.com/office/drawing/2014/main" id="{9DAA6830-8D0C-4564-A935-9C1A72C308F7}"/>
              </a:ext>
            </a:extLst>
          </p:cNvPr>
          <p:cNvSpPr>
            <a:spLocks xmlns:a="http://schemas.openxmlformats.org/drawingml/2006/main" noGrp="1"/>
          </p:cNvSpPr>
          <p:nvPr/>
        </p:nvSpPr>
        <p:spPr>
          <a:xfrm xmlns:a="http://schemas.openxmlformats.org/drawingml/2006/main">
            <a:off x="457200" y="6419850"/>
            <a:ext cx="1000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Beispiele via Adapter: Brandwatch · GWI · Similarweb · Datenfeeds. Verfügbarkeit projektabhängig.</a:t>
            </a:r>
          </a:p>
        </p:txBody>
      </p:sp>
    </p:spTree>
    <p:extLst>
      <p:ext uri="{BB962C8B-B14F-4D97-AF65-F5344CB8AC3E}">
        <p14:creationId xmlns:p14="http://schemas.microsoft.com/office/powerpoint/2010/main" val="19900508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30df55448504d21"/>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67B3EC-B67C-436A-AEB7-4FCF60BAADB8}"/>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AUDION · PERSONA INTELLIGENCE</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361daeb680b4560"/>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0C10F43-190B-4025-8090-E014AB4A24E4}"/>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09</a:t>
            </a:r>
          </a:p>
        </p:txBody>
      </p:sp>
      <p:sp>
        <p:nvSpPr>
          <p:cNvPr id="5" name="">
            <a:extLst xmlns:a="http://schemas.openxmlformats.org/drawingml/2006/main">
              <a:ext uri="{FF2B5EF4-FFF2-40B4-BE49-F238E27FC236}">
                <a16:creationId xmlns:a16="http://schemas.microsoft.com/office/drawing/2014/main" id="{7DD8AD0F-9652-4FDD-83BD-39C4E15FD836}"/>
              </a:ext>
            </a:extLst>
          </p:cNvPr>
          <p:cNvSpPr>
            <a:spLocks xmlns:a="http://schemas.openxmlformats.org/drawingml/2006/main" noGrp="1"/>
          </p:cNvSpPr>
          <p:nvPr/>
        </p:nvSpPr>
        <p:spPr>
          <a:xfrm xmlns:a="http://schemas.openxmlformats.org/drawingml/2006/main">
            <a:off x="457200" y="838200"/>
            <a:ext cx="4953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Zielgruppenwissen wird zum Gesprächspartner.</a:t>
            </a:r>
          </a:p>
        </p:txBody>
      </p:sp>
      <p:sp>
        <p:nvSpPr>
          <p:cNvPr id="6" name="">
            <a:extLst xmlns:a="http://schemas.openxmlformats.org/drawingml/2006/main">
              <a:ext uri="{FF2B5EF4-FFF2-40B4-BE49-F238E27FC236}">
                <a16:creationId xmlns:a16="http://schemas.microsoft.com/office/drawing/2014/main" id="{53DECF69-4201-4A79-A666-4B4E387E89DE}"/>
              </a:ext>
            </a:extLst>
          </p:cNvPr>
          <p:cNvSpPr>
            <a:spLocks xmlns:a="http://schemas.openxmlformats.org/drawingml/2006/main" noGrp="1"/>
          </p:cNvSpPr>
          <p:nvPr/>
        </p:nvSpPr>
        <p:spPr>
          <a:xfrm xmlns:a="http://schemas.openxmlformats.org/drawingml/2006/main">
            <a:off x="457200" y="2038350"/>
            <a:ext cx="457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11111"/>
                </a:solidFill>
                <a:latin typeface="Noto Sans JP Light"/>
                <a:ea typeface="Noto Sans JP Light"/>
                <a:cs typeface="Noto Sans JP Light"/>
              </a:defRPr>
            </a:pPr>
            <a:r>
              <a:rPr sz="1275" b="1">
                <a:solidFill>
                  <a:srgbClr val="111111"/>
                </a:solidFill>
                <a:latin typeface="Noto Sans JP Light"/>
                <a:ea typeface="Noto Sans JP Light"/>
                <a:cs typeface="Noto Sans JP Light"/>
              </a:rPr>
              <a:t>MaFo und Quellen werden zu research-basierten Personas – für konkrete Fragen, Ideenchecks und Zielgruppenkontext in der gesamten Suite.</a:t>
            </a:r>
          </a:p>
        </p:txBody>
      </p:sp>
      <p:sp>
        <p:nvSpPr>
          <p:cNvPr id="7" name="">
            <a:extLst xmlns:a="http://schemas.openxmlformats.org/drawingml/2006/main">
              <a:ext uri="{FF2B5EF4-FFF2-40B4-BE49-F238E27FC236}">
                <a16:creationId xmlns:a16="http://schemas.microsoft.com/office/drawing/2014/main" id="{C827550C-B558-4737-98C5-3B605ABFB1F1}"/>
              </a:ext>
            </a:extLst>
          </p:cNvPr>
          <p:cNvSpPr>
            <a:spLocks xmlns:a="http://schemas.openxmlformats.org/drawingml/2006/main" noGrp="1"/>
          </p:cNvSpPr>
          <p:nvPr/>
        </p:nvSpPr>
        <p:spPr>
          <a:xfrm xmlns:a="http://schemas.openxmlformats.org/drawingml/2006/main">
            <a:off x="457200" y="3295650"/>
            <a:ext cx="1238250" cy="238125"/>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8" name="">
            <a:extLst xmlns:a="http://schemas.openxmlformats.org/drawingml/2006/main">
              <a:ext uri="{FF2B5EF4-FFF2-40B4-BE49-F238E27FC236}">
                <a16:creationId xmlns:a16="http://schemas.microsoft.com/office/drawing/2014/main" id="{D419CCF1-D2D8-4279-B4D2-C15D248A4FBF}"/>
              </a:ext>
            </a:extLst>
          </p:cNvPr>
          <p:cNvSpPr>
            <a:spLocks xmlns:a="http://schemas.openxmlformats.org/drawingml/2006/main" noGrp="1"/>
          </p:cNvSpPr>
          <p:nvPr/>
        </p:nvSpPr>
        <p:spPr>
          <a:xfrm xmlns:a="http://schemas.openxmlformats.org/drawingml/2006/main">
            <a:off x="523875" y="3343275"/>
            <a:ext cx="1104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TEXT · HEUTE</a:t>
            </a:r>
          </a:p>
        </p:txBody>
      </p:sp>
      <p:sp>
        <p:nvSpPr>
          <p:cNvPr id="9" name="">
            <a:extLst xmlns:a="http://schemas.openxmlformats.org/drawingml/2006/main">
              <a:ext uri="{FF2B5EF4-FFF2-40B4-BE49-F238E27FC236}">
                <a16:creationId xmlns:a16="http://schemas.microsoft.com/office/drawing/2014/main" id="{A515BBA0-8861-4AF0-8641-E6F203318C1A}"/>
              </a:ext>
            </a:extLst>
          </p:cNvPr>
          <p:cNvSpPr>
            <a:spLocks xmlns:a="http://schemas.openxmlformats.org/drawingml/2006/main" noGrp="1"/>
          </p:cNvSpPr>
          <p:nvPr/>
        </p:nvSpPr>
        <p:spPr>
          <a:xfrm xmlns:a="http://schemas.openxmlformats.org/drawingml/2006/main">
            <a:off x="1790700" y="3295650"/>
            <a:ext cx="1752600" cy="238125"/>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3D033771-2967-421D-9D17-91E1D6A901C4}"/>
              </a:ext>
            </a:extLst>
          </p:cNvPr>
          <p:cNvSpPr>
            <a:spLocks xmlns:a="http://schemas.openxmlformats.org/drawingml/2006/main" noGrp="1"/>
          </p:cNvSpPr>
          <p:nvPr/>
        </p:nvSpPr>
        <p:spPr>
          <a:xfrm xmlns:a="http://schemas.openxmlformats.org/drawingml/2006/main">
            <a:off x="1857375" y="3343275"/>
            <a:ext cx="1619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FFFFFF"/>
                </a:solidFill>
                <a:latin typeface="IBM Plex Mono"/>
                <a:ea typeface="IBM Plex Mono"/>
                <a:cs typeface="IBM Plex Mono"/>
              </a:defRPr>
            </a:pPr>
            <a:r>
              <a:rPr sz="675" b="1">
                <a:solidFill>
                  <a:srgbClr val="FFFFFF"/>
                </a:solidFill>
                <a:latin typeface="IBM Plex Mono"/>
                <a:ea typeface="IBM Plex Mono"/>
                <a:cs typeface="IBM Plex Mono"/>
              </a:rPr>
              <a:t>VIDEO · KONFIGURIERT</a:t>
            </a:r>
          </a:p>
        </p:txBody>
      </p:sp>
      <p:sp>
        <p:nvSpPr>
          <p:cNvPr id="11" name="">
            <a:extLst xmlns:a="http://schemas.openxmlformats.org/drawingml/2006/main">
              <a:ext uri="{FF2B5EF4-FFF2-40B4-BE49-F238E27FC236}">
                <a16:creationId xmlns:a16="http://schemas.microsoft.com/office/drawing/2014/main" id="{1A09E4B6-1A92-4D93-A162-8C1B6C0267BD}"/>
              </a:ext>
            </a:extLst>
          </p:cNvPr>
          <p:cNvSpPr>
            <a:spLocks xmlns:a="http://schemas.openxmlformats.org/drawingml/2006/main" noGrp="1"/>
          </p:cNvSpPr>
          <p:nvPr/>
        </p:nvSpPr>
        <p:spPr>
          <a:xfrm xmlns:a="http://schemas.openxmlformats.org/drawingml/2006/main">
            <a:off x="3638550" y="3295650"/>
            <a:ext cx="1866900" cy="238125"/>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12" name="">
            <a:extLst xmlns:a="http://schemas.openxmlformats.org/drawingml/2006/main">
              <a:ext uri="{FF2B5EF4-FFF2-40B4-BE49-F238E27FC236}">
                <a16:creationId xmlns:a16="http://schemas.microsoft.com/office/drawing/2014/main" id="{D64A0823-8C61-4D1E-8D83-0F522A5966A8}"/>
              </a:ext>
            </a:extLst>
          </p:cNvPr>
          <p:cNvSpPr>
            <a:spLocks xmlns:a="http://schemas.openxmlformats.org/drawingml/2006/main" noGrp="1"/>
          </p:cNvSpPr>
          <p:nvPr/>
        </p:nvSpPr>
        <p:spPr>
          <a:xfrm xmlns:a="http://schemas.openxmlformats.org/drawingml/2006/main">
            <a:off x="3705225" y="3343275"/>
            <a:ext cx="17335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VOICE · IN VORBEREITUNG</a:t>
            </a:r>
          </a:p>
        </p:txBody>
      </p:sp>
      <p:sp>
        <p:nvSpPr>
          <p:cNvPr id="13" name="">
            <a:extLst xmlns:a="http://schemas.openxmlformats.org/drawingml/2006/main">
              <a:ext uri="{FF2B5EF4-FFF2-40B4-BE49-F238E27FC236}">
                <a16:creationId xmlns:a16="http://schemas.microsoft.com/office/drawing/2014/main" id="{B2D25372-99F0-417A-B264-3F304C22CCB2}"/>
              </a:ext>
            </a:extLst>
          </p:cNvPr>
          <p:cNvSpPr>
            <a:spLocks xmlns:a="http://schemas.openxmlformats.org/drawingml/2006/main" noGrp="1"/>
          </p:cNvSpPr>
          <p:nvPr/>
        </p:nvSpPr>
        <p:spPr>
          <a:xfrm xmlns:a="http://schemas.openxmlformats.org/drawingml/2006/main">
            <a:off x="457200" y="39814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EVIDENCE CHAIN</a:t>
            </a:r>
          </a:p>
        </p:txBody>
      </p:sp>
      <p:sp>
        <p:nvSpPr>
          <p:cNvPr id="14" name="">
            <a:extLst xmlns:a="http://schemas.openxmlformats.org/drawingml/2006/main">
              <a:ext uri="{FF2B5EF4-FFF2-40B4-BE49-F238E27FC236}">
                <a16:creationId xmlns:a16="http://schemas.microsoft.com/office/drawing/2014/main" id="{34EB3321-5EF3-4B42-ABBC-3D168C6F3AB6}"/>
              </a:ext>
            </a:extLst>
          </p:cNvPr>
          <p:cNvSpPr>
            <a:spLocks xmlns:a="http://schemas.openxmlformats.org/drawingml/2006/main" noGrp="1"/>
          </p:cNvSpPr>
          <p:nvPr/>
        </p:nvSpPr>
        <p:spPr>
          <a:xfrm xmlns:a="http://schemas.openxmlformats.org/drawingml/2006/main">
            <a:off x="457200" y="4305300"/>
            <a:ext cx="904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QUELLE</a:t>
            </a:r>
          </a:p>
        </p:txBody>
      </p:sp>
      <p:sp>
        <p:nvSpPr>
          <p:cNvPr id="15" name="">
            <a:extLst xmlns:a="http://schemas.openxmlformats.org/drawingml/2006/main">
              <a:ext uri="{FF2B5EF4-FFF2-40B4-BE49-F238E27FC236}">
                <a16:creationId xmlns:a16="http://schemas.microsoft.com/office/drawing/2014/main" id="{E6D80242-5D51-4F31-9386-13E5550D74B8}"/>
              </a:ext>
            </a:extLst>
          </p:cNvPr>
          <p:cNvSpPr>
            <a:spLocks xmlns:a="http://schemas.openxmlformats.org/drawingml/2006/main" noGrp="1"/>
          </p:cNvSpPr>
          <p:nvPr/>
        </p:nvSpPr>
        <p:spPr>
          <a:xfrm xmlns:a="http://schemas.openxmlformats.org/drawingml/2006/main">
            <a:off x="1333500" y="42767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722"/>
          </a:bodyPr>
          <a:lstStyle xmlns:a="http://schemas.openxmlformats.org/drawingml/2006/main"/>
          <a:p xmlns:a="http://schemas.openxmlformats.org/drawingml/2006/main">
            <a:pPr algn="ctr">
              <a:buNone/>
              <a:defRPr sz="1500" b="1">
                <a:solidFill>
                  <a:srgbClr val="111111"/>
                </a:solidFill>
                <a:latin typeface="Noto Sans JP Light"/>
                <a:ea typeface="Noto Sans JP Light"/>
                <a:cs typeface="Noto Sans JP Light"/>
              </a:defRPr>
            </a:pPr>
            <a:r>
              <a:rPr sz="1500" b="1">
                <a:solidFill>
                  <a:srgbClr val="111111"/>
                </a:solidFill>
                <a:latin typeface="Noto Sans JP Light"/>
                <a:ea typeface="Noto Sans JP Light"/>
                <a:cs typeface="Noto Sans JP Light"/>
              </a:rPr>
              <a:t>→</a:t>
            </a:r>
          </a:p>
        </p:txBody>
      </p:sp>
      <p:sp>
        <p:nvSpPr>
          <p:cNvPr id="16" name="">
            <a:extLst xmlns:a="http://schemas.openxmlformats.org/drawingml/2006/main">
              <a:ext uri="{FF2B5EF4-FFF2-40B4-BE49-F238E27FC236}">
                <a16:creationId xmlns:a16="http://schemas.microsoft.com/office/drawing/2014/main" id="{2014B4BA-6CA7-4CDD-A56E-272099B76509}"/>
              </a:ext>
            </a:extLst>
          </p:cNvPr>
          <p:cNvSpPr>
            <a:spLocks xmlns:a="http://schemas.openxmlformats.org/drawingml/2006/main" noGrp="1"/>
          </p:cNvSpPr>
          <p:nvPr/>
        </p:nvSpPr>
        <p:spPr>
          <a:xfrm xmlns:a="http://schemas.openxmlformats.org/drawingml/2006/main">
            <a:off x="1657350" y="4305300"/>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INTERPRETATION</a:t>
            </a:r>
          </a:p>
        </p:txBody>
      </p:sp>
      <p:sp>
        <p:nvSpPr>
          <p:cNvPr id="17" name="">
            <a:extLst xmlns:a="http://schemas.openxmlformats.org/drawingml/2006/main">
              <a:ext uri="{FF2B5EF4-FFF2-40B4-BE49-F238E27FC236}">
                <a16:creationId xmlns:a16="http://schemas.microsoft.com/office/drawing/2014/main" id="{E20FC595-F803-41F0-9B01-3AD25BEBDE91}"/>
              </a:ext>
            </a:extLst>
          </p:cNvPr>
          <p:cNvSpPr>
            <a:spLocks xmlns:a="http://schemas.openxmlformats.org/drawingml/2006/main" noGrp="1"/>
          </p:cNvSpPr>
          <p:nvPr/>
        </p:nvSpPr>
        <p:spPr>
          <a:xfrm xmlns:a="http://schemas.openxmlformats.org/drawingml/2006/main">
            <a:off x="3143250" y="42767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722"/>
          </a:bodyPr>
          <a:lstStyle xmlns:a="http://schemas.openxmlformats.org/drawingml/2006/main"/>
          <a:p xmlns:a="http://schemas.openxmlformats.org/drawingml/2006/main">
            <a:pPr algn="ctr">
              <a:buNone/>
              <a:defRPr sz="1500" b="1">
                <a:solidFill>
                  <a:srgbClr val="111111"/>
                </a:solidFill>
                <a:latin typeface="Noto Sans JP Light"/>
                <a:ea typeface="Noto Sans JP Light"/>
                <a:cs typeface="Noto Sans JP Light"/>
              </a:defRPr>
            </a:pPr>
            <a:r>
              <a:rPr sz="1500" b="1">
                <a:solidFill>
                  <a:srgbClr val="111111"/>
                </a:solidFill>
                <a:latin typeface="Noto Sans JP Light"/>
                <a:ea typeface="Noto Sans JP Light"/>
                <a:cs typeface="Noto Sans JP Light"/>
              </a:rPr>
              <a:t>→</a:t>
            </a:r>
          </a:p>
        </p:txBody>
      </p:sp>
      <p:sp>
        <p:nvSpPr>
          <p:cNvPr id="18" name="">
            <a:extLst xmlns:a="http://schemas.openxmlformats.org/drawingml/2006/main">
              <a:ext uri="{FF2B5EF4-FFF2-40B4-BE49-F238E27FC236}">
                <a16:creationId xmlns:a16="http://schemas.microsoft.com/office/drawing/2014/main" id="{EAAD26B5-FFF7-4E14-ABED-983F5A79653F}"/>
              </a:ext>
            </a:extLst>
          </p:cNvPr>
          <p:cNvSpPr>
            <a:spLocks xmlns:a="http://schemas.openxmlformats.org/drawingml/2006/main" noGrp="1"/>
          </p:cNvSpPr>
          <p:nvPr/>
        </p:nvSpPr>
        <p:spPr>
          <a:xfrm xmlns:a="http://schemas.openxmlformats.org/drawingml/2006/main">
            <a:off x="3486150" y="4305300"/>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SIMULATION</a:t>
            </a:r>
          </a:p>
        </p:txBody>
      </p:sp>
      <p:sp>
        <p:nvSpPr>
          <p:cNvPr id="19" name="">
            <a:extLst xmlns:a="http://schemas.openxmlformats.org/drawingml/2006/main">
              <a:ext uri="{FF2B5EF4-FFF2-40B4-BE49-F238E27FC236}">
                <a16:creationId xmlns:a16="http://schemas.microsoft.com/office/drawing/2014/main" id="{3AF3E648-6959-49CF-B6F2-1A72BC7139BD}"/>
              </a:ext>
            </a:extLst>
          </p:cNvPr>
          <p:cNvSpPr>
            <a:spLocks xmlns:a="http://schemas.openxmlformats.org/drawingml/2006/main" noGrp="1"/>
          </p:cNvSpPr>
          <p:nvPr/>
        </p:nvSpPr>
        <p:spPr>
          <a:xfrm xmlns:a="http://schemas.openxmlformats.org/drawingml/2006/main">
            <a:off x="457200" y="47244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111111"/>
                </a:solidFill>
                <a:latin typeface="Noto Sans JP Light"/>
                <a:ea typeface="Noto Sans JP Light"/>
                <a:cs typeface="Noto Sans JP Light"/>
              </a:defRPr>
            </a:pPr>
            <a:r>
              <a:rPr sz="975" b="1">
                <a:solidFill>
                  <a:srgbClr val="111111"/>
                </a:solidFill>
                <a:latin typeface="Noto Sans JP Light"/>
                <a:ea typeface="Noto Sans JP Light"/>
                <a:cs typeface="Noto Sans JP Light"/>
              </a:rPr>
              <a:t>Personas ergänzen empirische Forschung. Sie ersetzen sie nicht.</a:t>
            </a:r>
          </a:p>
        </p:txBody>
      </p:sp>
      <p:sp>
        <p:nvSpPr>
          <p:cNvPr id="20" name="">
            <a:extLst xmlns:a="http://schemas.openxmlformats.org/drawingml/2006/main">
              <a:ext uri="{FF2B5EF4-FFF2-40B4-BE49-F238E27FC236}">
                <a16:creationId xmlns:a16="http://schemas.microsoft.com/office/drawing/2014/main" id="{A76501BB-BDCF-4780-A692-5E95E3097CE2}"/>
              </a:ext>
            </a:extLst>
          </p:cNvPr>
          <p:cNvSpPr>
            <a:spLocks xmlns:a="http://schemas.openxmlformats.org/drawingml/2006/main" noGrp="1"/>
          </p:cNvSpPr>
          <p:nvPr/>
        </p:nvSpPr>
        <p:spPr>
          <a:xfrm xmlns:a="http://schemas.openxmlformats.org/drawingml/2006/main">
            <a:off x="457200" y="5429250"/>
            <a:ext cx="4762500" cy="1905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21" name="">
            <a:extLst xmlns:a="http://schemas.openxmlformats.org/drawingml/2006/main">
              <a:ext uri="{FF2B5EF4-FFF2-40B4-BE49-F238E27FC236}">
                <a16:creationId xmlns:a16="http://schemas.microsoft.com/office/drawing/2014/main" id="{3DEAEDB9-3218-4BB5-AD2D-8DFB3091C6A2}"/>
              </a:ext>
            </a:extLst>
          </p:cNvPr>
          <p:cNvSpPr>
            <a:spLocks xmlns:a="http://schemas.openxmlformats.org/drawingml/2006/main" noGrp="1"/>
          </p:cNvSpPr>
          <p:nvPr/>
        </p:nvSpPr>
        <p:spPr>
          <a:xfrm xmlns:a="http://schemas.openxmlformats.org/drawingml/2006/main">
            <a:off x="457200" y="552450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CROSS-APP</a:t>
            </a:r>
          </a:p>
        </p:txBody>
      </p:sp>
      <p:sp>
        <p:nvSpPr>
          <p:cNvPr id="22" name="">
            <a:extLst xmlns:a="http://schemas.openxmlformats.org/drawingml/2006/main">
              <a:ext uri="{FF2B5EF4-FFF2-40B4-BE49-F238E27FC236}">
                <a16:creationId xmlns:a16="http://schemas.microsoft.com/office/drawing/2014/main" id="{DECC1EAB-9AF1-40E4-A0A2-B82E906954B0}"/>
              </a:ext>
            </a:extLst>
          </p:cNvPr>
          <p:cNvSpPr>
            <a:spLocks xmlns:a="http://schemas.openxmlformats.org/drawingml/2006/main" noGrp="1"/>
          </p:cNvSpPr>
          <p:nvPr/>
        </p:nvSpPr>
        <p:spPr>
          <a:xfrm xmlns:a="http://schemas.openxmlformats.org/drawingml/2006/main">
            <a:off x="457200" y="5715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GEO-Fragen · Markt-Relevanz · Resonanzfeedback</a:t>
            </a:r>
          </a:p>
        </p:txBody>
      </p:sp>
      <p:sp>
        <p:nvSpPr>
          <p:cNvPr id="23" name="">
            <a:extLst xmlns:a="http://schemas.openxmlformats.org/drawingml/2006/main">
              <a:ext uri="{FF2B5EF4-FFF2-40B4-BE49-F238E27FC236}">
                <a16:creationId xmlns:a16="http://schemas.microsoft.com/office/drawing/2014/main" id="{ED547E72-2B73-4097-8BAB-3FA74D0CBD18}"/>
              </a:ext>
            </a:extLst>
          </p:cNvPr>
          <p:cNvSpPr>
            <a:spLocks xmlns:a="http://schemas.openxmlformats.org/drawingml/2006/main" noGrp="1"/>
          </p:cNvSpPr>
          <p:nvPr/>
        </p:nvSpPr>
        <p:spPr>
          <a:xfrm xmlns:a="http://schemas.openxmlformats.org/drawingml/2006/main">
            <a:off x="457200" y="6057900"/>
            <a:ext cx="4762500" cy="190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4" name="">
            <a:extLst xmlns:a="http://schemas.openxmlformats.org/drawingml/2006/main">
              <a:ext uri="{FF2B5EF4-FFF2-40B4-BE49-F238E27FC236}">
                <a16:creationId xmlns:a16="http://schemas.microsoft.com/office/drawing/2014/main" id="{313A0257-E605-426A-AAE2-77B55C874B0B}"/>
              </a:ext>
            </a:extLst>
          </p:cNvPr>
          <p:cNvSpPr>
            <a:spLocks xmlns:a="http://schemas.openxmlformats.org/drawingml/2006/main" noGrp="1"/>
          </p:cNvSpPr>
          <p:nvPr/>
        </p:nvSpPr>
        <p:spPr>
          <a:xfrm xmlns:a="http://schemas.openxmlformats.org/drawingml/2006/main">
            <a:off x="457200" y="61531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PILOT-KPI</a:t>
            </a:r>
          </a:p>
        </p:txBody>
      </p:sp>
      <p:sp>
        <p:nvSpPr>
          <p:cNvPr id="25" name="">
            <a:extLst xmlns:a="http://schemas.openxmlformats.org/drawingml/2006/main">
              <a:ext uri="{FF2B5EF4-FFF2-40B4-BE49-F238E27FC236}">
                <a16:creationId xmlns:a16="http://schemas.microsoft.com/office/drawing/2014/main" id="{A42B352A-C215-4036-B102-8A46CBD55CFA}"/>
              </a:ext>
            </a:extLst>
          </p:cNvPr>
          <p:cNvSpPr>
            <a:spLocks xmlns:a="http://schemas.openxmlformats.org/drawingml/2006/main" noGrp="1"/>
          </p:cNvSpPr>
          <p:nvPr/>
        </p:nvSpPr>
        <p:spPr>
          <a:xfrm xmlns:a="http://schemas.openxmlformats.org/drawingml/2006/main">
            <a:off x="457200" y="6343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Validierungszeit · Evidence Coverage</a:t>
            </a:r>
          </a:p>
        </p:txBody>
      </p:sp>
    </p:spTree>
    <p:extLst>
      <p:ext uri="{BB962C8B-B14F-4D97-AF65-F5344CB8AC3E}">
        <p14:creationId xmlns:p14="http://schemas.microsoft.com/office/powerpoint/2010/main" val="5712998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306AA7D-B207-42F1-842D-2497A0815388}"/>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AUDION · FUNKTIONEN &amp; EINSATZ</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8f1a13b8f494f95"/>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B57203-8C7E-4404-876F-699D9FC42138}"/>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10</a:t>
            </a:r>
          </a:p>
        </p:txBody>
      </p:sp>
      <p:sp>
        <p:nvSpPr>
          <p:cNvPr id="4" name="">
            <a:extLst xmlns:a="http://schemas.openxmlformats.org/drawingml/2006/main">
              <a:ext uri="{FF2B5EF4-FFF2-40B4-BE49-F238E27FC236}">
                <a16:creationId xmlns:a16="http://schemas.microsoft.com/office/drawing/2014/main" id="{7E2F8192-821B-49F1-8DA2-11CA2433478A}"/>
              </a:ext>
            </a:extLst>
          </p:cNvPr>
          <p:cNvSpPr>
            <a:spLocks xmlns:a="http://schemas.openxmlformats.org/drawingml/2006/main" noGrp="1"/>
          </p:cNvSpPr>
          <p:nvPr/>
        </p:nvSpPr>
        <p:spPr>
          <a:xfrm xmlns:a="http://schemas.openxmlformats.org/drawingml/2006/main">
            <a:off x="457200" y="7810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AUDION macht Zielgruppenwissen direkt nutzbar.</a:t>
            </a:r>
          </a:p>
        </p:txBody>
      </p:sp>
      <p:sp>
        <p:nvSpPr>
          <p:cNvPr id="5" name="">
            <a:extLst xmlns:a="http://schemas.openxmlformats.org/drawingml/2006/main">
              <a:ext uri="{FF2B5EF4-FFF2-40B4-BE49-F238E27FC236}">
                <a16:creationId xmlns:a16="http://schemas.microsoft.com/office/drawing/2014/main" id="{1F227C2B-6DCD-4AF7-8780-81F8621429C4}"/>
              </a:ext>
            </a:extLst>
          </p:cNvPr>
          <p:cNvSpPr>
            <a:spLocks xmlns:a="http://schemas.openxmlformats.org/drawingml/2006/main" noGrp="1"/>
          </p:cNvSpPr>
          <p:nvPr/>
        </p:nvSpPr>
        <p:spPr>
          <a:xfrm xmlns:a="http://schemas.openxmlformats.org/drawingml/2006/main">
            <a:off x="457200" y="14097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111111"/>
                </a:solidFill>
                <a:latin typeface="Noto Sans JP Light"/>
                <a:ea typeface="Noto Sans JP Light"/>
                <a:cs typeface="Noto Sans JP Light"/>
              </a:defRPr>
            </a:pPr>
            <a:r>
              <a:rPr sz="1200" b="1">
                <a:solidFill>
                  <a:srgbClr val="111111"/>
                </a:solidFill>
                <a:latin typeface="Noto Sans JP Light"/>
                <a:ea typeface="Noto Sans JP Light"/>
                <a:cs typeface="Noto Sans JP Light"/>
              </a:rPr>
              <a:t>MaFo- und Segmentierungsdaten werden zu evidenzbasierten Personas, Dialogen und Prüfimpulsen.</a:t>
            </a:r>
          </a:p>
        </p:txBody>
      </p:sp>
      <p:sp>
        <p:nvSpPr>
          <p:cNvPr id="6" name="">
            <a:extLst xmlns:a="http://schemas.openxmlformats.org/drawingml/2006/main">
              <a:ext uri="{FF2B5EF4-FFF2-40B4-BE49-F238E27FC236}">
                <a16:creationId xmlns:a16="http://schemas.microsoft.com/office/drawing/2014/main" id="{90DF43EF-78F0-4AEE-BF51-F32899BD9062}"/>
              </a:ext>
            </a:extLst>
          </p:cNvPr>
          <p:cNvSpPr>
            <a:spLocks xmlns:a="http://schemas.openxmlformats.org/drawingml/2006/main" noGrp="1"/>
          </p:cNvSpPr>
          <p:nvPr/>
        </p:nvSpPr>
        <p:spPr>
          <a:xfrm xmlns:a="http://schemas.openxmlformats.org/drawingml/2006/main">
            <a:off x="3048000" y="26670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7" name="">
            <a:extLst xmlns:a="http://schemas.openxmlformats.org/drawingml/2006/main">
              <a:ext uri="{FF2B5EF4-FFF2-40B4-BE49-F238E27FC236}">
                <a16:creationId xmlns:a16="http://schemas.microsoft.com/office/drawing/2014/main" id="{7523D72A-1D4B-476B-AF99-6F0426B52618}"/>
              </a:ext>
            </a:extLst>
          </p:cNvPr>
          <p:cNvSpPr>
            <a:spLocks xmlns:a="http://schemas.openxmlformats.org/drawingml/2006/main" noGrp="1"/>
          </p:cNvSpPr>
          <p:nvPr/>
        </p:nvSpPr>
        <p:spPr>
          <a:xfrm xmlns:a="http://schemas.openxmlformats.org/drawingml/2006/main">
            <a:off x="3048000" y="41148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8EF3C699-228A-4F4B-A237-30927237B377}"/>
              </a:ext>
            </a:extLst>
          </p:cNvPr>
          <p:cNvSpPr>
            <a:spLocks xmlns:a="http://schemas.openxmlformats.org/drawingml/2006/main" noGrp="1"/>
          </p:cNvSpPr>
          <p:nvPr/>
        </p:nvSpPr>
        <p:spPr>
          <a:xfrm xmlns:a="http://schemas.openxmlformats.org/drawingml/2006/main">
            <a:off x="3048000" y="55626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9622B2A4-E5B4-409B-B961-CE1F5EA876BF}"/>
              </a:ext>
            </a:extLst>
          </p:cNvPr>
          <p:cNvSpPr>
            <a:spLocks xmlns:a="http://schemas.openxmlformats.org/drawingml/2006/main" noGrp="1"/>
          </p:cNvSpPr>
          <p:nvPr/>
        </p:nvSpPr>
        <p:spPr>
          <a:xfrm xmlns:a="http://schemas.openxmlformats.org/drawingml/2006/main">
            <a:off x="6972300" y="26670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D2C5E58B-D495-4AA4-887D-3A19FB5858D5}"/>
              </a:ext>
            </a:extLst>
          </p:cNvPr>
          <p:cNvSpPr>
            <a:spLocks xmlns:a="http://schemas.openxmlformats.org/drawingml/2006/main" noGrp="1"/>
          </p:cNvSpPr>
          <p:nvPr/>
        </p:nvSpPr>
        <p:spPr>
          <a:xfrm xmlns:a="http://schemas.openxmlformats.org/drawingml/2006/main">
            <a:off x="6972300" y="41148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1" name="">
            <a:extLst xmlns:a="http://schemas.openxmlformats.org/drawingml/2006/main">
              <a:ext uri="{FF2B5EF4-FFF2-40B4-BE49-F238E27FC236}">
                <a16:creationId xmlns:a16="http://schemas.microsoft.com/office/drawing/2014/main" id="{F4B5D866-B5AB-4C5A-BBD8-EC7401604D32}"/>
              </a:ext>
            </a:extLst>
          </p:cNvPr>
          <p:cNvSpPr>
            <a:spLocks xmlns:a="http://schemas.openxmlformats.org/drawingml/2006/main" noGrp="1"/>
          </p:cNvSpPr>
          <p:nvPr/>
        </p:nvSpPr>
        <p:spPr>
          <a:xfrm xmlns:a="http://schemas.openxmlformats.org/drawingml/2006/main">
            <a:off x="6972300" y="55626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2" name="">
            <a:extLst xmlns:a="http://schemas.openxmlformats.org/drawingml/2006/main">
              <a:ext uri="{FF2B5EF4-FFF2-40B4-BE49-F238E27FC236}">
                <a16:creationId xmlns:a16="http://schemas.microsoft.com/office/drawing/2014/main" id="{5D264A76-21E3-4AE0-9676-EA9C8F1BD00F}"/>
              </a:ext>
            </a:extLst>
          </p:cNvPr>
          <p:cNvSpPr>
            <a:spLocks xmlns:a="http://schemas.openxmlformats.org/drawingml/2006/main" noGrp="1"/>
          </p:cNvSpPr>
          <p:nvPr/>
        </p:nvSpPr>
        <p:spPr>
          <a:xfrm xmlns:a="http://schemas.openxmlformats.org/drawingml/2006/main">
            <a:off x="5219700" y="2895600"/>
            <a:ext cx="1752600" cy="17526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4A4CCA9-D828-4C98-9CE7-8D5BAD61BD9C}"/>
              </a:ext>
            </a:extLst>
          </p:cNvPr>
          <p:cNvSpPr>
            <a:spLocks xmlns:a="http://schemas.openxmlformats.org/drawingml/2006/main" noGrp="1"/>
          </p:cNvSpPr>
          <p:nvPr/>
        </p:nvSpPr>
        <p:spPr>
          <a:xfrm xmlns:a="http://schemas.openxmlformats.org/drawingml/2006/main">
            <a:off x="5410200" y="3429000"/>
            <a:ext cx="1371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ctr">
              <a:buNone/>
              <a:defRPr sz="1875" b="1">
                <a:solidFill>
                  <a:srgbClr val="FFFFFF"/>
                </a:solidFill>
                <a:latin typeface="Noto Sans JP"/>
                <a:ea typeface="Noto Sans JP"/>
                <a:cs typeface="Noto Sans JP"/>
              </a:defRPr>
            </a:pPr>
            <a:r>
              <a:rPr sz="1875" b="1">
                <a:solidFill>
                  <a:srgbClr val="FFFFFF"/>
                </a:solidFill>
                <a:latin typeface="Noto Sans JP"/>
                <a:ea typeface="Noto Sans JP"/>
                <a:cs typeface="Noto Sans JP"/>
              </a:rPr>
              <a:t>AUDION</a:t>
            </a:r>
          </a:p>
        </p:txBody>
      </p:sp>
      <p:sp>
        <p:nvSpPr>
          <p:cNvPr id="14" name="">
            <a:extLst xmlns:a="http://schemas.openxmlformats.org/drawingml/2006/main">
              <a:ext uri="{FF2B5EF4-FFF2-40B4-BE49-F238E27FC236}">
                <a16:creationId xmlns:a16="http://schemas.microsoft.com/office/drawing/2014/main" id="{FC435D1A-2709-4361-B517-4779431D2AB4}"/>
              </a:ext>
            </a:extLst>
          </p:cNvPr>
          <p:cNvSpPr>
            <a:spLocks xmlns:a="http://schemas.openxmlformats.org/drawingml/2006/main" noGrp="1"/>
          </p:cNvSpPr>
          <p:nvPr/>
        </p:nvSpPr>
        <p:spPr>
          <a:xfrm xmlns:a="http://schemas.openxmlformats.org/drawingml/2006/main">
            <a:off x="5429250" y="38671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API · MCP · CHAT</a:t>
            </a:r>
          </a:p>
        </p:txBody>
      </p:sp>
      <p:sp>
        <p:nvSpPr>
          <p:cNvPr id="15" name="">
            <a:extLst xmlns:a="http://schemas.openxmlformats.org/drawingml/2006/main">
              <a:ext uri="{FF2B5EF4-FFF2-40B4-BE49-F238E27FC236}">
                <a16:creationId xmlns:a16="http://schemas.microsoft.com/office/drawing/2014/main" id="{E1B70083-3D24-4736-B9E2-C54DC4C85168}"/>
              </a:ext>
            </a:extLst>
          </p:cNvPr>
          <p:cNvSpPr>
            <a:spLocks xmlns:a="http://schemas.openxmlformats.org/drawingml/2006/main" noGrp="1"/>
          </p:cNvSpPr>
          <p:nvPr/>
        </p:nvSpPr>
        <p:spPr>
          <a:xfrm xmlns:a="http://schemas.openxmlformats.org/drawingml/2006/main">
            <a:off x="6667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16" name="">
            <a:extLst xmlns:a="http://schemas.openxmlformats.org/drawingml/2006/main">
              <a:ext uri="{FF2B5EF4-FFF2-40B4-BE49-F238E27FC236}">
                <a16:creationId xmlns:a16="http://schemas.microsoft.com/office/drawing/2014/main" id="{2912B856-4B36-4CB7-AA59-0EBFAC778785}"/>
              </a:ext>
            </a:extLst>
          </p:cNvPr>
          <p:cNvSpPr>
            <a:spLocks xmlns:a="http://schemas.openxmlformats.org/drawingml/2006/main" noGrp="1"/>
          </p:cNvSpPr>
          <p:nvPr/>
        </p:nvSpPr>
        <p:spPr>
          <a:xfrm xmlns:a="http://schemas.openxmlformats.org/drawingml/2006/main">
            <a:off x="8001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PERSONA GROUNDING</a:t>
            </a:r>
          </a:p>
        </p:txBody>
      </p:sp>
      <p:sp>
        <p:nvSpPr>
          <p:cNvPr id="17" name="">
            <a:extLst xmlns:a="http://schemas.openxmlformats.org/drawingml/2006/main">
              <a:ext uri="{FF2B5EF4-FFF2-40B4-BE49-F238E27FC236}">
                <a16:creationId xmlns:a16="http://schemas.microsoft.com/office/drawing/2014/main" id="{06C14084-57C2-430B-ABCC-4E584F263381}"/>
              </a:ext>
            </a:extLst>
          </p:cNvPr>
          <p:cNvSpPr>
            <a:spLocks xmlns:a="http://schemas.openxmlformats.org/drawingml/2006/main" noGrp="1"/>
          </p:cNvSpPr>
          <p:nvPr/>
        </p:nvSpPr>
        <p:spPr>
          <a:xfrm xmlns:a="http://schemas.openxmlformats.org/drawingml/2006/main">
            <a:off x="8001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Daten, Quellen und Unsicherheiten</a:t>
            </a:r>
          </a:p>
        </p:txBody>
      </p:sp>
      <p:sp>
        <p:nvSpPr>
          <p:cNvPr id="18" name="">
            <a:extLst xmlns:a="http://schemas.openxmlformats.org/drawingml/2006/main">
              <a:ext uri="{FF2B5EF4-FFF2-40B4-BE49-F238E27FC236}">
                <a16:creationId xmlns:a16="http://schemas.microsoft.com/office/drawing/2014/main" id="{AA4C994A-5E5E-40B3-BF81-8C4A7A2169F1}"/>
              </a:ext>
            </a:extLst>
          </p:cNvPr>
          <p:cNvSpPr>
            <a:spLocks xmlns:a="http://schemas.openxmlformats.org/drawingml/2006/main" noGrp="1"/>
          </p:cNvSpPr>
          <p:nvPr/>
        </p:nvSpPr>
        <p:spPr>
          <a:xfrm xmlns:a="http://schemas.openxmlformats.org/drawingml/2006/main">
            <a:off x="666750" y="3714750"/>
            <a:ext cx="2381250" cy="800100"/>
          </a:xfrm>
          <a:prstGeom xmlns:a="http://schemas.openxmlformats.org/drawingml/2006/main" prst="rect">
            <a:avLst/>
          </a:prstGeom>
          <a:solidFill xmlns:a="http://schemas.openxmlformats.org/drawingml/2006/main">
            <a:srgbClr val="FFD0C1"/>
          </a:solidFill>
          <a:ln xmlns:a="http://schemas.openxmlformats.org/drawingml/2006/main" w="0">
            <a:solidFill>
              <a:srgbClr val="FFD0C1"/>
            </a:solidFill>
            <a:prstDash val="solid"/>
          </a:ln>
        </p:spPr>
      </p:sp>
      <p:sp>
        <p:nvSpPr>
          <p:cNvPr id="19" name="">
            <a:extLst xmlns:a="http://schemas.openxmlformats.org/drawingml/2006/main">
              <a:ext uri="{FF2B5EF4-FFF2-40B4-BE49-F238E27FC236}">
                <a16:creationId xmlns:a16="http://schemas.microsoft.com/office/drawing/2014/main" id="{97A8329C-3288-4FAF-8E1C-0D8A7A840B61}"/>
              </a:ext>
            </a:extLst>
          </p:cNvPr>
          <p:cNvSpPr>
            <a:spLocks xmlns:a="http://schemas.openxmlformats.org/drawingml/2006/main" noGrp="1"/>
          </p:cNvSpPr>
          <p:nvPr/>
        </p:nvSpPr>
        <p:spPr>
          <a:xfrm xmlns:a="http://schemas.openxmlformats.org/drawingml/2006/main">
            <a:off x="8001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INTERAKTION</a:t>
            </a:r>
          </a:p>
        </p:txBody>
      </p:sp>
      <p:sp>
        <p:nvSpPr>
          <p:cNvPr id="20" name="">
            <a:extLst xmlns:a="http://schemas.openxmlformats.org/drawingml/2006/main">
              <a:ext uri="{FF2B5EF4-FFF2-40B4-BE49-F238E27FC236}">
                <a16:creationId xmlns:a16="http://schemas.microsoft.com/office/drawing/2014/main" id="{1DEF0CF8-3E53-4E78-844B-3A9968DFFE3E}"/>
              </a:ext>
            </a:extLst>
          </p:cNvPr>
          <p:cNvSpPr>
            <a:spLocks xmlns:a="http://schemas.openxmlformats.org/drawingml/2006/main" noGrp="1"/>
          </p:cNvSpPr>
          <p:nvPr/>
        </p:nvSpPr>
        <p:spPr>
          <a:xfrm xmlns:a="http://schemas.openxmlformats.org/drawingml/2006/main">
            <a:off x="8001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Text heute; Voice/Video je Setup</a:t>
            </a:r>
          </a:p>
        </p:txBody>
      </p:sp>
      <p:sp>
        <p:nvSpPr>
          <p:cNvPr id="21" name="">
            <a:extLst xmlns:a="http://schemas.openxmlformats.org/drawingml/2006/main">
              <a:ext uri="{FF2B5EF4-FFF2-40B4-BE49-F238E27FC236}">
                <a16:creationId xmlns:a16="http://schemas.microsoft.com/office/drawing/2014/main" id="{65EE329D-A7DD-4B88-B65C-B32106A3C212}"/>
              </a:ext>
            </a:extLst>
          </p:cNvPr>
          <p:cNvSpPr>
            <a:spLocks xmlns:a="http://schemas.openxmlformats.org/drawingml/2006/main" noGrp="1"/>
          </p:cNvSpPr>
          <p:nvPr/>
        </p:nvSpPr>
        <p:spPr>
          <a:xfrm xmlns:a="http://schemas.openxmlformats.org/drawingml/2006/main">
            <a:off x="666750" y="5162550"/>
            <a:ext cx="2381250" cy="800100"/>
          </a:xfrm>
          <a:prstGeom xmlns:a="http://schemas.openxmlformats.org/drawingml/2006/main" prst="rect">
            <a:avLst/>
          </a:prstGeom>
          <a:solidFill xmlns:a="http://schemas.openxmlformats.org/drawingml/2006/main">
            <a:srgbClr val="FFF8AA"/>
          </a:solidFill>
          <a:ln xmlns:a="http://schemas.openxmlformats.org/drawingml/2006/main" w="0">
            <a:solidFill>
              <a:srgbClr val="FFF8AA"/>
            </a:solidFill>
            <a:prstDash val="solid"/>
          </a:ln>
        </p:spPr>
      </p:sp>
      <p:sp>
        <p:nvSpPr>
          <p:cNvPr id="22" name="">
            <a:extLst xmlns:a="http://schemas.openxmlformats.org/drawingml/2006/main">
              <a:ext uri="{FF2B5EF4-FFF2-40B4-BE49-F238E27FC236}">
                <a16:creationId xmlns:a16="http://schemas.microsoft.com/office/drawing/2014/main" id="{CDA5212A-2621-44A0-8EEC-573D649F5B03}"/>
              </a:ext>
            </a:extLst>
          </p:cNvPr>
          <p:cNvSpPr>
            <a:spLocks xmlns:a="http://schemas.openxmlformats.org/drawingml/2006/main" noGrp="1"/>
          </p:cNvSpPr>
          <p:nvPr/>
        </p:nvSpPr>
        <p:spPr>
          <a:xfrm xmlns:a="http://schemas.openxmlformats.org/drawingml/2006/main">
            <a:off x="8001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FRAGEN &amp; TESTS</a:t>
            </a:r>
          </a:p>
        </p:txBody>
      </p:sp>
      <p:sp>
        <p:nvSpPr>
          <p:cNvPr id="23" name="">
            <a:extLst xmlns:a="http://schemas.openxmlformats.org/drawingml/2006/main">
              <a:ext uri="{FF2B5EF4-FFF2-40B4-BE49-F238E27FC236}">
                <a16:creationId xmlns:a16="http://schemas.microsoft.com/office/drawing/2014/main" id="{661A58F6-9EE1-4FB3-8FF0-1EF24FA81E0A}"/>
              </a:ext>
            </a:extLst>
          </p:cNvPr>
          <p:cNvSpPr>
            <a:spLocks xmlns:a="http://schemas.openxmlformats.org/drawingml/2006/main" noGrp="1"/>
          </p:cNvSpPr>
          <p:nvPr/>
        </p:nvSpPr>
        <p:spPr>
          <a:xfrm xmlns:a="http://schemas.openxmlformats.org/drawingml/2006/main">
            <a:off x="8001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Botschaften, Ideen und GEO-Fragen</a:t>
            </a:r>
          </a:p>
        </p:txBody>
      </p:sp>
      <p:sp>
        <p:nvSpPr>
          <p:cNvPr id="24" name="">
            <a:extLst xmlns:a="http://schemas.openxmlformats.org/drawingml/2006/main">
              <a:ext uri="{FF2B5EF4-FFF2-40B4-BE49-F238E27FC236}">
                <a16:creationId xmlns:a16="http://schemas.microsoft.com/office/drawing/2014/main" id="{0A7506C4-6421-4EC3-AC15-AAB2B19934D9}"/>
              </a:ext>
            </a:extLst>
          </p:cNvPr>
          <p:cNvSpPr>
            <a:spLocks xmlns:a="http://schemas.openxmlformats.org/drawingml/2006/main" noGrp="1"/>
          </p:cNvSpPr>
          <p:nvPr/>
        </p:nvSpPr>
        <p:spPr>
          <a:xfrm xmlns:a="http://schemas.openxmlformats.org/drawingml/2006/main">
            <a:off x="86296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25" name="">
            <a:extLst xmlns:a="http://schemas.openxmlformats.org/drawingml/2006/main">
              <a:ext uri="{FF2B5EF4-FFF2-40B4-BE49-F238E27FC236}">
                <a16:creationId xmlns:a16="http://schemas.microsoft.com/office/drawing/2014/main" id="{E965F2BD-66F8-45E5-B348-9C879AEC2A97}"/>
              </a:ext>
            </a:extLst>
          </p:cNvPr>
          <p:cNvSpPr>
            <a:spLocks xmlns:a="http://schemas.openxmlformats.org/drawingml/2006/main" noGrp="1"/>
          </p:cNvSpPr>
          <p:nvPr/>
        </p:nvSpPr>
        <p:spPr>
          <a:xfrm xmlns:a="http://schemas.openxmlformats.org/drawingml/2006/main">
            <a:off x="87630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MESSAGE TEST</a:t>
            </a:r>
          </a:p>
        </p:txBody>
      </p:sp>
      <p:sp>
        <p:nvSpPr>
          <p:cNvPr id="26" name="">
            <a:extLst xmlns:a="http://schemas.openxmlformats.org/drawingml/2006/main">
              <a:ext uri="{FF2B5EF4-FFF2-40B4-BE49-F238E27FC236}">
                <a16:creationId xmlns:a16="http://schemas.microsoft.com/office/drawing/2014/main" id="{93535A01-A02B-4B6A-9073-4C26C504A2CA}"/>
              </a:ext>
            </a:extLst>
          </p:cNvPr>
          <p:cNvSpPr>
            <a:spLocks xmlns:a="http://schemas.openxmlformats.org/drawingml/2006/main" noGrp="1"/>
          </p:cNvSpPr>
          <p:nvPr/>
        </p:nvSpPr>
        <p:spPr>
          <a:xfrm xmlns:a="http://schemas.openxmlformats.org/drawingml/2006/main">
            <a:off x="87630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Verständlichkeit und Resonanz</a:t>
            </a:r>
          </a:p>
        </p:txBody>
      </p:sp>
      <p:sp>
        <p:nvSpPr>
          <p:cNvPr id="27" name="">
            <a:extLst xmlns:a="http://schemas.openxmlformats.org/drawingml/2006/main">
              <a:ext uri="{FF2B5EF4-FFF2-40B4-BE49-F238E27FC236}">
                <a16:creationId xmlns:a16="http://schemas.microsoft.com/office/drawing/2014/main" id="{80F42F01-E838-447C-BCE9-B4E7E921484E}"/>
              </a:ext>
            </a:extLst>
          </p:cNvPr>
          <p:cNvSpPr>
            <a:spLocks xmlns:a="http://schemas.openxmlformats.org/drawingml/2006/main" noGrp="1"/>
          </p:cNvSpPr>
          <p:nvPr/>
        </p:nvSpPr>
        <p:spPr>
          <a:xfrm xmlns:a="http://schemas.openxmlformats.org/drawingml/2006/main">
            <a:off x="8629650" y="3714750"/>
            <a:ext cx="2381250" cy="80010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28" name="">
            <a:extLst xmlns:a="http://schemas.openxmlformats.org/drawingml/2006/main">
              <a:ext uri="{FF2B5EF4-FFF2-40B4-BE49-F238E27FC236}">
                <a16:creationId xmlns:a16="http://schemas.microsoft.com/office/drawing/2014/main" id="{41291871-09DC-4F50-A73F-712057FA8801}"/>
              </a:ext>
            </a:extLst>
          </p:cNvPr>
          <p:cNvSpPr>
            <a:spLocks xmlns:a="http://schemas.openxmlformats.org/drawingml/2006/main" noGrp="1"/>
          </p:cNvSpPr>
          <p:nvPr/>
        </p:nvSpPr>
        <p:spPr>
          <a:xfrm xmlns:a="http://schemas.openxmlformats.org/drawingml/2006/main">
            <a:off x="87630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GEO INPUT</a:t>
            </a:r>
          </a:p>
        </p:txBody>
      </p:sp>
      <p:sp>
        <p:nvSpPr>
          <p:cNvPr id="29" name="">
            <a:extLst xmlns:a="http://schemas.openxmlformats.org/drawingml/2006/main">
              <a:ext uri="{FF2B5EF4-FFF2-40B4-BE49-F238E27FC236}">
                <a16:creationId xmlns:a16="http://schemas.microsoft.com/office/drawing/2014/main" id="{8E44F83F-12CF-4FC6-B02F-47C8AE4B5EE2}"/>
              </a:ext>
            </a:extLst>
          </p:cNvPr>
          <p:cNvSpPr>
            <a:spLocks xmlns:a="http://schemas.openxmlformats.org/drawingml/2006/main" noGrp="1"/>
          </p:cNvSpPr>
          <p:nvPr/>
        </p:nvSpPr>
        <p:spPr>
          <a:xfrm xmlns:a="http://schemas.openxmlformats.org/drawingml/2006/main">
            <a:off x="87630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Fragen für CHECKION erzeugen</a:t>
            </a:r>
          </a:p>
        </p:txBody>
      </p:sp>
      <p:sp>
        <p:nvSpPr>
          <p:cNvPr id="30" name="">
            <a:extLst xmlns:a="http://schemas.openxmlformats.org/drawingml/2006/main">
              <a:ext uri="{FF2B5EF4-FFF2-40B4-BE49-F238E27FC236}">
                <a16:creationId xmlns:a16="http://schemas.microsoft.com/office/drawing/2014/main" id="{71478748-36BA-4DE0-9284-22D23298D482}"/>
              </a:ext>
            </a:extLst>
          </p:cNvPr>
          <p:cNvSpPr>
            <a:spLocks xmlns:a="http://schemas.openxmlformats.org/drawingml/2006/main" noGrp="1"/>
          </p:cNvSpPr>
          <p:nvPr/>
        </p:nvSpPr>
        <p:spPr>
          <a:xfrm xmlns:a="http://schemas.openxmlformats.org/drawingml/2006/main">
            <a:off x="8629650" y="5162550"/>
            <a:ext cx="2381250" cy="80010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31" name="">
            <a:extLst xmlns:a="http://schemas.openxmlformats.org/drawingml/2006/main">
              <a:ext uri="{FF2B5EF4-FFF2-40B4-BE49-F238E27FC236}">
                <a16:creationId xmlns:a16="http://schemas.microsoft.com/office/drawing/2014/main" id="{0EF56151-888B-4D72-B780-048F481FD74A}"/>
              </a:ext>
            </a:extLst>
          </p:cNvPr>
          <p:cNvSpPr>
            <a:spLocks xmlns:a="http://schemas.openxmlformats.org/drawingml/2006/main" noGrp="1"/>
          </p:cNvSpPr>
          <p:nvPr/>
        </p:nvSpPr>
        <p:spPr>
          <a:xfrm xmlns:a="http://schemas.openxmlformats.org/drawingml/2006/main">
            <a:off x="87630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MARKET FIT</a:t>
            </a:r>
          </a:p>
        </p:txBody>
      </p:sp>
      <p:sp>
        <p:nvSpPr>
          <p:cNvPr id="32" name="">
            <a:extLst xmlns:a="http://schemas.openxmlformats.org/drawingml/2006/main">
              <a:ext uri="{FF2B5EF4-FFF2-40B4-BE49-F238E27FC236}">
                <a16:creationId xmlns:a16="http://schemas.microsoft.com/office/drawing/2014/main" id="{E7EE31D7-5985-4D32-99D1-CF2F2A199969}"/>
              </a:ext>
            </a:extLst>
          </p:cNvPr>
          <p:cNvSpPr>
            <a:spLocks xmlns:a="http://schemas.openxmlformats.org/drawingml/2006/main" noGrp="1"/>
          </p:cNvSpPr>
          <p:nvPr/>
        </p:nvSpPr>
        <p:spPr>
          <a:xfrm xmlns:a="http://schemas.openxmlformats.org/drawingml/2006/main">
            <a:off x="87630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Relevanz in ECHON prüfen</a:t>
            </a:r>
          </a:p>
        </p:txBody>
      </p:sp>
      <p:sp>
        <p:nvSpPr>
          <p:cNvPr id="33" name="">
            <a:extLst xmlns:a="http://schemas.openxmlformats.org/drawingml/2006/main">
              <a:ext uri="{FF2B5EF4-FFF2-40B4-BE49-F238E27FC236}">
                <a16:creationId xmlns:a16="http://schemas.microsoft.com/office/drawing/2014/main" id="{57A32362-492C-40BA-9407-576E60F98CDC}"/>
              </a:ext>
            </a:extLst>
          </p:cNvPr>
          <p:cNvSpPr>
            <a:spLocks xmlns:a="http://schemas.openxmlformats.org/drawingml/2006/main" noGrp="1"/>
          </p:cNvSpPr>
          <p:nvPr/>
        </p:nvSpPr>
        <p:spPr>
          <a:xfrm xmlns:a="http://schemas.openxmlformats.org/drawingml/2006/main">
            <a:off x="4857750" y="21526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SCHNITTSTELLEN</a:t>
            </a:r>
          </a:p>
        </p:txBody>
      </p:sp>
      <p:sp>
        <p:nvSpPr>
          <p:cNvPr id="34" name="">
            <a:extLst xmlns:a="http://schemas.openxmlformats.org/drawingml/2006/main">
              <a:ext uri="{FF2B5EF4-FFF2-40B4-BE49-F238E27FC236}">
                <a16:creationId xmlns:a16="http://schemas.microsoft.com/office/drawing/2014/main" id="{A58EDD4C-09EE-40F5-AD30-2FBB93EFD2FA}"/>
              </a:ext>
            </a:extLst>
          </p:cNvPr>
          <p:cNvSpPr>
            <a:spLocks xmlns:a="http://schemas.openxmlformats.org/drawingml/2006/main" noGrp="1"/>
          </p:cNvSpPr>
          <p:nvPr/>
        </p:nvSpPr>
        <p:spPr>
          <a:xfrm xmlns:a="http://schemas.openxmlformats.org/drawingml/2006/main">
            <a:off x="4171950" y="4953000"/>
            <a:ext cx="3848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00CA55"/>
                </a:solidFill>
                <a:latin typeface="IBM Plex Mono"/>
                <a:ea typeface="IBM Plex Mono"/>
                <a:cs typeface="IBM Plex Mono"/>
              </a:defRPr>
            </a:pPr>
            <a:r>
              <a:rPr sz="750" b="1">
                <a:solidFill>
                  <a:srgbClr val="00CA55"/>
                </a:solidFill>
                <a:latin typeface="IBM Plex Mono"/>
                <a:ea typeface="IBM Plex Mono"/>
                <a:cs typeface="IBM Plex Mono"/>
              </a:rPr>
              <a:t>MAFO · CRM/CDP · QUALITATIV · VIDEO</a:t>
            </a:r>
          </a:p>
        </p:txBody>
      </p:sp>
      <p:sp>
        <p:nvSpPr>
          <p:cNvPr id="35" name="">
            <a:extLst xmlns:a="http://schemas.openxmlformats.org/drawingml/2006/main">
              <a:ext uri="{FF2B5EF4-FFF2-40B4-BE49-F238E27FC236}">
                <a16:creationId xmlns:a16="http://schemas.microsoft.com/office/drawing/2014/main" id="{9DAA6830-8D0C-4564-A935-9C1A72C308F7}"/>
              </a:ext>
            </a:extLst>
          </p:cNvPr>
          <p:cNvSpPr>
            <a:spLocks xmlns:a="http://schemas.openxmlformats.org/drawingml/2006/main" noGrp="1"/>
          </p:cNvSpPr>
          <p:nvPr/>
        </p:nvSpPr>
        <p:spPr>
          <a:xfrm xmlns:a="http://schemas.openxmlformats.org/drawingml/2006/main">
            <a:off x="457200" y="6419850"/>
            <a:ext cx="1000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Beispiele via Adapter: Qualtrics · CRM/CDP · Interviewmaterial · Voice-/Video-Provider. Simulation ersetzt keine Feldforschung.</a:t>
            </a:r>
          </a:p>
        </p:txBody>
      </p:sp>
    </p:spTree>
    <p:extLst>
      <p:ext uri="{BB962C8B-B14F-4D97-AF65-F5344CB8AC3E}">
        <p14:creationId xmlns:p14="http://schemas.microsoft.com/office/powerpoint/2010/main" val="1990050814"/>
      </p:ext>
    </p:extLst>
  </p:cSld>
</p:sld>
</file>

<file path=ppt/slides/slide11.xml><?xml version="1.0" encoding="utf-8"?>
<p:sld xmlns:p="http://schemas.openxmlformats.org/presentationml/2006/main">
  <p:cSld>
    <p:bg>
      <p:bgPr>
        <a:solidFill xmlns:a="http://schemas.openxmlformats.org/drawingml/2006/main">
          <a:srgbClr val="FEF14D"/>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bbca19852b448b5"/>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9FA1A16-AECE-4F5D-975E-C8FD1CB06C9E}"/>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CREATION · RAPID PROTOTYPING</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c466ff0e0914936"/>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3AA2210-6C06-4839-94A8-6B191B871601}"/>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11</a:t>
            </a:r>
          </a:p>
        </p:txBody>
      </p:sp>
      <p:sp>
        <p:nvSpPr>
          <p:cNvPr id="5" name="">
            <a:extLst xmlns:a="http://schemas.openxmlformats.org/drawingml/2006/main">
              <a:ext uri="{FF2B5EF4-FFF2-40B4-BE49-F238E27FC236}">
                <a16:creationId xmlns:a16="http://schemas.microsoft.com/office/drawing/2014/main" id="{72579288-C66A-4ACF-97AA-FB1F52F336D1}"/>
              </a:ext>
            </a:extLst>
          </p:cNvPr>
          <p:cNvSpPr>
            <a:spLocks xmlns:a="http://schemas.openxmlformats.org/drawingml/2006/main" noGrp="1"/>
          </p:cNvSpPr>
          <p:nvPr/>
        </p:nvSpPr>
        <p:spPr>
          <a:xfrm xmlns:a="http://schemas.openxmlformats.org/drawingml/2006/main">
            <a:off x="0" y="666750"/>
            <a:ext cx="5334000" cy="20955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E4C0D502-19E0-4F37-A96B-21783A464428}"/>
              </a:ext>
            </a:extLst>
          </p:cNvPr>
          <p:cNvSpPr>
            <a:spLocks xmlns:a="http://schemas.openxmlformats.org/drawingml/2006/main" noGrp="1"/>
          </p:cNvSpPr>
          <p:nvPr/>
        </p:nvSpPr>
        <p:spPr>
          <a:xfrm xmlns:a="http://schemas.openxmlformats.org/drawingml/2006/main">
            <a:off x="457200" y="914400"/>
            <a:ext cx="4667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85"/>
          </a:bodyPr>
          <a:lstStyle xmlns:a="http://schemas.openxmlformats.org/drawingml/2006/main"/>
          <a:p xmlns:a="http://schemas.openxmlformats.org/drawingml/2006/main">
            <a:pPr algn="l">
              <a:buNone/>
              <a:defRPr sz="2700" b="1">
                <a:solidFill>
                  <a:srgbClr val="FFFFFF"/>
                </a:solidFill>
                <a:latin typeface="Noto Sans JP"/>
                <a:ea typeface="Noto Sans JP"/>
                <a:cs typeface="Noto Sans JP"/>
              </a:defRPr>
            </a:pPr>
            <a:r>
              <a:rPr sz="2700" b="1">
                <a:solidFill>
                  <a:srgbClr val="FFFFFF"/>
                </a:solidFill>
                <a:latin typeface="Noto Sans JP"/>
                <a:ea typeface="Noto Sans JP"/>
                <a:cs typeface="Noto Sans JP"/>
              </a:rPr>
              <a:t>Ideen werden sichtbar, bevor Produktion beginnt.</a:t>
            </a:r>
          </a:p>
        </p:txBody>
      </p:sp>
      <p:sp>
        <p:nvSpPr>
          <p:cNvPr id="7" name="">
            <a:extLst xmlns:a="http://schemas.openxmlformats.org/drawingml/2006/main">
              <a:ext uri="{FF2B5EF4-FFF2-40B4-BE49-F238E27FC236}">
                <a16:creationId xmlns:a16="http://schemas.microsoft.com/office/drawing/2014/main" id="{94FBAEF7-4179-4F95-8CE9-B4559DAAFBC2}"/>
              </a:ext>
            </a:extLst>
          </p:cNvPr>
          <p:cNvSpPr>
            <a:spLocks xmlns:a="http://schemas.openxmlformats.org/drawingml/2006/main" noGrp="1"/>
          </p:cNvSpPr>
          <p:nvPr/>
        </p:nvSpPr>
        <p:spPr>
          <a:xfrm xmlns:a="http://schemas.openxmlformats.org/drawingml/2006/main">
            <a:off x="457200" y="1943100"/>
            <a:ext cx="457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FFFFFF"/>
                </a:solidFill>
                <a:latin typeface="Noto Sans JP Light"/>
                <a:ea typeface="Noto Sans JP Light"/>
                <a:cs typeface="Noto Sans JP Light"/>
              </a:defRPr>
            </a:pPr>
            <a:r>
              <a:rPr sz="1125" b="1">
                <a:solidFill>
                  <a:srgbClr val="FFFFFF"/>
                </a:solidFill>
                <a:latin typeface="Noto Sans JP Light"/>
                <a:ea typeface="Noto Sans JP Light"/>
                <a:cs typeface="Noto Sans JP Light"/>
              </a:rPr>
              <a:t>CREATION visualisiert Landingpages und PDPs – und überführt ausgewählte Varianten in wiederverwendbare React-/Storybook-Bausteine.</a:t>
            </a:r>
          </a:p>
        </p:txBody>
      </p:sp>
      <p:sp>
        <p:nvSpPr>
          <p:cNvPr id="8" name="">
            <a:extLst xmlns:a="http://schemas.openxmlformats.org/drawingml/2006/main">
              <a:ext uri="{FF2B5EF4-FFF2-40B4-BE49-F238E27FC236}">
                <a16:creationId xmlns:a16="http://schemas.microsoft.com/office/drawing/2014/main" id="{CCC44D12-1209-4B3F-BF87-F388252B8E8F}"/>
              </a:ext>
            </a:extLst>
          </p:cNvPr>
          <p:cNvSpPr>
            <a:spLocks xmlns:a="http://schemas.openxmlformats.org/drawingml/2006/main" noGrp="1"/>
          </p:cNvSpPr>
          <p:nvPr/>
        </p:nvSpPr>
        <p:spPr>
          <a:xfrm xmlns:a="http://schemas.openxmlformats.org/drawingml/2006/main">
            <a:off x="0" y="5600700"/>
            <a:ext cx="12192000" cy="8953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201DA39E-21ED-4D99-9437-9F1DD005C7FB}"/>
              </a:ext>
            </a:extLst>
          </p:cNvPr>
          <p:cNvSpPr>
            <a:spLocks xmlns:a="http://schemas.openxmlformats.org/drawingml/2006/main" noGrp="1"/>
          </p:cNvSpPr>
          <p:nvPr/>
        </p:nvSpPr>
        <p:spPr>
          <a:xfrm xmlns:a="http://schemas.openxmlformats.org/drawingml/2006/main">
            <a:off x="457200" y="58197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BRIEF</a:t>
            </a:r>
          </a:p>
        </p:txBody>
      </p:sp>
      <p:sp>
        <p:nvSpPr>
          <p:cNvPr id="10" name="">
            <a:extLst xmlns:a="http://schemas.openxmlformats.org/drawingml/2006/main">
              <a:ext uri="{FF2B5EF4-FFF2-40B4-BE49-F238E27FC236}">
                <a16:creationId xmlns:a16="http://schemas.microsoft.com/office/drawing/2014/main" id="{0A046827-43E5-4179-8406-1B88DA38EC70}"/>
              </a:ext>
            </a:extLst>
          </p:cNvPr>
          <p:cNvSpPr>
            <a:spLocks xmlns:a="http://schemas.openxmlformats.org/drawingml/2006/main" noGrp="1"/>
          </p:cNvSpPr>
          <p:nvPr/>
        </p:nvSpPr>
        <p:spPr>
          <a:xfrm xmlns:a="http://schemas.openxmlformats.org/drawingml/2006/main">
            <a:off x="1885950" y="574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581"/>
          </a:bodyPr>
          <a:lstStyle xmlns:a="http://schemas.openxmlformats.org/drawingml/2006/main"/>
          <a:p xmlns:a="http://schemas.openxmlformats.org/drawingml/2006/main">
            <a:pPr algn="ctr">
              <a:buNone/>
              <a:defRPr sz="1350" b="1">
                <a:solidFill>
                  <a:srgbClr val="F256B6"/>
                </a:solidFill>
                <a:latin typeface="Noto Sans JP Light"/>
                <a:ea typeface="Noto Sans JP Light"/>
                <a:cs typeface="Noto Sans JP Light"/>
              </a:defRPr>
            </a:pPr>
            <a:r>
              <a:rPr sz="1350" b="1">
                <a:solidFill>
                  <a:srgbClr val="F256B6"/>
                </a:solidFill>
                <a:latin typeface="Noto Sans JP Light"/>
                <a:ea typeface="Noto Sans JP Light"/>
                <a:cs typeface="Noto Sans JP Light"/>
              </a:rPr>
              <a:t>→</a:t>
            </a:r>
          </a:p>
        </p:txBody>
      </p:sp>
      <p:sp>
        <p:nvSpPr>
          <p:cNvPr id="11" name="">
            <a:extLst xmlns:a="http://schemas.openxmlformats.org/drawingml/2006/main">
              <a:ext uri="{FF2B5EF4-FFF2-40B4-BE49-F238E27FC236}">
                <a16:creationId xmlns:a16="http://schemas.microsoft.com/office/drawing/2014/main" id="{5FDB8507-123F-4C7B-9B7D-487381CDEDDD}"/>
              </a:ext>
            </a:extLst>
          </p:cNvPr>
          <p:cNvSpPr>
            <a:spLocks xmlns:a="http://schemas.openxmlformats.org/drawingml/2006/main" noGrp="1"/>
          </p:cNvSpPr>
          <p:nvPr/>
        </p:nvSpPr>
        <p:spPr>
          <a:xfrm xmlns:a="http://schemas.openxmlformats.org/drawingml/2006/main">
            <a:off x="2152650" y="58197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FEF14D"/>
                </a:solidFill>
                <a:latin typeface="IBM Plex Mono"/>
                <a:ea typeface="IBM Plex Mono"/>
                <a:cs typeface="IBM Plex Mono"/>
              </a:defRPr>
            </a:pPr>
            <a:r>
              <a:rPr sz="750" b="1">
                <a:solidFill>
                  <a:srgbClr val="FEF14D"/>
                </a:solidFill>
                <a:latin typeface="IBM Plex Mono"/>
                <a:ea typeface="IBM Plex Mono"/>
                <a:cs typeface="IBM Plex Mono"/>
              </a:rPr>
              <a:t>VARIANTEN</a:t>
            </a:r>
          </a:p>
        </p:txBody>
      </p:sp>
      <p:sp>
        <p:nvSpPr>
          <p:cNvPr id="12" name="">
            <a:extLst xmlns:a="http://schemas.openxmlformats.org/drawingml/2006/main">
              <a:ext uri="{FF2B5EF4-FFF2-40B4-BE49-F238E27FC236}">
                <a16:creationId xmlns:a16="http://schemas.microsoft.com/office/drawing/2014/main" id="{1F2A2180-713A-42C3-8E20-F0B4A087235F}"/>
              </a:ext>
            </a:extLst>
          </p:cNvPr>
          <p:cNvSpPr>
            <a:spLocks xmlns:a="http://schemas.openxmlformats.org/drawingml/2006/main" noGrp="1"/>
          </p:cNvSpPr>
          <p:nvPr/>
        </p:nvSpPr>
        <p:spPr>
          <a:xfrm xmlns:a="http://schemas.openxmlformats.org/drawingml/2006/main">
            <a:off x="3581400" y="574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581"/>
          </a:bodyPr>
          <a:lstStyle xmlns:a="http://schemas.openxmlformats.org/drawingml/2006/main"/>
          <a:p xmlns:a="http://schemas.openxmlformats.org/drawingml/2006/main">
            <a:pPr algn="ctr">
              <a:buNone/>
              <a:defRPr sz="1350" b="1">
                <a:solidFill>
                  <a:srgbClr val="F256B6"/>
                </a:solidFill>
                <a:latin typeface="Noto Sans JP Light"/>
                <a:ea typeface="Noto Sans JP Light"/>
                <a:cs typeface="Noto Sans JP Light"/>
              </a:defRPr>
            </a:pPr>
            <a:r>
              <a:rPr sz="1350" b="1">
                <a:solidFill>
                  <a:srgbClr val="F256B6"/>
                </a:solidFill>
                <a:latin typeface="Noto Sans JP Light"/>
                <a:ea typeface="Noto Sans JP Light"/>
                <a:cs typeface="Noto Sans JP Light"/>
              </a:rPr>
              <a:t>→</a:t>
            </a:r>
          </a:p>
        </p:txBody>
      </p:sp>
      <p:sp>
        <p:nvSpPr>
          <p:cNvPr id="13" name="">
            <a:extLst xmlns:a="http://schemas.openxmlformats.org/drawingml/2006/main">
              <a:ext uri="{FF2B5EF4-FFF2-40B4-BE49-F238E27FC236}">
                <a16:creationId xmlns:a16="http://schemas.microsoft.com/office/drawing/2014/main" id="{0DF7C5F9-C7B5-4EED-8685-C71B020C2149}"/>
              </a:ext>
            </a:extLst>
          </p:cNvPr>
          <p:cNvSpPr>
            <a:spLocks xmlns:a="http://schemas.openxmlformats.org/drawingml/2006/main" noGrp="1"/>
          </p:cNvSpPr>
          <p:nvPr/>
        </p:nvSpPr>
        <p:spPr>
          <a:xfrm xmlns:a="http://schemas.openxmlformats.org/drawingml/2006/main">
            <a:off x="3848100" y="58197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PERSONA + BRAND</a:t>
            </a:r>
          </a:p>
        </p:txBody>
      </p:sp>
      <p:sp>
        <p:nvSpPr>
          <p:cNvPr id="14" name="">
            <a:extLst xmlns:a="http://schemas.openxmlformats.org/drawingml/2006/main">
              <a:ext uri="{FF2B5EF4-FFF2-40B4-BE49-F238E27FC236}">
                <a16:creationId xmlns:a16="http://schemas.microsoft.com/office/drawing/2014/main" id="{EA35FF25-1B63-4D4F-AC32-233C3BE895E4}"/>
              </a:ext>
            </a:extLst>
          </p:cNvPr>
          <p:cNvSpPr>
            <a:spLocks xmlns:a="http://schemas.openxmlformats.org/drawingml/2006/main" noGrp="1"/>
          </p:cNvSpPr>
          <p:nvPr/>
        </p:nvSpPr>
        <p:spPr>
          <a:xfrm xmlns:a="http://schemas.openxmlformats.org/drawingml/2006/main">
            <a:off x="5657850" y="574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581"/>
          </a:bodyPr>
          <a:lstStyle xmlns:a="http://schemas.openxmlformats.org/drawingml/2006/main"/>
          <a:p xmlns:a="http://schemas.openxmlformats.org/drawingml/2006/main">
            <a:pPr algn="ctr">
              <a:buNone/>
              <a:defRPr sz="1350" b="1">
                <a:solidFill>
                  <a:srgbClr val="F256B6"/>
                </a:solidFill>
                <a:latin typeface="Noto Sans JP Light"/>
                <a:ea typeface="Noto Sans JP Light"/>
                <a:cs typeface="Noto Sans JP Light"/>
              </a:defRPr>
            </a:pPr>
            <a:r>
              <a:rPr sz="1350" b="1">
                <a:solidFill>
                  <a:srgbClr val="F256B6"/>
                </a:solidFill>
                <a:latin typeface="Noto Sans JP Light"/>
                <a:ea typeface="Noto Sans JP Light"/>
                <a:cs typeface="Noto Sans JP Light"/>
              </a:rPr>
              <a:t>→</a:t>
            </a:r>
          </a:p>
        </p:txBody>
      </p:sp>
      <p:sp>
        <p:nvSpPr>
          <p:cNvPr id="15" name="">
            <a:extLst xmlns:a="http://schemas.openxmlformats.org/drawingml/2006/main">
              <a:ext uri="{FF2B5EF4-FFF2-40B4-BE49-F238E27FC236}">
                <a16:creationId xmlns:a16="http://schemas.microsoft.com/office/drawing/2014/main" id="{8319ED10-136B-40F1-B177-09F4D61086B1}"/>
              </a:ext>
            </a:extLst>
          </p:cNvPr>
          <p:cNvSpPr>
            <a:spLocks xmlns:a="http://schemas.openxmlformats.org/drawingml/2006/main" noGrp="1"/>
          </p:cNvSpPr>
          <p:nvPr/>
        </p:nvSpPr>
        <p:spPr>
          <a:xfrm xmlns:a="http://schemas.openxmlformats.org/drawingml/2006/main">
            <a:off x="5924550" y="58197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FREIGABE</a:t>
            </a:r>
          </a:p>
        </p:txBody>
      </p:sp>
      <p:sp>
        <p:nvSpPr>
          <p:cNvPr id="16" name="">
            <a:extLst xmlns:a="http://schemas.openxmlformats.org/drawingml/2006/main">
              <a:ext uri="{FF2B5EF4-FFF2-40B4-BE49-F238E27FC236}">
                <a16:creationId xmlns:a16="http://schemas.microsoft.com/office/drawing/2014/main" id="{91A0DC23-A995-4126-BF79-EF12808A2A8B}"/>
              </a:ext>
            </a:extLst>
          </p:cNvPr>
          <p:cNvSpPr>
            <a:spLocks xmlns:a="http://schemas.openxmlformats.org/drawingml/2006/main" noGrp="1"/>
          </p:cNvSpPr>
          <p:nvPr/>
        </p:nvSpPr>
        <p:spPr>
          <a:xfrm xmlns:a="http://schemas.openxmlformats.org/drawingml/2006/main">
            <a:off x="7353300" y="574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581"/>
          </a:bodyPr>
          <a:lstStyle xmlns:a="http://schemas.openxmlformats.org/drawingml/2006/main"/>
          <a:p xmlns:a="http://schemas.openxmlformats.org/drawingml/2006/main">
            <a:pPr algn="ctr">
              <a:buNone/>
              <a:defRPr sz="1350" b="1">
                <a:solidFill>
                  <a:srgbClr val="F256B6"/>
                </a:solidFill>
                <a:latin typeface="Noto Sans JP Light"/>
                <a:ea typeface="Noto Sans JP Light"/>
                <a:cs typeface="Noto Sans JP Light"/>
              </a:defRPr>
            </a:pPr>
            <a:r>
              <a:rPr sz="1350" b="1">
                <a:solidFill>
                  <a:srgbClr val="F256B6"/>
                </a:solidFill>
                <a:latin typeface="Noto Sans JP Light"/>
                <a:ea typeface="Noto Sans JP Light"/>
                <a:cs typeface="Noto Sans JP Light"/>
              </a:rPr>
              <a:t>→</a:t>
            </a:r>
          </a:p>
        </p:txBody>
      </p:sp>
      <p:sp>
        <p:nvSpPr>
          <p:cNvPr id="17" name="">
            <a:extLst xmlns:a="http://schemas.openxmlformats.org/drawingml/2006/main">
              <a:ext uri="{FF2B5EF4-FFF2-40B4-BE49-F238E27FC236}">
                <a16:creationId xmlns:a16="http://schemas.microsoft.com/office/drawing/2014/main" id="{4EE7E001-3BC4-485D-A89C-681952747126}"/>
              </a:ext>
            </a:extLst>
          </p:cNvPr>
          <p:cNvSpPr>
            <a:spLocks xmlns:a="http://schemas.openxmlformats.org/drawingml/2006/main" noGrp="1"/>
          </p:cNvSpPr>
          <p:nvPr/>
        </p:nvSpPr>
        <p:spPr>
          <a:xfrm xmlns:a="http://schemas.openxmlformats.org/drawingml/2006/main">
            <a:off x="7620000" y="58197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REACT / STORYBOOK</a:t>
            </a:r>
          </a:p>
        </p:txBody>
      </p:sp>
      <p:sp>
        <p:nvSpPr>
          <p:cNvPr id="18" name="">
            <a:extLst xmlns:a="http://schemas.openxmlformats.org/drawingml/2006/main">
              <a:ext uri="{FF2B5EF4-FFF2-40B4-BE49-F238E27FC236}">
                <a16:creationId xmlns:a16="http://schemas.microsoft.com/office/drawing/2014/main" id="{B7620EE0-44E6-463B-817E-CE9AD44E6B4C}"/>
              </a:ext>
            </a:extLst>
          </p:cNvPr>
          <p:cNvSpPr>
            <a:spLocks xmlns:a="http://schemas.openxmlformats.org/drawingml/2006/main" noGrp="1"/>
          </p:cNvSpPr>
          <p:nvPr/>
        </p:nvSpPr>
        <p:spPr>
          <a:xfrm xmlns:a="http://schemas.openxmlformats.org/drawingml/2006/main">
            <a:off x="8020050" y="619125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r">
              <a:buNone/>
              <a:defRPr sz="750" b="1">
                <a:solidFill>
                  <a:srgbClr val="B9B9B9"/>
                </a:solidFill>
                <a:latin typeface="IBM Plex Mono"/>
                <a:ea typeface="IBM Plex Mono"/>
                <a:cs typeface="IBM Plex Mono"/>
              </a:defRPr>
            </a:pPr>
            <a:r>
              <a:rPr sz="750" b="1">
                <a:solidFill>
                  <a:srgbClr val="B9B9B9"/>
                </a:solidFill>
                <a:latin typeface="IBM Plex Mono"/>
                <a:ea typeface="IBM Plex Mono"/>
                <a:cs typeface="IBM Plex Mono"/>
              </a:rPr>
              <a:t>CMS-Anbindungen werden projektspezifisch ergänzt.</a:t>
            </a:r>
          </a:p>
        </p:txBody>
      </p:sp>
    </p:spTree>
    <p:extLst>
      <p:ext uri="{BB962C8B-B14F-4D97-AF65-F5344CB8AC3E}">
        <p14:creationId xmlns:p14="http://schemas.microsoft.com/office/powerpoint/2010/main" val="15853511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306AA7D-B207-42F1-842D-2497A0815388}"/>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CREATION · FUNKTIONEN &amp; EINSATZ</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7eb9024c24c4c56"/>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B57203-8C7E-4404-876F-699D9FC42138}"/>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12</a:t>
            </a:r>
          </a:p>
        </p:txBody>
      </p:sp>
      <p:sp>
        <p:nvSpPr>
          <p:cNvPr id="4" name="">
            <a:extLst xmlns:a="http://schemas.openxmlformats.org/drawingml/2006/main">
              <a:ext uri="{FF2B5EF4-FFF2-40B4-BE49-F238E27FC236}">
                <a16:creationId xmlns:a16="http://schemas.microsoft.com/office/drawing/2014/main" id="{7E2F8192-821B-49F1-8DA2-11CA2433478A}"/>
              </a:ext>
            </a:extLst>
          </p:cNvPr>
          <p:cNvSpPr>
            <a:spLocks xmlns:a="http://schemas.openxmlformats.org/drawingml/2006/main" noGrp="1"/>
          </p:cNvSpPr>
          <p:nvPr/>
        </p:nvSpPr>
        <p:spPr>
          <a:xfrm xmlns:a="http://schemas.openxmlformats.org/drawingml/2006/main">
            <a:off x="457200" y="7810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CREATION macht Insights als Interface testbar.</a:t>
            </a:r>
          </a:p>
        </p:txBody>
      </p:sp>
      <p:sp>
        <p:nvSpPr>
          <p:cNvPr id="5" name="">
            <a:extLst xmlns:a="http://schemas.openxmlformats.org/drawingml/2006/main">
              <a:ext uri="{FF2B5EF4-FFF2-40B4-BE49-F238E27FC236}">
                <a16:creationId xmlns:a16="http://schemas.microsoft.com/office/drawing/2014/main" id="{1F227C2B-6DCD-4AF7-8780-81F8621429C4}"/>
              </a:ext>
            </a:extLst>
          </p:cNvPr>
          <p:cNvSpPr>
            <a:spLocks xmlns:a="http://schemas.openxmlformats.org/drawingml/2006/main" noGrp="1"/>
          </p:cNvSpPr>
          <p:nvPr/>
        </p:nvSpPr>
        <p:spPr>
          <a:xfrm xmlns:a="http://schemas.openxmlformats.org/drawingml/2006/main">
            <a:off x="457200" y="14097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111111"/>
                </a:solidFill>
                <a:latin typeface="Noto Sans JP Light"/>
                <a:ea typeface="Noto Sans JP Light"/>
                <a:cs typeface="Noto Sans JP Light"/>
              </a:defRPr>
            </a:pPr>
            <a:r>
              <a:rPr sz="1200" b="1">
                <a:solidFill>
                  <a:srgbClr val="111111"/>
                </a:solidFill>
                <a:latin typeface="Noto Sans JP Light"/>
                <a:ea typeface="Noto Sans JP Light"/>
                <a:cs typeface="Noto Sans JP Light"/>
              </a:rPr>
              <a:t>Rapid Prototyping und CMS-Handoff stehen im Fokus – nicht die vollständige Content-Produktion.</a:t>
            </a:r>
          </a:p>
        </p:txBody>
      </p:sp>
      <p:sp>
        <p:nvSpPr>
          <p:cNvPr id="6" name="">
            <a:extLst xmlns:a="http://schemas.openxmlformats.org/drawingml/2006/main">
              <a:ext uri="{FF2B5EF4-FFF2-40B4-BE49-F238E27FC236}">
                <a16:creationId xmlns:a16="http://schemas.microsoft.com/office/drawing/2014/main" id="{90DF43EF-78F0-4AEE-BF51-F32899BD9062}"/>
              </a:ext>
            </a:extLst>
          </p:cNvPr>
          <p:cNvSpPr>
            <a:spLocks xmlns:a="http://schemas.openxmlformats.org/drawingml/2006/main" noGrp="1"/>
          </p:cNvSpPr>
          <p:nvPr/>
        </p:nvSpPr>
        <p:spPr>
          <a:xfrm xmlns:a="http://schemas.openxmlformats.org/drawingml/2006/main">
            <a:off x="3048000" y="26670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7" name="">
            <a:extLst xmlns:a="http://schemas.openxmlformats.org/drawingml/2006/main">
              <a:ext uri="{FF2B5EF4-FFF2-40B4-BE49-F238E27FC236}">
                <a16:creationId xmlns:a16="http://schemas.microsoft.com/office/drawing/2014/main" id="{7523D72A-1D4B-476B-AF99-6F0426B52618}"/>
              </a:ext>
            </a:extLst>
          </p:cNvPr>
          <p:cNvSpPr>
            <a:spLocks xmlns:a="http://schemas.openxmlformats.org/drawingml/2006/main" noGrp="1"/>
          </p:cNvSpPr>
          <p:nvPr/>
        </p:nvSpPr>
        <p:spPr>
          <a:xfrm xmlns:a="http://schemas.openxmlformats.org/drawingml/2006/main">
            <a:off x="3048000" y="41148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8EF3C699-228A-4F4B-A237-30927237B377}"/>
              </a:ext>
            </a:extLst>
          </p:cNvPr>
          <p:cNvSpPr>
            <a:spLocks xmlns:a="http://schemas.openxmlformats.org/drawingml/2006/main" noGrp="1"/>
          </p:cNvSpPr>
          <p:nvPr/>
        </p:nvSpPr>
        <p:spPr>
          <a:xfrm xmlns:a="http://schemas.openxmlformats.org/drawingml/2006/main">
            <a:off x="3048000" y="55626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9622B2A4-E5B4-409B-B961-CE1F5EA876BF}"/>
              </a:ext>
            </a:extLst>
          </p:cNvPr>
          <p:cNvSpPr>
            <a:spLocks xmlns:a="http://schemas.openxmlformats.org/drawingml/2006/main" noGrp="1"/>
          </p:cNvSpPr>
          <p:nvPr/>
        </p:nvSpPr>
        <p:spPr>
          <a:xfrm xmlns:a="http://schemas.openxmlformats.org/drawingml/2006/main">
            <a:off x="6972300" y="26670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D2C5E58B-D495-4AA4-887D-3A19FB5858D5}"/>
              </a:ext>
            </a:extLst>
          </p:cNvPr>
          <p:cNvSpPr>
            <a:spLocks xmlns:a="http://schemas.openxmlformats.org/drawingml/2006/main" noGrp="1"/>
          </p:cNvSpPr>
          <p:nvPr/>
        </p:nvSpPr>
        <p:spPr>
          <a:xfrm xmlns:a="http://schemas.openxmlformats.org/drawingml/2006/main">
            <a:off x="6972300" y="41148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1" name="">
            <a:extLst xmlns:a="http://schemas.openxmlformats.org/drawingml/2006/main">
              <a:ext uri="{FF2B5EF4-FFF2-40B4-BE49-F238E27FC236}">
                <a16:creationId xmlns:a16="http://schemas.microsoft.com/office/drawing/2014/main" id="{F4B5D866-B5AB-4C5A-BBD8-EC7401604D32}"/>
              </a:ext>
            </a:extLst>
          </p:cNvPr>
          <p:cNvSpPr>
            <a:spLocks xmlns:a="http://schemas.openxmlformats.org/drawingml/2006/main" noGrp="1"/>
          </p:cNvSpPr>
          <p:nvPr/>
        </p:nvSpPr>
        <p:spPr>
          <a:xfrm xmlns:a="http://schemas.openxmlformats.org/drawingml/2006/main">
            <a:off x="6972300" y="55626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2" name="">
            <a:extLst xmlns:a="http://schemas.openxmlformats.org/drawingml/2006/main">
              <a:ext uri="{FF2B5EF4-FFF2-40B4-BE49-F238E27FC236}">
                <a16:creationId xmlns:a16="http://schemas.microsoft.com/office/drawing/2014/main" id="{5D264A76-21E3-4AE0-9676-EA9C8F1BD00F}"/>
              </a:ext>
            </a:extLst>
          </p:cNvPr>
          <p:cNvSpPr>
            <a:spLocks xmlns:a="http://schemas.openxmlformats.org/drawingml/2006/main" noGrp="1"/>
          </p:cNvSpPr>
          <p:nvPr/>
        </p:nvSpPr>
        <p:spPr>
          <a:xfrm xmlns:a="http://schemas.openxmlformats.org/drawingml/2006/main">
            <a:off x="5219700" y="2895600"/>
            <a:ext cx="1752600" cy="17526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4A4CCA9-D828-4C98-9CE7-8D5BAD61BD9C}"/>
              </a:ext>
            </a:extLst>
          </p:cNvPr>
          <p:cNvSpPr>
            <a:spLocks xmlns:a="http://schemas.openxmlformats.org/drawingml/2006/main" noGrp="1"/>
          </p:cNvSpPr>
          <p:nvPr/>
        </p:nvSpPr>
        <p:spPr>
          <a:xfrm xmlns:a="http://schemas.openxmlformats.org/drawingml/2006/main">
            <a:off x="5410200" y="3429000"/>
            <a:ext cx="1371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ctr">
              <a:buNone/>
              <a:defRPr sz="1875" b="1">
                <a:solidFill>
                  <a:srgbClr val="FFFFFF"/>
                </a:solidFill>
                <a:latin typeface="Noto Sans JP"/>
                <a:ea typeface="Noto Sans JP"/>
                <a:cs typeface="Noto Sans JP"/>
              </a:defRPr>
            </a:pPr>
            <a:r>
              <a:rPr sz="1875" b="1">
                <a:solidFill>
                  <a:srgbClr val="FFFFFF"/>
                </a:solidFill>
                <a:latin typeface="Noto Sans JP"/>
                <a:ea typeface="Noto Sans JP"/>
                <a:cs typeface="Noto Sans JP"/>
              </a:rPr>
              <a:t>CREATION</a:t>
            </a:r>
          </a:p>
        </p:txBody>
      </p:sp>
      <p:sp>
        <p:nvSpPr>
          <p:cNvPr id="14" name="">
            <a:extLst xmlns:a="http://schemas.openxmlformats.org/drawingml/2006/main">
              <a:ext uri="{FF2B5EF4-FFF2-40B4-BE49-F238E27FC236}">
                <a16:creationId xmlns:a16="http://schemas.microsoft.com/office/drawing/2014/main" id="{FC435D1A-2709-4361-B517-4779431D2AB4}"/>
              </a:ext>
            </a:extLst>
          </p:cNvPr>
          <p:cNvSpPr>
            <a:spLocks xmlns:a="http://schemas.openxmlformats.org/drawingml/2006/main" noGrp="1"/>
          </p:cNvSpPr>
          <p:nvPr/>
        </p:nvSpPr>
        <p:spPr>
          <a:xfrm xmlns:a="http://schemas.openxmlformats.org/drawingml/2006/main">
            <a:off x="5429250" y="38671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API · MCP · EXPORT</a:t>
            </a:r>
          </a:p>
        </p:txBody>
      </p:sp>
      <p:sp>
        <p:nvSpPr>
          <p:cNvPr id="15" name="">
            <a:extLst xmlns:a="http://schemas.openxmlformats.org/drawingml/2006/main">
              <a:ext uri="{FF2B5EF4-FFF2-40B4-BE49-F238E27FC236}">
                <a16:creationId xmlns:a16="http://schemas.microsoft.com/office/drawing/2014/main" id="{E1B70083-3D24-4736-B9E2-C54DC4C85168}"/>
              </a:ext>
            </a:extLst>
          </p:cNvPr>
          <p:cNvSpPr>
            <a:spLocks xmlns:a="http://schemas.openxmlformats.org/drawingml/2006/main" noGrp="1"/>
          </p:cNvSpPr>
          <p:nvPr/>
        </p:nvSpPr>
        <p:spPr>
          <a:xfrm xmlns:a="http://schemas.openxmlformats.org/drawingml/2006/main">
            <a:off x="6667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16" name="">
            <a:extLst xmlns:a="http://schemas.openxmlformats.org/drawingml/2006/main">
              <a:ext uri="{FF2B5EF4-FFF2-40B4-BE49-F238E27FC236}">
                <a16:creationId xmlns:a16="http://schemas.microsoft.com/office/drawing/2014/main" id="{2912B856-4B36-4CB7-AA59-0EBFAC778785}"/>
              </a:ext>
            </a:extLst>
          </p:cNvPr>
          <p:cNvSpPr>
            <a:spLocks xmlns:a="http://schemas.openxmlformats.org/drawingml/2006/main" noGrp="1"/>
          </p:cNvSpPr>
          <p:nvPr/>
        </p:nvSpPr>
        <p:spPr>
          <a:xfrm xmlns:a="http://schemas.openxmlformats.org/drawingml/2006/main">
            <a:off x="8001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PAGE PROTOTYPES</a:t>
            </a:r>
          </a:p>
        </p:txBody>
      </p:sp>
      <p:sp>
        <p:nvSpPr>
          <p:cNvPr id="17" name="">
            <a:extLst xmlns:a="http://schemas.openxmlformats.org/drawingml/2006/main">
              <a:ext uri="{FF2B5EF4-FFF2-40B4-BE49-F238E27FC236}">
                <a16:creationId xmlns:a16="http://schemas.microsoft.com/office/drawing/2014/main" id="{06C14084-57C2-430B-ABCC-4E584F263381}"/>
              </a:ext>
            </a:extLst>
          </p:cNvPr>
          <p:cNvSpPr>
            <a:spLocks xmlns:a="http://schemas.openxmlformats.org/drawingml/2006/main" noGrp="1"/>
          </p:cNvSpPr>
          <p:nvPr/>
        </p:nvSpPr>
        <p:spPr>
          <a:xfrm xmlns:a="http://schemas.openxmlformats.org/drawingml/2006/main">
            <a:off x="8001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Landingpages und PDPs visualisieren</a:t>
            </a:r>
          </a:p>
        </p:txBody>
      </p:sp>
      <p:sp>
        <p:nvSpPr>
          <p:cNvPr id="18" name="">
            <a:extLst xmlns:a="http://schemas.openxmlformats.org/drawingml/2006/main">
              <a:ext uri="{FF2B5EF4-FFF2-40B4-BE49-F238E27FC236}">
                <a16:creationId xmlns:a16="http://schemas.microsoft.com/office/drawing/2014/main" id="{AA4C994A-5E5E-40B3-BF81-8C4A7A2169F1}"/>
              </a:ext>
            </a:extLst>
          </p:cNvPr>
          <p:cNvSpPr>
            <a:spLocks xmlns:a="http://schemas.openxmlformats.org/drawingml/2006/main" noGrp="1"/>
          </p:cNvSpPr>
          <p:nvPr/>
        </p:nvSpPr>
        <p:spPr>
          <a:xfrm xmlns:a="http://schemas.openxmlformats.org/drawingml/2006/main">
            <a:off x="666750" y="3714750"/>
            <a:ext cx="2381250" cy="800100"/>
          </a:xfrm>
          <a:prstGeom xmlns:a="http://schemas.openxmlformats.org/drawingml/2006/main" prst="rect">
            <a:avLst/>
          </a:prstGeom>
          <a:solidFill xmlns:a="http://schemas.openxmlformats.org/drawingml/2006/main">
            <a:srgbClr val="FFD0C1"/>
          </a:solidFill>
          <a:ln xmlns:a="http://schemas.openxmlformats.org/drawingml/2006/main" w="0">
            <a:solidFill>
              <a:srgbClr val="FFD0C1"/>
            </a:solidFill>
            <a:prstDash val="solid"/>
          </a:ln>
        </p:spPr>
      </p:sp>
      <p:sp>
        <p:nvSpPr>
          <p:cNvPr id="19" name="">
            <a:extLst xmlns:a="http://schemas.openxmlformats.org/drawingml/2006/main">
              <a:ext uri="{FF2B5EF4-FFF2-40B4-BE49-F238E27FC236}">
                <a16:creationId xmlns:a16="http://schemas.microsoft.com/office/drawing/2014/main" id="{97A8329C-3288-4FAF-8E1C-0D8A7A840B61}"/>
              </a:ext>
            </a:extLst>
          </p:cNvPr>
          <p:cNvSpPr>
            <a:spLocks xmlns:a="http://schemas.openxmlformats.org/drawingml/2006/main" noGrp="1"/>
          </p:cNvSpPr>
          <p:nvPr/>
        </p:nvSpPr>
        <p:spPr>
          <a:xfrm xmlns:a="http://schemas.openxmlformats.org/drawingml/2006/main">
            <a:off x="8001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VARIANTEN</a:t>
            </a:r>
          </a:p>
        </p:txBody>
      </p:sp>
      <p:sp>
        <p:nvSpPr>
          <p:cNvPr id="20" name="">
            <a:extLst xmlns:a="http://schemas.openxmlformats.org/drawingml/2006/main">
              <a:ext uri="{FF2B5EF4-FFF2-40B4-BE49-F238E27FC236}">
                <a16:creationId xmlns:a16="http://schemas.microsoft.com/office/drawing/2014/main" id="{1DEF0CF8-3E53-4E78-844B-3A9968DFFE3E}"/>
              </a:ext>
            </a:extLst>
          </p:cNvPr>
          <p:cNvSpPr>
            <a:spLocks xmlns:a="http://schemas.openxmlformats.org/drawingml/2006/main" noGrp="1"/>
          </p:cNvSpPr>
          <p:nvPr/>
        </p:nvSpPr>
        <p:spPr>
          <a:xfrm xmlns:a="http://schemas.openxmlformats.org/drawingml/2006/main">
            <a:off x="8001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Zielgruppen- und Content-Varianten</a:t>
            </a:r>
          </a:p>
        </p:txBody>
      </p:sp>
      <p:sp>
        <p:nvSpPr>
          <p:cNvPr id="21" name="">
            <a:extLst xmlns:a="http://schemas.openxmlformats.org/drawingml/2006/main">
              <a:ext uri="{FF2B5EF4-FFF2-40B4-BE49-F238E27FC236}">
                <a16:creationId xmlns:a16="http://schemas.microsoft.com/office/drawing/2014/main" id="{65EE329D-A7DD-4B88-B65C-B32106A3C212}"/>
              </a:ext>
            </a:extLst>
          </p:cNvPr>
          <p:cNvSpPr>
            <a:spLocks xmlns:a="http://schemas.openxmlformats.org/drawingml/2006/main" noGrp="1"/>
          </p:cNvSpPr>
          <p:nvPr/>
        </p:nvSpPr>
        <p:spPr>
          <a:xfrm xmlns:a="http://schemas.openxmlformats.org/drawingml/2006/main">
            <a:off x="666750" y="5162550"/>
            <a:ext cx="2381250" cy="800100"/>
          </a:xfrm>
          <a:prstGeom xmlns:a="http://schemas.openxmlformats.org/drawingml/2006/main" prst="rect">
            <a:avLst/>
          </a:prstGeom>
          <a:solidFill xmlns:a="http://schemas.openxmlformats.org/drawingml/2006/main">
            <a:srgbClr val="FFF8AA"/>
          </a:solidFill>
          <a:ln xmlns:a="http://schemas.openxmlformats.org/drawingml/2006/main" w="0">
            <a:solidFill>
              <a:srgbClr val="FFF8AA"/>
            </a:solidFill>
            <a:prstDash val="solid"/>
          </a:ln>
        </p:spPr>
      </p:sp>
      <p:sp>
        <p:nvSpPr>
          <p:cNvPr id="22" name="">
            <a:extLst xmlns:a="http://schemas.openxmlformats.org/drawingml/2006/main">
              <a:ext uri="{FF2B5EF4-FFF2-40B4-BE49-F238E27FC236}">
                <a16:creationId xmlns:a16="http://schemas.microsoft.com/office/drawing/2014/main" id="{CDA5212A-2621-44A0-8EEC-573D649F5B03}"/>
              </a:ext>
            </a:extLst>
          </p:cNvPr>
          <p:cNvSpPr>
            <a:spLocks xmlns:a="http://schemas.openxmlformats.org/drawingml/2006/main" noGrp="1"/>
          </p:cNvSpPr>
          <p:nvPr/>
        </p:nvSpPr>
        <p:spPr>
          <a:xfrm xmlns:a="http://schemas.openxmlformats.org/drawingml/2006/main">
            <a:off x="8001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HANDOFF</a:t>
            </a:r>
          </a:p>
        </p:txBody>
      </p:sp>
      <p:sp>
        <p:nvSpPr>
          <p:cNvPr id="23" name="">
            <a:extLst xmlns:a="http://schemas.openxmlformats.org/drawingml/2006/main">
              <a:ext uri="{FF2B5EF4-FFF2-40B4-BE49-F238E27FC236}">
                <a16:creationId xmlns:a16="http://schemas.microsoft.com/office/drawing/2014/main" id="{661A58F6-9EE1-4FB3-8FF0-1EF24FA81E0A}"/>
              </a:ext>
            </a:extLst>
          </p:cNvPr>
          <p:cNvSpPr>
            <a:spLocks xmlns:a="http://schemas.openxmlformats.org/drawingml/2006/main" noGrp="1"/>
          </p:cNvSpPr>
          <p:nvPr/>
        </p:nvSpPr>
        <p:spPr>
          <a:xfrm xmlns:a="http://schemas.openxmlformats.org/drawingml/2006/main">
            <a:off x="8001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React, Storybook und Assets</a:t>
            </a:r>
          </a:p>
        </p:txBody>
      </p:sp>
      <p:sp>
        <p:nvSpPr>
          <p:cNvPr id="24" name="">
            <a:extLst xmlns:a="http://schemas.openxmlformats.org/drawingml/2006/main">
              <a:ext uri="{FF2B5EF4-FFF2-40B4-BE49-F238E27FC236}">
                <a16:creationId xmlns:a16="http://schemas.microsoft.com/office/drawing/2014/main" id="{0A7506C4-6421-4EC3-AC15-AAB2B19934D9}"/>
              </a:ext>
            </a:extLst>
          </p:cNvPr>
          <p:cNvSpPr>
            <a:spLocks xmlns:a="http://schemas.openxmlformats.org/drawingml/2006/main" noGrp="1"/>
          </p:cNvSpPr>
          <p:nvPr/>
        </p:nvSpPr>
        <p:spPr>
          <a:xfrm xmlns:a="http://schemas.openxmlformats.org/drawingml/2006/main">
            <a:off x="86296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25" name="">
            <a:extLst xmlns:a="http://schemas.openxmlformats.org/drawingml/2006/main">
              <a:ext uri="{FF2B5EF4-FFF2-40B4-BE49-F238E27FC236}">
                <a16:creationId xmlns:a16="http://schemas.microsoft.com/office/drawing/2014/main" id="{E965F2BD-66F8-45E5-B348-9C879AEC2A97}"/>
              </a:ext>
            </a:extLst>
          </p:cNvPr>
          <p:cNvSpPr>
            <a:spLocks xmlns:a="http://schemas.openxmlformats.org/drawingml/2006/main" noGrp="1"/>
          </p:cNvSpPr>
          <p:nvPr/>
        </p:nvSpPr>
        <p:spPr>
          <a:xfrm xmlns:a="http://schemas.openxmlformats.org/drawingml/2006/main">
            <a:off x="87630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CAMPAIGN PAGE</a:t>
            </a:r>
          </a:p>
        </p:txBody>
      </p:sp>
      <p:sp>
        <p:nvSpPr>
          <p:cNvPr id="26" name="">
            <a:extLst xmlns:a="http://schemas.openxmlformats.org/drawingml/2006/main">
              <a:ext uri="{FF2B5EF4-FFF2-40B4-BE49-F238E27FC236}">
                <a16:creationId xmlns:a16="http://schemas.microsoft.com/office/drawing/2014/main" id="{93535A01-A02B-4B6A-9073-4C26C504A2CA}"/>
              </a:ext>
            </a:extLst>
          </p:cNvPr>
          <p:cNvSpPr>
            <a:spLocks xmlns:a="http://schemas.openxmlformats.org/drawingml/2006/main" noGrp="1"/>
          </p:cNvSpPr>
          <p:nvPr/>
        </p:nvSpPr>
        <p:spPr>
          <a:xfrm xmlns:a="http://schemas.openxmlformats.org/drawingml/2006/main">
            <a:off x="87630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Konzept vor Produktion testen</a:t>
            </a:r>
          </a:p>
        </p:txBody>
      </p:sp>
      <p:sp>
        <p:nvSpPr>
          <p:cNvPr id="27" name="">
            <a:extLst xmlns:a="http://schemas.openxmlformats.org/drawingml/2006/main">
              <a:ext uri="{FF2B5EF4-FFF2-40B4-BE49-F238E27FC236}">
                <a16:creationId xmlns:a16="http://schemas.microsoft.com/office/drawing/2014/main" id="{80F42F01-E838-447C-BCE9-B4E7E921484E}"/>
              </a:ext>
            </a:extLst>
          </p:cNvPr>
          <p:cNvSpPr>
            <a:spLocks xmlns:a="http://schemas.openxmlformats.org/drawingml/2006/main" noGrp="1"/>
          </p:cNvSpPr>
          <p:nvPr/>
        </p:nvSpPr>
        <p:spPr>
          <a:xfrm xmlns:a="http://schemas.openxmlformats.org/drawingml/2006/main">
            <a:off x="8629650" y="3714750"/>
            <a:ext cx="2381250" cy="80010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28" name="">
            <a:extLst xmlns:a="http://schemas.openxmlformats.org/drawingml/2006/main">
              <a:ext uri="{FF2B5EF4-FFF2-40B4-BE49-F238E27FC236}">
                <a16:creationId xmlns:a16="http://schemas.microsoft.com/office/drawing/2014/main" id="{41291871-09DC-4F50-A73F-712057FA8801}"/>
              </a:ext>
            </a:extLst>
          </p:cNvPr>
          <p:cNvSpPr>
            <a:spLocks xmlns:a="http://schemas.openxmlformats.org/drawingml/2006/main" noGrp="1"/>
          </p:cNvSpPr>
          <p:nvPr/>
        </p:nvSpPr>
        <p:spPr>
          <a:xfrm xmlns:a="http://schemas.openxmlformats.org/drawingml/2006/main">
            <a:off x="87630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PERSONALISIERUNG</a:t>
            </a:r>
          </a:p>
        </p:txBody>
      </p:sp>
      <p:sp>
        <p:nvSpPr>
          <p:cNvPr id="29" name="">
            <a:extLst xmlns:a="http://schemas.openxmlformats.org/drawingml/2006/main">
              <a:ext uri="{FF2B5EF4-FFF2-40B4-BE49-F238E27FC236}">
                <a16:creationId xmlns:a16="http://schemas.microsoft.com/office/drawing/2014/main" id="{8E44F83F-12CF-4FC6-B02F-47C8AE4B5EE2}"/>
              </a:ext>
            </a:extLst>
          </p:cNvPr>
          <p:cNvSpPr>
            <a:spLocks xmlns:a="http://schemas.openxmlformats.org/drawingml/2006/main" noGrp="1"/>
          </p:cNvSpPr>
          <p:nvPr/>
        </p:nvSpPr>
        <p:spPr>
          <a:xfrm xmlns:a="http://schemas.openxmlformats.org/drawingml/2006/main">
            <a:off x="87630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Varianten mit AUDION spiegeln</a:t>
            </a:r>
          </a:p>
        </p:txBody>
      </p:sp>
      <p:sp>
        <p:nvSpPr>
          <p:cNvPr id="30" name="">
            <a:extLst xmlns:a="http://schemas.openxmlformats.org/drawingml/2006/main">
              <a:ext uri="{FF2B5EF4-FFF2-40B4-BE49-F238E27FC236}">
                <a16:creationId xmlns:a16="http://schemas.microsoft.com/office/drawing/2014/main" id="{71478748-36BA-4DE0-9284-22D23298D482}"/>
              </a:ext>
            </a:extLst>
          </p:cNvPr>
          <p:cNvSpPr>
            <a:spLocks xmlns:a="http://schemas.openxmlformats.org/drawingml/2006/main" noGrp="1"/>
          </p:cNvSpPr>
          <p:nvPr/>
        </p:nvSpPr>
        <p:spPr>
          <a:xfrm xmlns:a="http://schemas.openxmlformats.org/drawingml/2006/main">
            <a:off x="8629650" y="5162550"/>
            <a:ext cx="2381250" cy="80010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31" name="">
            <a:extLst xmlns:a="http://schemas.openxmlformats.org/drawingml/2006/main">
              <a:ext uri="{FF2B5EF4-FFF2-40B4-BE49-F238E27FC236}">
                <a16:creationId xmlns:a16="http://schemas.microsoft.com/office/drawing/2014/main" id="{0EF56151-888B-4D72-B780-048F481FD74A}"/>
              </a:ext>
            </a:extLst>
          </p:cNvPr>
          <p:cNvSpPr>
            <a:spLocks xmlns:a="http://schemas.openxmlformats.org/drawingml/2006/main" noGrp="1"/>
          </p:cNvSpPr>
          <p:nvPr/>
        </p:nvSpPr>
        <p:spPr>
          <a:xfrm xmlns:a="http://schemas.openxmlformats.org/drawingml/2006/main">
            <a:off x="87630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CMS BRIDGE</a:t>
            </a:r>
          </a:p>
        </p:txBody>
      </p:sp>
      <p:sp>
        <p:nvSpPr>
          <p:cNvPr id="32" name="">
            <a:extLst xmlns:a="http://schemas.openxmlformats.org/drawingml/2006/main">
              <a:ext uri="{FF2B5EF4-FFF2-40B4-BE49-F238E27FC236}">
                <a16:creationId xmlns:a16="http://schemas.microsoft.com/office/drawing/2014/main" id="{E7EE31D7-5985-4D32-99D1-CF2F2A199969}"/>
              </a:ext>
            </a:extLst>
          </p:cNvPr>
          <p:cNvSpPr>
            <a:spLocks xmlns:a="http://schemas.openxmlformats.org/drawingml/2006/main" noGrp="1"/>
          </p:cNvSpPr>
          <p:nvPr/>
        </p:nvSpPr>
        <p:spPr>
          <a:xfrm xmlns:a="http://schemas.openxmlformats.org/drawingml/2006/main">
            <a:off x="87630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In bestehende Systeme übergeben</a:t>
            </a:r>
          </a:p>
        </p:txBody>
      </p:sp>
      <p:sp>
        <p:nvSpPr>
          <p:cNvPr id="33" name="">
            <a:extLst xmlns:a="http://schemas.openxmlformats.org/drawingml/2006/main">
              <a:ext uri="{FF2B5EF4-FFF2-40B4-BE49-F238E27FC236}">
                <a16:creationId xmlns:a16="http://schemas.microsoft.com/office/drawing/2014/main" id="{57A32362-492C-40BA-9407-576E60F98CDC}"/>
              </a:ext>
            </a:extLst>
          </p:cNvPr>
          <p:cNvSpPr>
            <a:spLocks xmlns:a="http://schemas.openxmlformats.org/drawingml/2006/main" noGrp="1"/>
          </p:cNvSpPr>
          <p:nvPr/>
        </p:nvSpPr>
        <p:spPr>
          <a:xfrm xmlns:a="http://schemas.openxmlformats.org/drawingml/2006/main">
            <a:off x="4857750" y="21526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SCHNITTSTELLEN</a:t>
            </a:r>
          </a:p>
        </p:txBody>
      </p:sp>
      <p:sp>
        <p:nvSpPr>
          <p:cNvPr id="34" name="">
            <a:extLst xmlns:a="http://schemas.openxmlformats.org/drawingml/2006/main">
              <a:ext uri="{FF2B5EF4-FFF2-40B4-BE49-F238E27FC236}">
                <a16:creationId xmlns:a16="http://schemas.microsoft.com/office/drawing/2014/main" id="{A58EDD4C-09EE-40F5-AD30-2FBB93EFD2FA}"/>
              </a:ext>
            </a:extLst>
          </p:cNvPr>
          <p:cNvSpPr>
            <a:spLocks xmlns:a="http://schemas.openxmlformats.org/drawingml/2006/main" noGrp="1"/>
          </p:cNvSpPr>
          <p:nvPr/>
        </p:nvSpPr>
        <p:spPr>
          <a:xfrm xmlns:a="http://schemas.openxmlformats.org/drawingml/2006/main">
            <a:off x="4171950" y="4953000"/>
            <a:ext cx="3848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00CA55"/>
                </a:solidFill>
                <a:latin typeface="IBM Plex Mono"/>
                <a:ea typeface="IBM Plex Mono"/>
                <a:cs typeface="IBM Plex Mono"/>
              </a:defRPr>
            </a:pPr>
            <a:r>
              <a:rPr sz="750" b="1">
                <a:solidFill>
                  <a:srgbClr val="00CA55"/>
                </a:solidFill>
                <a:latin typeface="IBM Plex Mono"/>
                <a:ea typeface="IBM Plex Mono"/>
                <a:cs typeface="IBM Plex Mono"/>
              </a:rPr>
              <a:t>CMS · PIM · DAM · DESIGN SYSTEM</a:t>
            </a:r>
          </a:p>
        </p:txBody>
      </p:sp>
      <p:sp>
        <p:nvSpPr>
          <p:cNvPr id="35" name="">
            <a:extLst xmlns:a="http://schemas.openxmlformats.org/drawingml/2006/main">
              <a:ext uri="{FF2B5EF4-FFF2-40B4-BE49-F238E27FC236}">
                <a16:creationId xmlns:a16="http://schemas.microsoft.com/office/drawing/2014/main" id="{9DAA6830-8D0C-4564-A935-9C1A72C308F7}"/>
              </a:ext>
            </a:extLst>
          </p:cNvPr>
          <p:cNvSpPr>
            <a:spLocks xmlns:a="http://schemas.openxmlformats.org/drawingml/2006/main" noGrp="1"/>
          </p:cNvSpPr>
          <p:nvPr/>
        </p:nvSpPr>
        <p:spPr>
          <a:xfrm xmlns:a="http://schemas.openxmlformats.org/drawingml/2006/main">
            <a:off x="457200" y="6419850"/>
            <a:ext cx="1000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Beispiele via Adapter: Contentful · Storyblok · AEM · Figma · Storybook. Produktive Übergabe projektabhängig.</a:t>
            </a:r>
          </a:p>
        </p:txBody>
      </p:sp>
    </p:spTree>
    <p:extLst>
      <p:ext uri="{BB962C8B-B14F-4D97-AF65-F5344CB8AC3E}">
        <p14:creationId xmlns:p14="http://schemas.microsoft.com/office/powerpoint/2010/main" val="1990050814"/>
      </p:ext>
    </p:extLst>
  </p:cSld>
</p:sld>
</file>

<file path=ppt/slides/slide13.xml><?xml version="1.0" encoding="utf-8"?>
<p:sld xmlns:p="http://schemas.openxmlformats.org/presentationml/2006/main">
  <p:cSld>
    <p:bg>
      <p:bgPr>
        <a:solidFill xmlns:a="http://schemas.openxmlformats.org/drawingml/2006/main">
          <a:srgbClr val="FF6A3B"/>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ff820f9b8994eda"/>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3C5D07D-7448-44D3-A650-FD0EC3B7FA97}"/>
              </a:ext>
            </a:extLst>
          </p:cNvPr>
          <p:cNvSpPr>
            <a:spLocks xmlns:a="http://schemas.openxmlformats.org/drawingml/2006/main" noGrp="1"/>
          </p:cNvSpPr>
          <p:nvPr/>
        </p:nvSpPr>
        <p:spPr>
          <a:xfrm xmlns:a="http://schemas.openxmlformats.org/drawingml/2006/main">
            <a:off x="0" y="0"/>
            <a:ext cx="4810125" cy="68580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E3B9EFA-7ED9-4A10-AD01-B1ECEA989491}"/>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BRANDION · BRAND GOVERNANCE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b9a8ca32d4a4054"/>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A896DB2-0A9B-499B-A3ED-1A048A5C9AB5}"/>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13</a:t>
            </a:r>
          </a:p>
        </p:txBody>
      </p:sp>
      <p:sp>
        <p:nvSpPr>
          <p:cNvPr id="6" name="">
            <a:extLst xmlns:a="http://schemas.openxmlformats.org/drawingml/2006/main">
              <a:ext uri="{FF2B5EF4-FFF2-40B4-BE49-F238E27FC236}">
                <a16:creationId xmlns:a16="http://schemas.microsoft.com/office/drawing/2014/main" id="{91BE72C5-7B66-433D-8E47-871599366B30}"/>
              </a:ext>
            </a:extLst>
          </p:cNvPr>
          <p:cNvSpPr>
            <a:spLocks xmlns:a="http://schemas.openxmlformats.org/drawingml/2006/main" noGrp="1"/>
          </p:cNvSpPr>
          <p:nvPr/>
        </p:nvSpPr>
        <p:spPr>
          <a:xfrm xmlns:a="http://schemas.openxmlformats.org/drawingml/2006/main">
            <a:off x="457200" y="876300"/>
            <a:ext cx="40957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601"/>
          </a:bodyPr>
          <a:lstStyle xmlns:a="http://schemas.openxmlformats.org/drawingml/2006/main"/>
          <a:p xmlns:a="http://schemas.openxmlformats.org/drawingml/2006/main">
            <a:pPr algn="l">
              <a:buNone/>
              <a:defRPr sz="2775" b="1">
                <a:solidFill>
                  <a:srgbClr val="FFFFFF"/>
                </a:solidFill>
                <a:latin typeface="Noto Sans JP"/>
                <a:ea typeface="Noto Sans JP"/>
                <a:cs typeface="Noto Sans JP"/>
              </a:defRPr>
            </a:pPr>
            <a:r>
              <a:rPr sz="2775" b="1">
                <a:solidFill>
                  <a:srgbClr val="FFFFFF"/>
                </a:solidFill>
                <a:latin typeface="Noto Sans JP"/>
                <a:ea typeface="Noto Sans JP"/>
                <a:cs typeface="Noto Sans JP"/>
              </a:rPr>
              <a:t>Marke wird anwendbar. Und überprüfbar.</a:t>
            </a:r>
          </a:p>
        </p:txBody>
      </p:sp>
      <p:sp>
        <p:nvSpPr>
          <p:cNvPr id="7" name="">
            <a:extLst xmlns:a="http://schemas.openxmlformats.org/drawingml/2006/main">
              <a:ext uri="{FF2B5EF4-FFF2-40B4-BE49-F238E27FC236}">
                <a16:creationId xmlns:a16="http://schemas.microsoft.com/office/drawing/2014/main" id="{4FE63554-A0FB-4C30-89DF-F522C0650C6E}"/>
              </a:ext>
            </a:extLst>
          </p:cNvPr>
          <p:cNvSpPr>
            <a:spLocks xmlns:a="http://schemas.openxmlformats.org/drawingml/2006/main" noGrp="1"/>
          </p:cNvSpPr>
          <p:nvPr/>
        </p:nvSpPr>
        <p:spPr>
          <a:xfrm xmlns:a="http://schemas.openxmlformats.org/drawingml/2006/main">
            <a:off x="457200" y="2038350"/>
            <a:ext cx="3886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FFFFFF"/>
                </a:solidFill>
                <a:latin typeface="Noto Sans JP Light"/>
                <a:ea typeface="Noto Sans JP Light"/>
                <a:cs typeface="Noto Sans JP Light"/>
              </a:defRPr>
            </a:pPr>
            <a:r>
              <a:rPr sz="1200" b="1">
                <a:solidFill>
                  <a:srgbClr val="FFFFFF"/>
                </a:solidFill>
                <a:latin typeface="Noto Sans JP Light"/>
                <a:ea typeface="Noto Sans JP Light"/>
                <a:cs typeface="Noto Sans JP Light"/>
              </a:rPr>
              <a:t>Brandwissen, Tokens und Guidelines stehen als gemeinsamer Kontext bereit – für digitale und druckfertige PDF-/Bild-Assets.</a:t>
            </a:r>
          </a:p>
        </p:txBody>
      </p:sp>
      <p:sp>
        <p:nvSpPr>
          <p:cNvPr id="8" name="">
            <a:extLst xmlns:a="http://schemas.openxmlformats.org/drawingml/2006/main">
              <a:ext uri="{FF2B5EF4-FFF2-40B4-BE49-F238E27FC236}">
                <a16:creationId xmlns:a16="http://schemas.microsoft.com/office/drawing/2014/main" id="{8D45FA3D-80BC-4BCB-ACC7-75E4D5863BAE}"/>
              </a:ext>
            </a:extLst>
          </p:cNvPr>
          <p:cNvSpPr>
            <a:spLocks xmlns:a="http://schemas.openxmlformats.org/drawingml/2006/main" noGrp="1"/>
          </p:cNvSpPr>
          <p:nvPr/>
        </p:nvSpPr>
        <p:spPr>
          <a:xfrm xmlns:a="http://schemas.openxmlformats.org/drawingml/2006/main">
            <a:off x="457200" y="331470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1">
                <a:solidFill>
                  <a:srgbClr val="FF6A3B"/>
                </a:solidFill>
                <a:latin typeface="IBM Plex Mono"/>
                <a:ea typeface="IBM Plex Mono"/>
                <a:cs typeface="IBM Plex Mono"/>
              </a:defRPr>
            </a:pPr>
            <a:r>
              <a:rPr sz="825" b="1">
                <a:solidFill>
                  <a:srgbClr val="FF6A3B"/>
                </a:solidFill>
                <a:latin typeface="IBM Plex Mono"/>
                <a:ea typeface="IBM Plex Mono"/>
                <a:cs typeface="IBM Plex Mono"/>
              </a:rPr>
              <a:t>01  COMPLIANCE</a:t>
            </a:r>
          </a:p>
        </p:txBody>
      </p:sp>
      <p:sp>
        <p:nvSpPr>
          <p:cNvPr id="9" name="">
            <a:extLst xmlns:a="http://schemas.openxmlformats.org/drawingml/2006/main">
              <a:ext uri="{FF2B5EF4-FFF2-40B4-BE49-F238E27FC236}">
                <a16:creationId xmlns:a16="http://schemas.microsoft.com/office/drawing/2014/main" id="{2AFE3132-5E4C-43C6-99E1-9C0FA63A0272}"/>
              </a:ext>
            </a:extLst>
          </p:cNvPr>
          <p:cNvSpPr>
            <a:spLocks xmlns:a="http://schemas.openxmlformats.org/drawingml/2006/main" noGrp="1"/>
          </p:cNvSpPr>
          <p:nvPr/>
        </p:nvSpPr>
        <p:spPr>
          <a:xfrm xmlns:a="http://schemas.openxmlformats.org/drawingml/2006/main">
            <a:off x="457200" y="363855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FFFFF"/>
                </a:solidFill>
                <a:latin typeface="Noto Sans JP"/>
                <a:ea typeface="Noto Sans JP"/>
                <a:cs typeface="Noto Sans JP"/>
              </a:defRPr>
            </a:pPr>
            <a:r>
              <a:rPr sz="1275" b="1">
                <a:solidFill>
                  <a:srgbClr val="FFFFFF"/>
                </a:solidFill>
                <a:latin typeface="Noto Sans JP"/>
                <a:ea typeface="Noto Sans JP"/>
                <a:cs typeface="Noto Sans JP"/>
              </a:rPr>
              <a:t>Farbe · Typografie · Layout</a:t>
            </a:r>
          </a:p>
          <a:p xmlns:a="http://schemas.openxmlformats.org/drawingml/2006/main">
            <a:pPr algn="l">
              <a:buNone/>
              <a:defRPr sz="1275" b="1">
                <a:solidFill>
                  <a:srgbClr val="FFFFFF"/>
                </a:solidFill>
                <a:latin typeface="Noto Sans JP"/>
                <a:ea typeface="Noto Sans JP"/>
                <a:cs typeface="Noto Sans JP"/>
              </a:defRPr>
            </a:pPr>
            <a:r>
              <a:rPr sz="1275" b="1">
                <a:solidFill>
                  <a:srgbClr val="FFFFFF"/>
                </a:solidFill>
                <a:latin typeface="Noto Sans JP"/>
                <a:ea typeface="Noto Sans JP"/>
                <a:cs typeface="Noto Sans JP"/>
              </a:rPr>
              <a:t>Sprache · Logo</a:t>
            </a:r>
          </a:p>
        </p:txBody>
      </p:sp>
      <p:sp>
        <p:nvSpPr>
          <p:cNvPr id="10" name="">
            <a:extLst xmlns:a="http://schemas.openxmlformats.org/drawingml/2006/main">
              <a:ext uri="{FF2B5EF4-FFF2-40B4-BE49-F238E27FC236}">
                <a16:creationId xmlns:a16="http://schemas.microsoft.com/office/drawing/2014/main" id="{CC142438-DAFC-4D7F-A1E4-28A43BC58B64}"/>
              </a:ext>
            </a:extLst>
          </p:cNvPr>
          <p:cNvSpPr>
            <a:spLocks xmlns:a="http://schemas.openxmlformats.org/drawingml/2006/main" noGrp="1"/>
          </p:cNvSpPr>
          <p:nvPr/>
        </p:nvSpPr>
        <p:spPr>
          <a:xfrm xmlns:a="http://schemas.openxmlformats.org/drawingml/2006/main">
            <a:off x="457200" y="4381500"/>
            <a:ext cx="3429000" cy="19050"/>
          </a:xfrm>
          <a:prstGeom xmlns:a="http://schemas.openxmlformats.org/drawingml/2006/main" prst="rect">
            <a:avLst/>
          </a:prstGeom>
          <a:solidFill xmlns:a="http://schemas.openxmlformats.org/drawingml/2006/main">
            <a:srgbClr val="686868"/>
          </a:solidFill>
          <a:ln xmlns:a="http://schemas.openxmlformats.org/drawingml/2006/main" w="0">
            <a:solidFill>
              <a:srgbClr val="686868"/>
            </a:solidFill>
            <a:prstDash val="solid"/>
          </a:ln>
        </p:spPr>
      </p:sp>
      <p:sp>
        <p:nvSpPr>
          <p:cNvPr id="11" name="">
            <a:extLst xmlns:a="http://schemas.openxmlformats.org/drawingml/2006/main">
              <a:ext uri="{FF2B5EF4-FFF2-40B4-BE49-F238E27FC236}">
                <a16:creationId xmlns:a16="http://schemas.microsoft.com/office/drawing/2014/main" id="{803CA78A-F439-4F54-80B8-2ED31565351C}"/>
              </a:ext>
            </a:extLst>
          </p:cNvPr>
          <p:cNvSpPr>
            <a:spLocks xmlns:a="http://schemas.openxmlformats.org/drawingml/2006/main" noGrp="1"/>
          </p:cNvSpPr>
          <p:nvPr/>
        </p:nvSpPr>
        <p:spPr>
          <a:xfrm xmlns:a="http://schemas.openxmlformats.org/drawingml/2006/main">
            <a:off x="457200" y="46291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1">
                <a:solidFill>
                  <a:srgbClr val="F256B6"/>
                </a:solidFill>
                <a:latin typeface="IBM Plex Mono"/>
                <a:ea typeface="IBM Plex Mono"/>
                <a:cs typeface="IBM Plex Mono"/>
              </a:defRPr>
            </a:pPr>
            <a:r>
              <a:rPr sz="825" b="1">
                <a:solidFill>
                  <a:srgbClr val="F256B6"/>
                </a:solidFill>
                <a:latin typeface="IBM Plex Mono"/>
                <a:ea typeface="IBM Plex Mono"/>
                <a:cs typeface="IBM Plex Mono"/>
              </a:rPr>
              <a:t>02  RESONANZ</a:t>
            </a:r>
          </a:p>
        </p:txBody>
      </p:sp>
      <p:sp>
        <p:nvSpPr>
          <p:cNvPr id="12" name="">
            <a:extLst xmlns:a="http://schemas.openxmlformats.org/drawingml/2006/main">
              <a:ext uri="{FF2B5EF4-FFF2-40B4-BE49-F238E27FC236}">
                <a16:creationId xmlns:a16="http://schemas.microsoft.com/office/drawing/2014/main" id="{4D643BBF-5EC2-499B-A2F2-A52FFF280B1F}"/>
              </a:ext>
            </a:extLst>
          </p:cNvPr>
          <p:cNvSpPr>
            <a:spLocks xmlns:a="http://schemas.openxmlformats.org/drawingml/2006/main" noGrp="1"/>
          </p:cNvSpPr>
          <p:nvPr/>
        </p:nvSpPr>
        <p:spPr>
          <a:xfrm xmlns:a="http://schemas.openxmlformats.org/drawingml/2006/main">
            <a:off x="457200" y="495300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FFFFF"/>
                </a:solidFill>
                <a:latin typeface="Noto Sans JP"/>
                <a:ea typeface="Noto Sans JP"/>
                <a:cs typeface="Noto Sans JP"/>
              </a:defRPr>
            </a:pPr>
            <a:r>
              <a:rPr sz="1275" b="1">
                <a:solidFill>
                  <a:srgbClr val="FFFFFF"/>
                </a:solidFill>
                <a:latin typeface="Noto Sans JP"/>
                <a:ea typeface="Noto Sans JP"/>
                <a:cs typeface="Noto Sans JP"/>
              </a:rPr>
              <a:t>Persona-Wirkung optional</a:t>
            </a:r>
          </a:p>
          <a:p xmlns:a="http://schemas.openxmlformats.org/drawingml/2006/main">
            <a:pPr algn="l">
              <a:buNone/>
              <a:defRPr sz="1275" b="1">
                <a:solidFill>
                  <a:srgbClr val="FFFFFF"/>
                </a:solidFill>
                <a:latin typeface="Noto Sans JP"/>
                <a:ea typeface="Noto Sans JP"/>
                <a:cs typeface="Noto Sans JP"/>
              </a:defRPr>
            </a:pPr>
            <a:r>
              <a:rPr sz="1275" b="1">
                <a:solidFill>
                  <a:srgbClr val="FFFFFF"/>
                </a:solidFill>
                <a:latin typeface="Noto Sans JP"/>
                <a:ea typeface="Noto Sans JP"/>
                <a:cs typeface="Noto Sans JP"/>
              </a:rPr>
              <a:t>über PLEXON + AUDION</a:t>
            </a:r>
          </a:p>
        </p:txBody>
      </p:sp>
      <p:sp>
        <p:nvSpPr>
          <p:cNvPr id="13" name="">
            <a:extLst xmlns:a="http://schemas.openxmlformats.org/drawingml/2006/main">
              <a:ext uri="{FF2B5EF4-FFF2-40B4-BE49-F238E27FC236}">
                <a16:creationId xmlns:a16="http://schemas.microsoft.com/office/drawing/2014/main" id="{9A6142B2-5D40-4F6F-AF40-361BF7E6EB4E}"/>
              </a:ext>
            </a:extLst>
          </p:cNvPr>
          <p:cNvSpPr>
            <a:spLocks xmlns:a="http://schemas.openxmlformats.org/drawingml/2006/main" noGrp="1"/>
          </p:cNvSpPr>
          <p:nvPr/>
        </p:nvSpPr>
        <p:spPr>
          <a:xfrm xmlns:a="http://schemas.openxmlformats.org/drawingml/2006/main">
            <a:off x="457200" y="5924550"/>
            <a:ext cx="3714750" cy="1905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14" name="">
            <a:extLst xmlns:a="http://schemas.openxmlformats.org/drawingml/2006/main">
              <a:ext uri="{FF2B5EF4-FFF2-40B4-BE49-F238E27FC236}">
                <a16:creationId xmlns:a16="http://schemas.microsoft.com/office/drawing/2014/main" id="{8F6D86B2-1167-48A8-B461-28524AD2EF6A}"/>
              </a:ext>
            </a:extLst>
          </p:cNvPr>
          <p:cNvSpPr>
            <a:spLocks xmlns:a="http://schemas.openxmlformats.org/drawingml/2006/main" noGrp="1"/>
          </p:cNvSpPr>
          <p:nvPr/>
        </p:nvSpPr>
        <p:spPr>
          <a:xfrm xmlns:a="http://schemas.openxmlformats.org/drawingml/2006/main">
            <a:off x="457200" y="6019800"/>
            <a:ext cx="3714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FF6A3B"/>
                </a:solidFill>
                <a:latin typeface="IBM Plex Mono"/>
                <a:ea typeface="IBM Plex Mono"/>
                <a:cs typeface="IBM Plex Mono"/>
              </a:defRPr>
            </a:pPr>
            <a:r>
              <a:rPr sz="675" b="1">
                <a:solidFill>
                  <a:srgbClr val="FF6A3B"/>
                </a:solidFill>
                <a:latin typeface="IBM Plex Mono"/>
                <a:ea typeface="IBM Plex Mono"/>
                <a:cs typeface="IBM Plex Mono"/>
              </a:rPr>
              <a:t>PRODUKTNAH</a:t>
            </a:r>
          </a:p>
        </p:txBody>
      </p:sp>
      <p:sp>
        <p:nvSpPr>
          <p:cNvPr id="15" name="">
            <a:extLst xmlns:a="http://schemas.openxmlformats.org/drawingml/2006/main">
              <a:ext uri="{FF2B5EF4-FFF2-40B4-BE49-F238E27FC236}">
                <a16:creationId xmlns:a16="http://schemas.microsoft.com/office/drawing/2014/main" id="{5C7C9E01-3011-4666-8FB9-98A9700C169D}"/>
              </a:ext>
            </a:extLst>
          </p:cNvPr>
          <p:cNvSpPr>
            <a:spLocks xmlns:a="http://schemas.openxmlformats.org/drawingml/2006/main" noGrp="1"/>
          </p:cNvSpPr>
          <p:nvPr/>
        </p:nvSpPr>
        <p:spPr>
          <a:xfrm xmlns:a="http://schemas.openxmlformats.org/drawingml/2006/main">
            <a:off x="457200" y="62103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FFFFFF"/>
                </a:solidFill>
                <a:latin typeface="Noto Sans JP Light"/>
                <a:ea typeface="Noto Sans JP Light"/>
                <a:cs typeface="Noto Sans JP Light"/>
              </a:defRPr>
            </a:pPr>
            <a:r>
              <a:rPr sz="1125" b="1">
                <a:solidFill>
                  <a:srgbClr val="FFFFFF"/>
                </a:solidFill>
                <a:latin typeface="Noto Sans JP Light"/>
                <a:ea typeface="Noto Sans JP Light"/>
                <a:cs typeface="Noto Sans JP Light"/>
              </a:rPr>
              <a:t>Pass-Rate · Issues · Regelabdeckung</a:t>
            </a:r>
          </a:p>
        </p:txBody>
      </p:sp>
    </p:spTree>
    <p:extLst>
      <p:ext uri="{BB962C8B-B14F-4D97-AF65-F5344CB8AC3E}">
        <p14:creationId xmlns:p14="http://schemas.microsoft.com/office/powerpoint/2010/main" val="18825218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306AA7D-B207-42F1-842D-2497A0815388}"/>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BRANDION · FUNKTIONEN &amp; EINSATZ</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98a91ae81e534288"/>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B57203-8C7E-4404-876F-699D9FC42138}"/>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14</a:t>
            </a:r>
          </a:p>
        </p:txBody>
      </p:sp>
      <p:sp>
        <p:nvSpPr>
          <p:cNvPr id="4" name="">
            <a:extLst xmlns:a="http://schemas.openxmlformats.org/drawingml/2006/main">
              <a:ext uri="{FF2B5EF4-FFF2-40B4-BE49-F238E27FC236}">
                <a16:creationId xmlns:a16="http://schemas.microsoft.com/office/drawing/2014/main" id="{7E2F8192-821B-49F1-8DA2-11CA2433478A}"/>
              </a:ext>
            </a:extLst>
          </p:cNvPr>
          <p:cNvSpPr>
            <a:spLocks xmlns:a="http://schemas.openxmlformats.org/drawingml/2006/main" noGrp="1"/>
          </p:cNvSpPr>
          <p:nvPr/>
        </p:nvSpPr>
        <p:spPr>
          <a:xfrm xmlns:a="http://schemas.openxmlformats.org/drawingml/2006/main">
            <a:off x="457200" y="7810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BRANDION macht Markenwissen prüfbar.</a:t>
            </a:r>
          </a:p>
        </p:txBody>
      </p:sp>
      <p:sp>
        <p:nvSpPr>
          <p:cNvPr id="5" name="">
            <a:extLst xmlns:a="http://schemas.openxmlformats.org/drawingml/2006/main">
              <a:ext uri="{FF2B5EF4-FFF2-40B4-BE49-F238E27FC236}">
                <a16:creationId xmlns:a16="http://schemas.microsoft.com/office/drawing/2014/main" id="{1F227C2B-6DCD-4AF7-8780-81F8621429C4}"/>
              </a:ext>
            </a:extLst>
          </p:cNvPr>
          <p:cNvSpPr>
            <a:spLocks xmlns:a="http://schemas.openxmlformats.org/drawingml/2006/main" noGrp="1"/>
          </p:cNvSpPr>
          <p:nvPr/>
        </p:nvSpPr>
        <p:spPr>
          <a:xfrm xmlns:a="http://schemas.openxmlformats.org/drawingml/2006/main">
            <a:off x="457200" y="14097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111111"/>
                </a:solidFill>
                <a:latin typeface="Noto Sans JP Light"/>
                <a:ea typeface="Noto Sans JP Light"/>
                <a:cs typeface="Noto Sans JP Light"/>
              </a:defRPr>
            </a:pPr>
            <a:r>
              <a:rPr sz="1200" b="1">
                <a:solidFill>
                  <a:srgbClr val="111111"/>
                </a:solidFill>
                <a:latin typeface="Noto Sans JP Light"/>
                <a:ea typeface="Noto Sans JP Light"/>
                <a:cs typeface="Noto Sans JP Light"/>
              </a:rPr>
              <a:t>CI-Wissen wird für digitale Assets, klassische Printmittel und kontextbezogene Empfehlungen nutzbar.</a:t>
            </a:r>
          </a:p>
        </p:txBody>
      </p:sp>
      <p:sp>
        <p:nvSpPr>
          <p:cNvPr id="6" name="">
            <a:extLst xmlns:a="http://schemas.openxmlformats.org/drawingml/2006/main">
              <a:ext uri="{FF2B5EF4-FFF2-40B4-BE49-F238E27FC236}">
                <a16:creationId xmlns:a16="http://schemas.microsoft.com/office/drawing/2014/main" id="{90DF43EF-78F0-4AEE-BF51-F32899BD9062}"/>
              </a:ext>
            </a:extLst>
          </p:cNvPr>
          <p:cNvSpPr>
            <a:spLocks xmlns:a="http://schemas.openxmlformats.org/drawingml/2006/main" noGrp="1"/>
          </p:cNvSpPr>
          <p:nvPr/>
        </p:nvSpPr>
        <p:spPr>
          <a:xfrm xmlns:a="http://schemas.openxmlformats.org/drawingml/2006/main">
            <a:off x="3048000" y="26670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7" name="">
            <a:extLst xmlns:a="http://schemas.openxmlformats.org/drawingml/2006/main">
              <a:ext uri="{FF2B5EF4-FFF2-40B4-BE49-F238E27FC236}">
                <a16:creationId xmlns:a16="http://schemas.microsoft.com/office/drawing/2014/main" id="{7523D72A-1D4B-476B-AF99-6F0426B52618}"/>
              </a:ext>
            </a:extLst>
          </p:cNvPr>
          <p:cNvSpPr>
            <a:spLocks xmlns:a="http://schemas.openxmlformats.org/drawingml/2006/main" noGrp="1"/>
          </p:cNvSpPr>
          <p:nvPr/>
        </p:nvSpPr>
        <p:spPr>
          <a:xfrm xmlns:a="http://schemas.openxmlformats.org/drawingml/2006/main">
            <a:off x="3048000" y="41148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8EF3C699-228A-4F4B-A237-30927237B377}"/>
              </a:ext>
            </a:extLst>
          </p:cNvPr>
          <p:cNvSpPr>
            <a:spLocks xmlns:a="http://schemas.openxmlformats.org/drawingml/2006/main" noGrp="1"/>
          </p:cNvSpPr>
          <p:nvPr/>
        </p:nvSpPr>
        <p:spPr>
          <a:xfrm xmlns:a="http://schemas.openxmlformats.org/drawingml/2006/main">
            <a:off x="3048000" y="55626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9622B2A4-E5B4-409B-B961-CE1F5EA876BF}"/>
              </a:ext>
            </a:extLst>
          </p:cNvPr>
          <p:cNvSpPr>
            <a:spLocks xmlns:a="http://schemas.openxmlformats.org/drawingml/2006/main" noGrp="1"/>
          </p:cNvSpPr>
          <p:nvPr/>
        </p:nvSpPr>
        <p:spPr>
          <a:xfrm xmlns:a="http://schemas.openxmlformats.org/drawingml/2006/main">
            <a:off x="6972300" y="26670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D2C5E58B-D495-4AA4-887D-3A19FB5858D5}"/>
              </a:ext>
            </a:extLst>
          </p:cNvPr>
          <p:cNvSpPr>
            <a:spLocks xmlns:a="http://schemas.openxmlformats.org/drawingml/2006/main" noGrp="1"/>
          </p:cNvSpPr>
          <p:nvPr/>
        </p:nvSpPr>
        <p:spPr>
          <a:xfrm xmlns:a="http://schemas.openxmlformats.org/drawingml/2006/main">
            <a:off x="6972300" y="41148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1" name="">
            <a:extLst xmlns:a="http://schemas.openxmlformats.org/drawingml/2006/main">
              <a:ext uri="{FF2B5EF4-FFF2-40B4-BE49-F238E27FC236}">
                <a16:creationId xmlns:a16="http://schemas.microsoft.com/office/drawing/2014/main" id="{F4B5D866-B5AB-4C5A-BBD8-EC7401604D32}"/>
              </a:ext>
            </a:extLst>
          </p:cNvPr>
          <p:cNvSpPr>
            <a:spLocks xmlns:a="http://schemas.openxmlformats.org/drawingml/2006/main" noGrp="1"/>
          </p:cNvSpPr>
          <p:nvPr/>
        </p:nvSpPr>
        <p:spPr>
          <a:xfrm xmlns:a="http://schemas.openxmlformats.org/drawingml/2006/main">
            <a:off x="6972300" y="55626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2" name="">
            <a:extLst xmlns:a="http://schemas.openxmlformats.org/drawingml/2006/main">
              <a:ext uri="{FF2B5EF4-FFF2-40B4-BE49-F238E27FC236}">
                <a16:creationId xmlns:a16="http://schemas.microsoft.com/office/drawing/2014/main" id="{5D264A76-21E3-4AE0-9676-EA9C8F1BD00F}"/>
              </a:ext>
            </a:extLst>
          </p:cNvPr>
          <p:cNvSpPr>
            <a:spLocks xmlns:a="http://schemas.openxmlformats.org/drawingml/2006/main" noGrp="1"/>
          </p:cNvSpPr>
          <p:nvPr/>
        </p:nvSpPr>
        <p:spPr>
          <a:xfrm xmlns:a="http://schemas.openxmlformats.org/drawingml/2006/main">
            <a:off x="5219700" y="2895600"/>
            <a:ext cx="1752600" cy="17526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4A4CCA9-D828-4C98-9CE7-8D5BAD61BD9C}"/>
              </a:ext>
            </a:extLst>
          </p:cNvPr>
          <p:cNvSpPr>
            <a:spLocks xmlns:a="http://schemas.openxmlformats.org/drawingml/2006/main" noGrp="1"/>
          </p:cNvSpPr>
          <p:nvPr/>
        </p:nvSpPr>
        <p:spPr>
          <a:xfrm xmlns:a="http://schemas.openxmlformats.org/drawingml/2006/main">
            <a:off x="5410200" y="3429000"/>
            <a:ext cx="1371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ctr">
              <a:buNone/>
              <a:defRPr sz="1875" b="1">
                <a:solidFill>
                  <a:srgbClr val="FFFFFF"/>
                </a:solidFill>
                <a:latin typeface="Noto Sans JP"/>
                <a:ea typeface="Noto Sans JP"/>
                <a:cs typeface="Noto Sans JP"/>
              </a:defRPr>
            </a:pPr>
            <a:r>
              <a:rPr sz="1875" b="1">
                <a:solidFill>
                  <a:srgbClr val="FFFFFF"/>
                </a:solidFill>
                <a:latin typeface="Noto Sans JP"/>
                <a:ea typeface="Noto Sans JP"/>
                <a:cs typeface="Noto Sans JP"/>
              </a:rPr>
              <a:t>BRANDION</a:t>
            </a:r>
          </a:p>
        </p:txBody>
      </p:sp>
      <p:sp>
        <p:nvSpPr>
          <p:cNvPr id="14" name="">
            <a:extLst xmlns:a="http://schemas.openxmlformats.org/drawingml/2006/main">
              <a:ext uri="{FF2B5EF4-FFF2-40B4-BE49-F238E27FC236}">
                <a16:creationId xmlns:a16="http://schemas.microsoft.com/office/drawing/2014/main" id="{FC435D1A-2709-4361-B517-4779431D2AB4}"/>
              </a:ext>
            </a:extLst>
          </p:cNvPr>
          <p:cNvSpPr>
            <a:spLocks xmlns:a="http://schemas.openxmlformats.org/drawingml/2006/main" noGrp="1"/>
          </p:cNvSpPr>
          <p:nvPr/>
        </p:nvSpPr>
        <p:spPr>
          <a:xfrm xmlns:a="http://schemas.openxmlformats.org/drawingml/2006/main">
            <a:off x="5429250" y="38671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API · MCP · ASSET</a:t>
            </a:r>
          </a:p>
        </p:txBody>
      </p:sp>
      <p:sp>
        <p:nvSpPr>
          <p:cNvPr id="15" name="">
            <a:extLst xmlns:a="http://schemas.openxmlformats.org/drawingml/2006/main">
              <a:ext uri="{FF2B5EF4-FFF2-40B4-BE49-F238E27FC236}">
                <a16:creationId xmlns:a16="http://schemas.microsoft.com/office/drawing/2014/main" id="{E1B70083-3D24-4736-B9E2-C54DC4C85168}"/>
              </a:ext>
            </a:extLst>
          </p:cNvPr>
          <p:cNvSpPr>
            <a:spLocks xmlns:a="http://schemas.openxmlformats.org/drawingml/2006/main" noGrp="1"/>
          </p:cNvSpPr>
          <p:nvPr/>
        </p:nvSpPr>
        <p:spPr>
          <a:xfrm xmlns:a="http://schemas.openxmlformats.org/drawingml/2006/main">
            <a:off x="6667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16" name="">
            <a:extLst xmlns:a="http://schemas.openxmlformats.org/drawingml/2006/main">
              <a:ext uri="{FF2B5EF4-FFF2-40B4-BE49-F238E27FC236}">
                <a16:creationId xmlns:a16="http://schemas.microsoft.com/office/drawing/2014/main" id="{2912B856-4B36-4CB7-AA59-0EBFAC778785}"/>
              </a:ext>
            </a:extLst>
          </p:cNvPr>
          <p:cNvSpPr>
            <a:spLocks xmlns:a="http://schemas.openxmlformats.org/drawingml/2006/main" noGrp="1"/>
          </p:cNvSpPr>
          <p:nvPr/>
        </p:nvSpPr>
        <p:spPr>
          <a:xfrm xmlns:a="http://schemas.openxmlformats.org/drawingml/2006/main">
            <a:off x="8001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BRAND KNOWLEDGE</a:t>
            </a:r>
          </a:p>
        </p:txBody>
      </p:sp>
      <p:sp>
        <p:nvSpPr>
          <p:cNvPr id="17" name="">
            <a:extLst xmlns:a="http://schemas.openxmlformats.org/drawingml/2006/main">
              <a:ext uri="{FF2B5EF4-FFF2-40B4-BE49-F238E27FC236}">
                <a16:creationId xmlns:a16="http://schemas.microsoft.com/office/drawing/2014/main" id="{06C14084-57C2-430B-ABCC-4E584F263381}"/>
              </a:ext>
            </a:extLst>
          </p:cNvPr>
          <p:cNvSpPr>
            <a:spLocks xmlns:a="http://schemas.openxmlformats.org/drawingml/2006/main" noGrp="1"/>
          </p:cNvSpPr>
          <p:nvPr/>
        </p:nvSpPr>
        <p:spPr>
          <a:xfrm xmlns:a="http://schemas.openxmlformats.org/drawingml/2006/main">
            <a:off x="8001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Regeln, Assets und Tonalität</a:t>
            </a:r>
          </a:p>
        </p:txBody>
      </p:sp>
      <p:sp>
        <p:nvSpPr>
          <p:cNvPr id="18" name="">
            <a:extLst xmlns:a="http://schemas.openxmlformats.org/drawingml/2006/main">
              <a:ext uri="{FF2B5EF4-FFF2-40B4-BE49-F238E27FC236}">
                <a16:creationId xmlns:a16="http://schemas.microsoft.com/office/drawing/2014/main" id="{AA4C994A-5E5E-40B3-BF81-8C4A7A2169F1}"/>
              </a:ext>
            </a:extLst>
          </p:cNvPr>
          <p:cNvSpPr>
            <a:spLocks xmlns:a="http://schemas.openxmlformats.org/drawingml/2006/main" noGrp="1"/>
          </p:cNvSpPr>
          <p:nvPr/>
        </p:nvSpPr>
        <p:spPr>
          <a:xfrm xmlns:a="http://schemas.openxmlformats.org/drawingml/2006/main">
            <a:off x="666750" y="3714750"/>
            <a:ext cx="2381250" cy="800100"/>
          </a:xfrm>
          <a:prstGeom xmlns:a="http://schemas.openxmlformats.org/drawingml/2006/main" prst="rect">
            <a:avLst/>
          </a:prstGeom>
          <a:solidFill xmlns:a="http://schemas.openxmlformats.org/drawingml/2006/main">
            <a:srgbClr val="FFD0C1"/>
          </a:solidFill>
          <a:ln xmlns:a="http://schemas.openxmlformats.org/drawingml/2006/main" w="0">
            <a:solidFill>
              <a:srgbClr val="FFD0C1"/>
            </a:solidFill>
            <a:prstDash val="solid"/>
          </a:ln>
        </p:spPr>
      </p:sp>
      <p:sp>
        <p:nvSpPr>
          <p:cNvPr id="19" name="">
            <a:extLst xmlns:a="http://schemas.openxmlformats.org/drawingml/2006/main">
              <a:ext uri="{FF2B5EF4-FFF2-40B4-BE49-F238E27FC236}">
                <a16:creationId xmlns:a16="http://schemas.microsoft.com/office/drawing/2014/main" id="{97A8329C-3288-4FAF-8E1C-0D8A7A840B61}"/>
              </a:ext>
            </a:extLst>
          </p:cNvPr>
          <p:cNvSpPr>
            <a:spLocks xmlns:a="http://schemas.openxmlformats.org/drawingml/2006/main" noGrp="1"/>
          </p:cNvSpPr>
          <p:nvPr/>
        </p:nvSpPr>
        <p:spPr>
          <a:xfrm xmlns:a="http://schemas.openxmlformats.org/drawingml/2006/main">
            <a:off x="8001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ASSET CHECK</a:t>
            </a:r>
          </a:p>
        </p:txBody>
      </p:sp>
      <p:sp>
        <p:nvSpPr>
          <p:cNvPr id="20" name="">
            <a:extLst xmlns:a="http://schemas.openxmlformats.org/drawingml/2006/main">
              <a:ext uri="{FF2B5EF4-FFF2-40B4-BE49-F238E27FC236}">
                <a16:creationId xmlns:a16="http://schemas.microsoft.com/office/drawing/2014/main" id="{1DEF0CF8-3E53-4E78-844B-3A9968DFFE3E}"/>
              </a:ext>
            </a:extLst>
          </p:cNvPr>
          <p:cNvSpPr>
            <a:spLocks xmlns:a="http://schemas.openxmlformats.org/drawingml/2006/main" noGrp="1"/>
          </p:cNvSpPr>
          <p:nvPr/>
        </p:nvSpPr>
        <p:spPr>
          <a:xfrm xmlns:a="http://schemas.openxmlformats.org/drawingml/2006/main">
            <a:off x="8001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Digital und Print prüfen</a:t>
            </a:r>
          </a:p>
        </p:txBody>
      </p:sp>
      <p:sp>
        <p:nvSpPr>
          <p:cNvPr id="21" name="">
            <a:extLst xmlns:a="http://schemas.openxmlformats.org/drawingml/2006/main">
              <a:ext uri="{FF2B5EF4-FFF2-40B4-BE49-F238E27FC236}">
                <a16:creationId xmlns:a16="http://schemas.microsoft.com/office/drawing/2014/main" id="{65EE329D-A7DD-4B88-B65C-B32106A3C212}"/>
              </a:ext>
            </a:extLst>
          </p:cNvPr>
          <p:cNvSpPr>
            <a:spLocks xmlns:a="http://schemas.openxmlformats.org/drawingml/2006/main" noGrp="1"/>
          </p:cNvSpPr>
          <p:nvPr/>
        </p:nvSpPr>
        <p:spPr>
          <a:xfrm xmlns:a="http://schemas.openxmlformats.org/drawingml/2006/main">
            <a:off x="666750" y="5162550"/>
            <a:ext cx="2381250" cy="800100"/>
          </a:xfrm>
          <a:prstGeom xmlns:a="http://schemas.openxmlformats.org/drawingml/2006/main" prst="rect">
            <a:avLst/>
          </a:prstGeom>
          <a:solidFill xmlns:a="http://schemas.openxmlformats.org/drawingml/2006/main">
            <a:srgbClr val="FFF8AA"/>
          </a:solidFill>
          <a:ln xmlns:a="http://schemas.openxmlformats.org/drawingml/2006/main" w="0">
            <a:solidFill>
              <a:srgbClr val="FFF8AA"/>
            </a:solidFill>
            <a:prstDash val="solid"/>
          </a:ln>
        </p:spPr>
      </p:sp>
      <p:sp>
        <p:nvSpPr>
          <p:cNvPr id="22" name="">
            <a:extLst xmlns:a="http://schemas.openxmlformats.org/drawingml/2006/main">
              <a:ext uri="{FF2B5EF4-FFF2-40B4-BE49-F238E27FC236}">
                <a16:creationId xmlns:a16="http://schemas.microsoft.com/office/drawing/2014/main" id="{CDA5212A-2621-44A0-8EEC-573D649F5B03}"/>
              </a:ext>
            </a:extLst>
          </p:cNvPr>
          <p:cNvSpPr>
            <a:spLocks xmlns:a="http://schemas.openxmlformats.org/drawingml/2006/main" noGrp="1"/>
          </p:cNvSpPr>
          <p:nvPr/>
        </p:nvSpPr>
        <p:spPr>
          <a:xfrm xmlns:a="http://schemas.openxmlformats.org/drawingml/2006/main">
            <a:off x="8001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GUIDANCE</a:t>
            </a:r>
          </a:p>
        </p:txBody>
      </p:sp>
      <p:sp>
        <p:nvSpPr>
          <p:cNvPr id="23" name="">
            <a:extLst xmlns:a="http://schemas.openxmlformats.org/drawingml/2006/main">
              <a:ext uri="{FF2B5EF4-FFF2-40B4-BE49-F238E27FC236}">
                <a16:creationId xmlns:a16="http://schemas.microsoft.com/office/drawing/2014/main" id="{661A58F6-9EE1-4FB3-8FF0-1EF24FA81E0A}"/>
              </a:ext>
            </a:extLst>
          </p:cNvPr>
          <p:cNvSpPr>
            <a:spLocks xmlns:a="http://schemas.openxmlformats.org/drawingml/2006/main" noGrp="1"/>
          </p:cNvSpPr>
          <p:nvPr/>
        </p:nvSpPr>
        <p:spPr>
          <a:xfrm xmlns:a="http://schemas.openxmlformats.org/drawingml/2006/main">
            <a:off x="8001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Abweichungen erklären und korrigieren</a:t>
            </a:r>
          </a:p>
        </p:txBody>
      </p:sp>
      <p:sp>
        <p:nvSpPr>
          <p:cNvPr id="24" name="">
            <a:extLst xmlns:a="http://schemas.openxmlformats.org/drawingml/2006/main">
              <a:ext uri="{FF2B5EF4-FFF2-40B4-BE49-F238E27FC236}">
                <a16:creationId xmlns:a16="http://schemas.microsoft.com/office/drawing/2014/main" id="{0A7506C4-6421-4EC3-AC15-AAB2B19934D9}"/>
              </a:ext>
            </a:extLst>
          </p:cNvPr>
          <p:cNvSpPr>
            <a:spLocks xmlns:a="http://schemas.openxmlformats.org/drawingml/2006/main" noGrp="1"/>
          </p:cNvSpPr>
          <p:nvPr/>
        </p:nvSpPr>
        <p:spPr>
          <a:xfrm xmlns:a="http://schemas.openxmlformats.org/drawingml/2006/main">
            <a:off x="86296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25" name="">
            <a:extLst xmlns:a="http://schemas.openxmlformats.org/drawingml/2006/main">
              <a:ext uri="{FF2B5EF4-FFF2-40B4-BE49-F238E27FC236}">
                <a16:creationId xmlns:a16="http://schemas.microsoft.com/office/drawing/2014/main" id="{E965F2BD-66F8-45E5-B348-9C879AEC2A97}"/>
              </a:ext>
            </a:extLst>
          </p:cNvPr>
          <p:cNvSpPr>
            <a:spLocks xmlns:a="http://schemas.openxmlformats.org/drawingml/2006/main" noGrp="1"/>
          </p:cNvSpPr>
          <p:nvPr/>
        </p:nvSpPr>
        <p:spPr>
          <a:xfrm xmlns:a="http://schemas.openxmlformats.org/drawingml/2006/main">
            <a:off x="87630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PRINT PREFLIGHT</a:t>
            </a:r>
          </a:p>
        </p:txBody>
      </p:sp>
      <p:sp>
        <p:nvSpPr>
          <p:cNvPr id="26" name="">
            <a:extLst xmlns:a="http://schemas.openxmlformats.org/drawingml/2006/main">
              <a:ext uri="{FF2B5EF4-FFF2-40B4-BE49-F238E27FC236}">
                <a16:creationId xmlns:a16="http://schemas.microsoft.com/office/drawing/2014/main" id="{93535A01-A02B-4B6A-9073-4C26C504A2CA}"/>
              </a:ext>
            </a:extLst>
          </p:cNvPr>
          <p:cNvSpPr>
            <a:spLocks xmlns:a="http://schemas.openxmlformats.org/drawingml/2006/main" noGrp="1"/>
          </p:cNvSpPr>
          <p:nvPr/>
        </p:nvSpPr>
        <p:spPr>
          <a:xfrm xmlns:a="http://schemas.openxmlformats.org/drawingml/2006/main">
            <a:off x="87630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PDFs und Motive vorprüfen</a:t>
            </a:r>
          </a:p>
        </p:txBody>
      </p:sp>
      <p:sp>
        <p:nvSpPr>
          <p:cNvPr id="27" name="">
            <a:extLst xmlns:a="http://schemas.openxmlformats.org/drawingml/2006/main">
              <a:ext uri="{FF2B5EF4-FFF2-40B4-BE49-F238E27FC236}">
                <a16:creationId xmlns:a16="http://schemas.microsoft.com/office/drawing/2014/main" id="{80F42F01-E838-447C-BCE9-B4E7E921484E}"/>
              </a:ext>
            </a:extLst>
          </p:cNvPr>
          <p:cNvSpPr>
            <a:spLocks xmlns:a="http://schemas.openxmlformats.org/drawingml/2006/main" noGrp="1"/>
          </p:cNvSpPr>
          <p:nvPr/>
        </p:nvSpPr>
        <p:spPr>
          <a:xfrm xmlns:a="http://schemas.openxmlformats.org/drawingml/2006/main">
            <a:off x="8629650" y="3714750"/>
            <a:ext cx="2381250" cy="80010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28" name="">
            <a:extLst xmlns:a="http://schemas.openxmlformats.org/drawingml/2006/main">
              <a:ext uri="{FF2B5EF4-FFF2-40B4-BE49-F238E27FC236}">
                <a16:creationId xmlns:a16="http://schemas.microsoft.com/office/drawing/2014/main" id="{41291871-09DC-4F50-A73F-712057FA8801}"/>
              </a:ext>
            </a:extLst>
          </p:cNvPr>
          <p:cNvSpPr>
            <a:spLocks xmlns:a="http://schemas.openxmlformats.org/drawingml/2006/main" noGrp="1"/>
          </p:cNvSpPr>
          <p:nvPr/>
        </p:nvSpPr>
        <p:spPr>
          <a:xfrm xmlns:a="http://schemas.openxmlformats.org/drawingml/2006/main">
            <a:off x="87630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CI ASSIST</a:t>
            </a:r>
          </a:p>
        </p:txBody>
      </p:sp>
      <p:sp>
        <p:nvSpPr>
          <p:cNvPr id="29" name="">
            <a:extLst xmlns:a="http://schemas.openxmlformats.org/drawingml/2006/main">
              <a:ext uri="{FF2B5EF4-FFF2-40B4-BE49-F238E27FC236}">
                <a16:creationId xmlns:a16="http://schemas.microsoft.com/office/drawing/2014/main" id="{8E44F83F-12CF-4FC6-B02F-47C8AE4B5EE2}"/>
              </a:ext>
            </a:extLst>
          </p:cNvPr>
          <p:cNvSpPr>
            <a:spLocks xmlns:a="http://schemas.openxmlformats.org/drawingml/2006/main" noGrp="1"/>
          </p:cNvSpPr>
          <p:nvPr/>
        </p:nvSpPr>
        <p:spPr>
          <a:xfrm xmlns:a="http://schemas.openxmlformats.org/drawingml/2006/main">
            <a:off x="87630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Teams im Alltag unterstützen</a:t>
            </a:r>
          </a:p>
        </p:txBody>
      </p:sp>
      <p:sp>
        <p:nvSpPr>
          <p:cNvPr id="30" name="">
            <a:extLst xmlns:a="http://schemas.openxmlformats.org/drawingml/2006/main">
              <a:ext uri="{FF2B5EF4-FFF2-40B4-BE49-F238E27FC236}">
                <a16:creationId xmlns:a16="http://schemas.microsoft.com/office/drawing/2014/main" id="{71478748-36BA-4DE0-9284-22D23298D482}"/>
              </a:ext>
            </a:extLst>
          </p:cNvPr>
          <p:cNvSpPr>
            <a:spLocks xmlns:a="http://schemas.openxmlformats.org/drawingml/2006/main" noGrp="1"/>
          </p:cNvSpPr>
          <p:nvPr/>
        </p:nvSpPr>
        <p:spPr>
          <a:xfrm xmlns:a="http://schemas.openxmlformats.org/drawingml/2006/main">
            <a:off x="8629650" y="5162550"/>
            <a:ext cx="2381250" cy="80010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31" name="">
            <a:extLst xmlns:a="http://schemas.openxmlformats.org/drawingml/2006/main">
              <a:ext uri="{FF2B5EF4-FFF2-40B4-BE49-F238E27FC236}">
                <a16:creationId xmlns:a16="http://schemas.microsoft.com/office/drawing/2014/main" id="{0EF56151-888B-4D72-B780-048F481FD74A}"/>
              </a:ext>
            </a:extLst>
          </p:cNvPr>
          <p:cNvSpPr>
            <a:spLocks xmlns:a="http://schemas.openxmlformats.org/drawingml/2006/main" noGrp="1"/>
          </p:cNvSpPr>
          <p:nvPr/>
        </p:nvSpPr>
        <p:spPr>
          <a:xfrm xmlns:a="http://schemas.openxmlformats.org/drawingml/2006/main">
            <a:off x="87630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PERSONA RESONANCE</a:t>
            </a:r>
          </a:p>
        </p:txBody>
      </p:sp>
      <p:sp>
        <p:nvSpPr>
          <p:cNvPr id="32" name="">
            <a:extLst xmlns:a="http://schemas.openxmlformats.org/drawingml/2006/main">
              <a:ext uri="{FF2B5EF4-FFF2-40B4-BE49-F238E27FC236}">
                <a16:creationId xmlns:a16="http://schemas.microsoft.com/office/drawing/2014/main" id="{E7EE31D7-5985-4D32-99D1-CF2F2A199969}"/>
              </a:ext>
            </a:extLst>
          </p:cNvPr>
          <p:cNvSpPr>
            <a:spLocks xmlns:a="http://schemas.openxmlformats.org/drawingml/2006/main" noGrp="1"/>
          </p:cNvSpPr>
          <p:nvPr/>
        </p:nvSpPr>
        <p:spPr>
          <a:xfrm xmlns:a="http://schemas.openxmlformats.org/drawingml/2006/main">
            <a:off x="87630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Farb- und Stilwirkung spiegeln</a:t>
            </a:r>
          </a:p>
        </p:txBody>
      </p:sp>
      <p:sp>
        <p:nvSpPr>
          <p:cNvPr id="33" name="">
            <a:extLst xmlns:a="http://schemas.openxmlformats.org/drawingml/2006/main">
              <a:ext uri="{FF2B5EF4-FFF2-40B4-BE49-F238E27FC236}">
                <a16:creationId xmlns:a16="http://schemas.microsoft.com/office/drawing/2014/main" id="{57A32362-492C-40BA-9407-576E60F98CDC}"/>
              </a:ext>
            </a:extLst>
          </p:cNvPr>
          <p:cNvSpPr>
            <a:spLocks xmlns:a="http://schemas.openxmlformats.org/drawingml/2006/main" noGrp="1"/>
          </p:cNvSpPr>
          <p:nvPr/>
        </p:nvSpPr>
        <p:spPr>
          <a:xfrm xmlns:a="http://schemas.openxmlformats.org/drawingml/2006/main">
            <a:off x="4857750" y="21526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SCHNITTSTELLEN</a:t>
            </a:r>
          </a:p>
        </p:txBody>
      </p:sp>
      <p:sp>
        <p:nvSpPr>
          <p:cNvPr id="34" name="">
            <a:extLst xmlns:a="http://schemas.openxmlformats.org/drawingml/2006/main">
              <a:ext uri="{FF2B5EF4-FFF2-40B4-BE49-F238E27FC236}">
                <a16:creationId xmlns:a16="http://schemas.microsoft.com/office/drawing/2014/main" id="{A58EDD4C-09EE-40F5-AD30-2FBB93EFD2FA}"/>
              </a:ext>
            </a:extLst>
          </p:cNvPr>
          <p:cNvSpPr>
            <a:spLocks xmlns:a="http://schemas.openxmlformats.org/drawingml/2006/main" noGrp="1"/>
          </p:cNvSpPr>
          <p:nvPr/>
        </p:nvSpPr>
        <p:spPr>
          <a:xfrm xmlns:a="http://schemas.openxmlformats.org/drawingml/2006/main">
            <a:off x="4171950" y="4953000"/>
            <a:ext cx="3848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00CA55"/>
                </a:solidFill>
                <a:latin typeface="IBM Plex Mono"/>
                <a:ea typeface="IBM Plex Mono"/>
                <a:cs typeface="IBM Plex Mono"/>
              </a:defRPr>
            </a:pPr>
            <a:r>
              <a:rPr sz="750" b="1">
                <a:solidFill>
                  <a:srgbClr val="00CA55"/>
                </a:solidFill>
                <a:latin typeface="IBM Plex Mono"/>
                <a:ea typeface="IBM Plex Mono"/>
                <a:cs typeface="IBM Plex Mono"/>
              </a:rPr>
              <a:t>DAM · BRAND PORTAL · PDF · IMAGE</a:t>
            </a:r>
          </a:p>
        </p:txBody>
      </p:sp>
      <p:sp>
        <p:nvSpPr>
          <p:cNvPr id="35" name="">
            <a:extLst xmlns:a="http://schemas.openxmlformats.org/drawingml/2006/main">
              <a:ext uri="{FF2B5EF4-FFF2-40B4-BE49-F238E27FC236}">
                <a16:creationId xmlns:a16="http://schemas.microsoft.com/office/drawing/2014/main" id="{9DAA6830-8D0C-4564-A935-9C1A72C308F7}"/>
              </a:ext>
            </a:extLst>
          </p:cNvPr>
          <p:cNvSpPr>
            <a:spLocks xmlns:a="http://schemas.openxmlformats.org/drawingml/2006/main" noGrp="1"/>
          </p:cNvSpPr>
          <p:nvPr/>
        </p:nvSpPr>
        <p:spPr>
          <a:xfrm xmlns:a="http://schemas.openxmlformats.org/drawingml/2006/main">
            <a:off x="457200" y="6419850"/>
            <a:ext cx="1000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Beispiele via Adapter: Frontify · Bynder · DAM · SharePoint. Compliance und Persona-Resonanz bleiben getrennte Prüfdimensionen.</a:t>
            </a:r>
          </a:p>
        </p:txBody>
      </p:sp>
    </p:spTree>
    <p:extLst>
      <p:ext uri="{BB962C8B-B14F-4D97-AF65-F5344CB8AC3E}">
        <p14:creationId xmlns:p14="http://schemas.microsoft.com/office/powerpoint/2010/main" val="1990050814"/>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05D1399-4944-48B8-8D30-17B4D1DA42FE}"/>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CHECKION · CONTINUOUS QUALITY</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230bb45e14d4e16"/>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0194CA4-FAD9-45EB-AD4F-DC2A684A9931}"/>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15</a:t>
            </a:r>
          </a:p>
        </p:txBody>
      </p:sp>
      <p:sp>
        <p:nvSpPr>
          <p:cNvPr id="4" name="">
            <a:extLst xmlns:a="http://schemas.openxmlformats.org/drawingml/2006/main">
              <a:ext uri="{FF2B5EF4-FFF2-40B4-BE49-F238E27FC236}">
                <a16:creationId xmlns:a16="http://schemas.microsoft.com/office/drawing/2014/main" id="{390865E2-0E82-4640-A4E9-3F83012DBF5E}"/>
              </a:ext>
            </a:extLst>
          </p:cNvPr>
          <p:cNvSpPr>
            <a:spLocks xmlns:a="http://schemas.openxmlformats.org/drawingml/2006/main" noGrp="1"/>
          </p:cNvSpPr>
          <p:nvPr/>
        </p:nvSpPr>
        <p:spPr>
          <a:xfrm xmlns:a="http://schemas.openxmlformats.org/drawingml/2006/main">
            <a:off x="457200" y="8001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749"/>
          </a:bodyPr>
          <a:lstStyle xmlns:a="http://schemas.openxmlformats.org/drawingml/2006/main"/>
          <a:p xmlns:a="http://schemas.openxmlformats.org/drawingml/2006/main">
            <a:pPr algn="l">
              <a:buNone/>
              <a:defRPr sz="2850" b="1">
                <a:solidFill>
                  <a:srgbClr val="FFFFFF"/>
                </a:solidFill>
                <a:latin typeface="Noto Sans JP"/>
                <a:ea typeface="Noto Sans JP"/>
                <a:cs typeface="Noto Sans JP"/>
              </a:defRPr>
            </a:pPr>
            <a:r>
              <a:rPr sz="2850" b="1">
                <a:solidFill>
                  <a:srgbClr val="FFFFFF"/>
                </a:solidFill>
                <a:latin typeface="Noto Sans JP"/>
                <a:ea typeface="Noto Sans JP"/>
                <a:cs typeface="Noto Sans JP"/>
              </a:rPr>
              <a:t>Qualität endet nicht beim Launch.</a:t>
            </a:r>
          </a:p>
        </p:txBody>
      </p:sp>
      <p:sp>
        <p:nvSpPr>
          <p:cNvPr id="5" name="">
            <a:extLst xmlns:a="http://schemas.openxmlformats.org/drawingml/2006/main">
              <a:ext uri="{FF2B5EF4-FFF2-40B4-BE49-F238E27FC236}">
                <a16:creationId xmlns:a16="http://schemas.microsoft.com/office/drawing/2014/main" id="{F85E8BA4-A556-4F1F-97C6-DAA6A8F68F8D}"/>
              </a:ext>
            </a:extLst>
          </p:cNvPr>
          <p:cNvSpPr>
            <a:spLocks xmlns:a="http://schemas.openxmlformats.org/drawingml/2006/main" noGrp="1"/>
          </p:cNvSpPr>
          <p:nvPr/>
        </p:nvSpPr>
        <p:spPr>
          <a:xfrm xmlns:a="http://schemas.openxmlformats.org/drawingml/2006/main">
            <a:off x="457200" y="1447800"/>
            <a:ext cx="4191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FFFFFF"/>
                </a:solidFill>
                <a:latin typeface="Noto Sans JP Light"/>
                <a:ea typeface="Noto Sans JP Light"/>
                <a:cs typeface="Noto Sans JP Light"/>
              </a:defRPr>
            </a:pPr>
            <a:r>
              <a:rPr sz="1200" b="1">
                <a:solidFill>
                  <a:srgbClr val="FFFFFF"/>
                </a:solidFill>
                <a:latin typeface="Noto Sans JP Light"/>
                <a:ea typeface="Noto Sans JP Light"/>
                <a:cs typeface="Noto Sans JP Light"/>
              </a:rPr>
              <a:t>CHECKION macht Website-Qualität wiederholbar messbar – vor dem Release, im Re-Run und über ganze Portfolios.</a:t>
            </a:r>
          </a:p>
        </p:txBody>
      </p:sp>
      <p:sp>
        <p:nvSpPr>
          <p:cNvPr id="6" name="">
            <a:extLst xmlns:a="http://schemas.openxmlformats.org/drawingml/2006/main">
              <a:ext uri="{FF2B5EF4-FFF2-40B4-BE49-F238E27FC236}">
                <a16:creationId xmlns:a16="http://schemas.microsoft.com/office/drawing/2014/main" id="{5D95B3C7-9799-4A20-A51D-408FCD9D6AB5}"/>
              </a:ext>
            </a:extLst>
          </p:cNvPr>
          <p:cNvSpPr>
            <a:spLocks xmlns:a="http://schemas.openxmlformats.org/drawingml/2006/main" noGrp="1"/>
          </p:cNvSpPr>
          <p:nvPr/>
        </p:nvSpPr>
        <p:spPr>
          <a:xfrm xmlns:a="http://schemas.openxmlformats.org/drawingml/2006/main">
            <a:off x="457200" y="2590800"/>
            <a:ext cx="266700" cy="3810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7" name="">
            <a:extLst xmlns:a="http://schemas.openxmlformats.org/drawingml/2006/main">
              <a:ext uri="{FF2B5EF4-FFF2-40B4-BE49-F238E27FC236}">
                <a16:creationId xmlns:a16="http://schemas.microsoft.com/office/drawing/2014/main" id="{74C79382-F9DD-4ACC-8E76-A93E8B7F419D}"/>
              </a:ext>
            </a:extLst>
          </p:cNvPr>
          <p:cNvSpPr>
            <a:spLocks xmlns:a="http://schemas.openxmlformats.org/drawingml/2006/main" noGrp="1"/>
          </p:cNvSpPr>
          <p:nvPr/>
        </p:nvSpPr>
        <p:spPr>
          <a:xfrm xmlns:a="http://schemas.openxmlformats.org/drawingml/2006/main">
            <a:off x="819150" y="24765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SEO</a:t>
            </a:r>
          </a:p>
        </p:txBody>
      </p:sp>
      <p:sp>
        <p:nvSpPr>
          <p:cNvPr id="8" name="">
            <a:extLst xmlns:a="http://schemas.openxmlformats.org/drawingml/2006/main">
              <a:ext uri="{FF2B5EF4-FFF2-40B4-BE49-F238E27FC236}">
                <a16:creationId xmlns:a16="http://schemas.microsoft.com/office/drawing/2014/main" id="{0869CB1F-9800-4CE3-A063-4A9BD5E1206A}"/>
              </a:ext>
            </a:extLst>
          </p:cNvPr>
          <p:cNvSpPr>
            <a:spLocks xmlns:a="http://schemas.openxmlformats.org/drawingml/2006/main" noGrp="1"/>
          </p:cNvSpPr>
          <p:nvPr/>
        </p:nvSpPr>
        <p:spPr>
          <a:xfrm xmlns:a="http://schemas.openxmlformats.org/drawingml/2006/main">
            <a:off x="2219325" y="2590800"/>
            <a:ext cx="266700" cy="3810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9" name="">
            <a:extLst xmlns:a="http://schemas.openxmlformats.org/drawingml/2006/main">
              <a:ext uri="{FF2B5EF4-FFF2-40B4-BE49-F238E27FC236}">
                <a16:creationId xmlns:a16="http://schemas.microsoft.com/office/drawing/2014/main" id="{96CD7EFA-B6A8-4ADB-9B65-0D8D7488ABFC}"/>
              </a:ext>
            </a:extLst>
          </p:cNvPr>
          <p:cNvSpPr>
            <a:spLocks xmlns:a="http://schemas.openxmlformats.org/drawingml/2006/main" noGrp="1"/>
          </p:cNvSpPr>
          <p:nvPr/>
        </p:nvSpPr>
        <p:spPr>
          <a:xfrm xmlns:a="http://schemas.openxmlformats.org/drawingml/2006/main">
            <a:off x="2581275" y="24765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GEO</a:t>
            </a:r>
          </a:p>
        </p:txBody>
      </p:sp>
      <p:sp>
        <p:nvSpPr>
          <p:cNvPr id="10" name="">
            <a:extLst xmlns:a="http://schemas.openxmlformats.org/drawingml/2006/main">
              <a:ext uri="{FF2B5EF4-FFF2-40B4-BE49-F238E27FC236}">
                <a16:creationId xmlns:a16="http://schemas.microsoft.com/office/drawing/2014/main" id="{74253E43-DAE8-4746-BBE9-6FBFCEF1449D}"/>
              </a:ext>
            </a:extLst>
          </p:cNvPr>
          <p:cNvSpPr>
            <a:spLocks xmlns:a="http://schemas.openxmlformats.org/drawingml/2006/main" noGrp="1"/>
          </p:cNvSpPr>
          <p:nvPr/>
        </p:nvSpPr>
        <p:spPr>
          <a:xfrm xmlns:a="http://schemas.openxmlformats.org/drawingml/2006/main">
            <a:off x="457200" y="3143250"/>
            <a:ext cx="266700" cy="3810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11" name="">
            <a:extLst xmlns:a="http://schemas.openxmlformats.org/drawingml/2006/main">
              <a:ext uri="{FF2B5EF4-FFF2-40B4-BE49-F238E27FC236}">
                <a16:creationId xmlns:a16="http://schemas.microsoft.com/office/drawing/2014/main" id="{0106F634-0B35-4FC7-ADF5-A8E81A2BA239}"/>
              </a:ext>
            </a:extLst>
          </p:cNvPr>
          <p:cNvSpPr>
            <a:spLocks xmlns:a="http://schemas.openxmlformats.org/drawingml/2006/main" noGrp="1"/>
          </p:cNvSpPr>
          <p:nvPr/>
        </p:nvSpPr>
        <p:spPr>
          <a:xfrm xmlns:a="http://schemas.openxmlformats.org/drawingml/2006/main">
            <a:off x="819150" y="30289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CONTENT</a:t>
            </a:r>
          </a:p>
        </p:txBody>
      </p:sp>
      <p:sp>
        <p:nvSpPr>
          <p:cNvPr id="12" name="">
            <a:extLst xmlns:a="http://schemas.openxmlformats.org/drawingml/2006/main">
              <a:ext uri="{FF2B5EF4-FFF2-40B4-BE49-F238E27FC236}">
                <a16:creationId xmlns:a16="http://schemas.microsoft.com/office/drawing/2014/main" id="{7C0C3AC2-1367-4121-930F-7F02E91D7805}"/>
              </a:ext>
            </a:extLst>
          </p:cNvPr>
          <p:cNvSpPr>
            <a:spLocks xmlns:a="http://schemas.openxmlformats.org/drawingml/2006/main" noGrp="1"/>
          </p:cNvSpPr>
          <p:nvPr/>
        </p:nvSpPr>
        <p:spPr>
          <a:xfrm xmlns:a="http://schemas.openxmlformats.org/drawingml/2006/main">
            <a:off x="2219325" y="3143250"/>
            <a:ext cx="266700" cy="3810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13" name="">
            <a:extLst xmlns:a="http://schemas.openxmlformats.org/drawingml/2006/main">
              <a:ext uri="{FF2B5EF4-FFF2-40B4-BE49-F238E27FC236}">
                <a16:creationId xmlns:a16="http://schemas.microsoft.com/office/drawing/2014/main" id="{DFE9B3AF-959A-4651-A3FD-8EB391D48B19}"/>
              </a:ext>
            </a:extLst>
          </p:cNvPr>
          <p:cNvSpPr>
            <a:spLocks xmlns:a="http://schemas.openxmlformats.org/drawingml/2006/main" noGrp="1"/>
          </p:cNvSpPr>
          <p:nvPr/>
        </p:nvSpPr>
        <p:spPr>
          <a:xfrm xmlns:a="http://schemas.openxmlformats.org/drawingml/2006/main">
            <a:off x="2581275" y="30289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ACCESSIBILITY</a:t>
            </a:r>
          </a:p>
        </p:txBody>
      </p:sp>
      <p:sp>
        <p:nvSpPr>
          <p:cNvPr id="14" name="">
            <a:extLst xmlns:a="http://schemas.openxmlformats.org/drawingml/2006/main">
              <a:ext uri="{FF2B5EF4-FFF2-40B4-BE49-F238E27FC236}">
                <a16:creationId xmlns:a16="http://schemas.microsoft.com/office/drawing/2014/main" id="{4990C6E8-90F7-48C8-AA9E-D02EBC2B8FE7}"/>
              </a:ext>
            </a:extLst>
          </p:cNvPr>
          <p:cNvSpPr>
            <a:spLocks xmlns:a="http://schemas.openxmlformats.org/drawingml/2006/main" noGrp="1"/>
          </p:cNvSpPr>
          <p:nvPr/>
        </p:nvSpPr>
        <p:spPr>
          <a:xfrm xmlns:a="http://schemas.openxmlformats.org/drawingml/2006/main">
            <a:off x="457200" y="3695700"/>
            <a:ext cx="266700" cy="381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96BC98D5-D19D-4F24-B1FD-02F22A32666C}"/>
              </a:ext>
            </a:extLst>
          </p:cNvPr>
          <p:cNvSpPr>
            <a:spLocks xmlns:a="http://schemas.openxmlformats.org/drawingml/2006/main" noGrp="1"/>
          </p:cNvSpPr>
          <p:nvPr/>
        </p:nvSpPr>
        <p:spPr>
          <a:xfrm xmlns:a="http://schemas.openxmlformats.org/drawingml/2006/main">
            <a:off x="819150" y="35814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PERFORMANCE</a:t>
            </a:r>
          </a:p>
        </p:txBody>
      </p:sp>
      <p:sp>
        <p:nvSpPr>
          <p:cNvPr id="16" name="">
            <a:extLst xmlns:a="http://schemas.openxmlformats.org/drawingml/2006/main">
              <a:ext uri="{FF2B5EF4-FFF2-40B4-BE49-F238E27FC236}">
                <a16:creationId xmlns:a16="http://schemas.microsoft.com/office/drawing/2014/main" id="{69FB5772-4076-4FB6-99AA-040783DF2BBC}"/>
              </a:ext>
            </a:extLst>
          </p:cNvPr>
          <p:cNvSpPr>
            <a:spLocks xmlns:a="http://schemas.openxmlformats.org/drawingml/2006/main" noGrp="1"/>
          </p:cNvSpPr>
          <p:nvPr/>
        </p:nvSpPr>
        <p:spPr>
          <a:xfrm xmlns:a="http://schemas.openxmlformats.org/drawingml/2006/main">
            <a:off x="2219325" y="3695700"/>
            <a:ext cx="266700" cy="38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17" name="">
            <a:extLst xmlns:a="http://schemas.openxmlformats.org/drawingml/2006/main">
              <a:ext uri="{FF2B5EF4-FFF2-40B4-BE49-F238E27FC236}">
                <a16:creationId xmlns:a16="http://schemas.microsoft.com/office/drawing/2014/main" id="{BDA7A231-0E97-4DB6-AE55-C863651BA89B}"/>
              </a:ext>
            </a:extLst>
          </p:cNvPr>
          <p:cNvSpPr>
            <a:spLocks xmlns:a="http://schemas.openxmlformats.org/drawingml/2006/main" noGrp="1"/>
          </p:cNvSpPr>
          <p:nvPr/>
        </p:nvSpPr>
        <p:spPr>
          <a:xfrm xmlns:a="http://schemas.openxmlformats.org/drawingml/2006/main">
            <a:off x="2581275" y="35814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TECHNIK</a:t>
            </a:r>
          </a:p>
        </p:txBody>
      </p:sp>
      <p:sp>
        <p:nvSpPr>
          <p:cNvPr id="18" name="">
            <a:extLst xmlns:a="http://schemas.openxmlformats.org/drawingml/2006/main">
              <a:ext uri="{FF2B5EF4-FFF2-40B4-BE49-F238E27FC236}">
                <a16:creationId xmlns:a16="http://schemas.microsoft.com/office/drawing/2014/main" id="{969B0C26-AA66-459E-AC03-6687A14037E4}"/>
              </a:ext>
            </a:extLst>
          </p:cNvPr>
          <p:cNvSpPr>
            <a:spLocks xmlns:a="http://schemas.openxmlformats.org/drawingml/2006/main" noGrp="1"/>
          </p:cNvSpPr>
          <p:nvPr/>
        </p:nvSpPr>
        <p:spPr>
          <a:xfrm xmlns:a="http://schemas.openxmlformats.org/drawingml/2006/main">
            <a:off x="5219700" y="1104900"/>
            <a:ext cx="6134100" cy="3390900"/>
          </a:xfrm>
          <a:prstGeom xmlns:a="http://schemas.openxmlformats.org/drawingml/2006/main" prst="rect">
            <a:avLst/>
          </a:prstGeom>
          <a:solidFill xmlns:a="http://schemas.openxmlformats.org/drawingml/2006/main">
            <a:srgbClr val="FFFFFF"/>
          </a:solidFill>
          <a:ln xmlns:a="http://schemas.openxmlformats.org/drawingml/2006/main" w="19050">
            <a:solidFill>
              <a:srgbClr val="FFFFFF"/>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29195e1698a84720"/>
          <a:srcRect xmlns:a="http://schemas.openxmlformats.org/drawingml/2006/main" l="0" t="1197" r="0" b="1197"/>
          <a:stretch xmlns:a="http://schemas.openxmlformats.org/drawingml/2006/main">
            <a:fillRect l="0" t="0" r="0" b="0"/>
          </a:stretch>
        </p:blipFill>
        <p:spPr>
          <a:xfrm xmlns:a="http://schemas.openxmlformats.org/drawingml/2006/main">
            <a:off x="5314950" y="1200150"/>
            <a:ext cx="5943600" cy="32004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5B20541E-0670-4756-9BF7-D488676C28E4}"/>
              </a:ext>
            </a:extLst>
          </p:cNvPr>
          <p:cNvSpPr>
            <a:spLocks xmlns:a="http://schemas.openxmlformats.org/drawingml/2006/main" noGrp="1"/>
          </p:cNvSpPr>
          <p:nvPr/>
        </p:nvSpPr>
        <p:spPr>
          <a:xfrm xmlns:a="http://schemas.openxmlformats.org/drawingml/2006/main">
            <a:off x="6858000" y="4000500"/>
            <a:ext cx="42672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FFFFFF"/>
            </a:solidFill>
            <a:prstDash val="solid"/>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71a8c25336654ca8"/>
          <a:srcRect xmlns:a="http://schemas.openxmlformats.org/drawingml/2006/main" l="0" t="7647" r="0" b="7647"/>
          <a:stretch xmlns:a="http://schemas.openxmlformats.org/drawingml/2006/main">
            <a:fillRect l="0" t="0" r="0" b="0"/>
          </a:stretch>
        </p:blipFill>
        <p:spPr>
          <a:xfrm xmlns:a="http://schemas.openxmlformats.org/drawingml/2006/main">
            <a:off x="6953250" y="4095750"/>
            <a:ext cx="4076700" cy="19050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53699A13-B52F-4E05-AC0F-4634775E823B}"/>
              </a:ext>
            </a:extLst>
          </p:cNvPr>
          <p:cNvSpPr>
            <a:spLocks xmlns:a="http://schemas.openxmlformats.org/drawingml/2006/main" noGrp="1"/>
          </p:cNvSpPr>
          <p:nvPr/>
        </p:nvSpPr>
        <p:spPr>
          <a:xfrm xmlns:a="http://schemas.openxmlformats.org/drawingml/2006/main">
            <a:off x="4762500" y="4343400"/>
            <a:ext cx="2990850" cy="1657350"/>
          </a:xfrm>
          <a:prstGeom xmlns:a="http://schemas.openxmlformats.org/drawingml/2006/main" prst="rect">
            <a:avLst/>
          </a:prstGeom>
          <a:solidFill xmlns:a="http://schemas.openxmlformats.org/drawingml/2006/main">
            <a:srgbClr val="FFFFFF"/>
          </a:solidFill>
          <a:ln xmlns:a="http://schemas.openxmlformats.org/drawingml/2006/main" w="19050">
            <a:solidFill>
              <a:srgbClr val="FFFFFF"/>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1bff7959582a4a80"/>
          <a:srcRect xmlns:a="http://schemas.openxmlformats.org/drawingml/2006/main" l="0" t="2525" r="0" b="2525"/>
          <a:stretch xmlns:a="http://schemas.openxmlformats.org/drawingml/2006/main">
            <a:fillRect l="0" t="0" r="0" b="0"/>
          </a:stretch>
        </p:blipFill>
        <p:spPr>
          <a:xfrm xmlns:a="http://schemas.openxmlformats.org/drawingml/2006/main">
            <a:off x="4857750" y="4438650"/>
            <a:ext cx="2800350" cy="14668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ADC92E78-ED26-4617-8E07-D3D3E9EC2464}"/>
              </a:ext>
            </a:extLst>
          </p:cNvPr>
          <p:cNvSpPr>
            <a:spLocks xmlns:a="http://schemas.openxmlformats.org/drawingml/2006/main" noGrp="1"/>
          </p:cNvSpPr>
          <p:nvPr/>
        </p:nvSpPr>
        <p:spPr>
          <a:xfrm xmlns:a="http://schemas.openxmlformats.org/drawingml/2006/main">
            <a:off x="457200" y="4762500"/>
            <a:ext cx="3829050" cy="1181100"/>
          </a:xfrm>
          <a:prstGeom xmlns:a="http://schemas.openxmlformats.org/drawingml/2006/main" prst="rect">
            <a:avLst/>
          </a:prstGeom>
          <a:solidFill xmlns:a="http://schemas.openxmlformats.org/drawingml/2006/main">
            <a:srgbClr val="111111"/>
          </a:solidFill>
          <a:ln xmlns:a="http://schemas.openxmlformats.org/drawingml/2006/main" w="9525">
            <a:solidFill>
              <a:srgbClr val="686868"/>
            </a:solidFill>
            <a:prstDash val="solid"/>
          </a:ln>
        </p:spPr>
      </p:sp>
      <p:sp>
        <p:nvSpPr>
          <p:cNvPr id="25" name="">
            <a:extLst xmlns:a="http://schemas.openxmlformats.org/drawingml/2006/main">
              <a:ext uri="{FF2B5EF4-FFF2-40B4-BE49-F238E27FC236}">
                <a16:creationId xmlns:a16="http://schemas.microsoft.com/office/drawing/2014/main" id="{31B5E0A5-4F8B-4F47-A983-2287BD57FB8C}"/>
              </a:ext>
            </a:extLst>
          </p:cNvPr>
          <p:cNvSpPr>
            <a:spLocks xmlns:a="http://schemas.openxmlformats.org/drawingml/2006/main" noGrp="1"/>
          </p:cNvSpPr>
          <p:nvPr/>
        </p:nvSpPr>
        <p:spPr>
          <a:xfrm xmlns:a="http://schemas.openxmlformats.org/drawingml/2006/main">
            <a:off x="628650" y="4953000"/>
            <a:ext cx="3486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l">
              <a:buNone/>
              <a:defRPr sz="750" b="1">
                <a:solidFill>
                  <a:srgbClr val="FF6A3B"/>
                </a:solidFill>
                <a:latin typeface="IBM Plex Mono"/>
                <a:ea typeface="IBM Plex Mono"/>
                <a:cs typeface="IBM Plex Mono"/>
              </a:defRPr>
            </a:pPr>
            <a:r>
              <a:rPr sz="750" b="1">
                <a:solidFill>
                  <a:srgbClr val="FF6A3B"/>
                </a:solidFill>
                <a:latin typeface="IBM Plex Mono"/>
                <a:ea typeface="IBM Plex Mono"/>
                <a:cs typeface="IBM Plex Mono"/>
              </a:rPr>
              <a:t>RELEASE GATE  ·  RE-RUN  ·  PORTFOLIO</a:t>
            </a:r>
          </a:p>
        </p:txBody>
      </p:sp>
      <p:sp>
        <p:nvSpPr>
          <p:cNvPr id="26" name="">
            <a:extLst xmlns:a="http://schemas.openxmlformats.org/drawingml/2006/main">
              <a:ext uri="{FF2B5EF4-FFF2-40B4-BE49-F238E27FC236}">
                <a16:creationId xmlns:a16="http://schemas.microsoft.com/office/drawing/2014/main" id="{AFA687F1-794D-40DA-8776-EC7119EA8289}"/>
              </a:ext>
            </a:extLst>
          </p:cNvPr>
          <p:cNvSpPr>
            <a:spLocks xmlns:a="http://schemas.openxmlformats.org/drawingml/2006/main" noGrp="1"/>
          </p:cNvSpPr>
          <p:nvPr/>
        </p:nvSpPr>
        <p:spPr>
          <a:xfrm xmlns:a="http://schemas.openxmlformats.org/drawingml/2006/main">
            <a:off x="628650" y="52959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FFFFFF"/>
                </a:solidFill>
                <a:latin typeface="Noto Sans JP Light"/>
                <a:ea typeface="Noto Sans JP Light"/>
                <a:cs typeface="Noto Sans JP Light"/>
              </a:defRPr>
            </a:pPr>
            <a:r>
              <a:rPr sz="975" b="1">
                <a:solidFill>
                  <a:srgbClr val="FFFFFF"/>
                </a:solidFill>
                <a:latin typeface="Noto Sans JP Light"/>
                <a:ea typeface="Noto Sans JP Light"/>
                <a:cs typeface="Noto Sans JP Light"/>
              </a:rPr>
              <a:t>Zeitsteuerung über PLEXON oder externe Trigger konfigurierbar. Native Pläne: Roadmap.</a:t>
            </a:r>
          </a:p>
        </p:txBody>
      </p:sp>
      <p:sp>
        <p:nvSpPr>
          <p:cNvPr id="27" name="">
            <a:extLst xmlns:a="http://schemas.openxmlformats.org/drawingml/2006/main">
              <a:ext uri="{FF2B5EF4-FFF2-40B4-BE49-F238E27FC236}">
                <a16:creationId xmlns:a16="http://schemas.microsoft.com/office/drawing/2014/main" id="{ED66A61A-BC93-43E0-A3AB-24166DCE7CB5}"/>
              </a:ext>
            </a:extLst>
          </p:cNvPr>
          <p:cNvSpPr>
            <a:spLocks xmlns:a="http://schemas.openxmlformats.org/drawingml/2006/main" noGrp="1"/>
          </p:cNvSpPr>
          <p:nvPr/>
        </p:nvSpPr>
        <p:spPr>
          <a:xfrm xmlns:a="http://schemas.openxmlformats.org/drawingml/2006/main">
            <a:off x="457200" y="6267450"/>
            <a:ext cx="838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Produkt: Issues · Coverage · Pass-Rate     Pilot: Lösungszeit · Regressionen</a:t>
            </a:r>
          </a:p>
        </p:txBody>
      </p:sp>
    </p:spTree>
    <p:extLst>
      <p:ext uri="{BB962C8B-B14F-4D97-AF65-F5344CB8AC3E}">
        <p14:creationId xmlns:p14="http://schemas.microsoft.com/office/powerpoint/2010/main" val="20384075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306AA7D-B207-42F1-842D-2497A0815388}"/>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CHECKION · FUNKTIONEN &amp; EINSATZ</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0938eb47c244903"/>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B57203-8C7E-4404-876F-699D9FC42138}"/>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16</a:t>
            </a:r>
          </a:p>
        </p:txBody>
      </p:sp>
      <p:sp>
        <p:nvSpPr>
          <p:cNvPr id="4" name="">
            <a:extLst xmlns:a="http://schemas.openxmlformats.org/drawingml/2006/main">
              <a:ext uri="{FF2B5EF4-FFF2-40B4-BE49-F238E27FC236}">
                <a16:creationId xmlns:a16="http://schemas.microsoft.com/office/drawing/2014/main" id="{7E2F8192-821B-49F1-8DA2-11CA2433478A}"/>
              </a:ext>
            </a:extLst>
          </p:cNvPr>
          <p:cNvSpPr>
            <a:spLocks xmlns:a="http://schemas.openxmlformats.org/drawingml/2006/main" noGrp="1"/>
          </p:cNvSpPr>
          <p:nvPr/>
        </p:nvSpPr>
        <p:spPr>
          <a:xfrm xmlns:a="http://schemas.openxmlformats.org/drawingml/2006/main">
            <a:off x="457200" y="7810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CHECKION macht Qualität wiederholbar.</a:t>
            </a:r>
          </a:p>
        </p:txBody>
      </p:sp>
      <p:sp>
        <p:nvSpPr>
          <p:cNvPr id="5" name="">
            <a:extLst xmlns:a="http://schemas.openxmlformats.org/drawingml/2006/main">
              <a:ext uri="{FF2B5EF4-FFF2-40B4-BE49-F238E27FC236}">
                <a16:creationId xmlns:a16="http://schemas.microsoft.com/office/drawing/2014/main" id="{1F227C2B-6DCD-4AF7-8780-81F8621429C4}"/>
              </a:ext>
            </a:extLst>
          </p:cNvPr>
          <p:cNvSpPr>
            <a:spLocks xmlns:a="http://schemas.openxmlformats.org/drawingml/2006/main" noGrp="1"/>
          </p:cNvSpPr>
          <p:nvPr/>
        </p:nvSpPr>
        <p:spPr>
          <a:xfrm xmlns:a="http://schemas.openxmlformats.org/drawingml/2006/main">
            <a:off x="457200" y="14097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111111"/>
                </a:solidFill>
                <a:latin typeface="Noto Sans JP Light"/>
                <a:ea typeface="Noto Sans JP Light"/>
                <a:cs typeface="Noto Sans JP Light"/>
              </a:defRPr>
            </a:pPr>
            <a:r>
              <a:rPr sz="1200" b="1">
                <a:solidFill>
                  <a:srgbClr val="111111"/>
                </a:solidFill>
                <a:latin typeface="Noto Sans JP Light"/>
                <a:ea typeface="Noto Sans JP Light"/>
                <a:cs typeface="Noto Sans JP Light"/>
              </a:rPr>
              <a:t>SEO, GEO, Content, Accessibility, Performance und Technik werden gemeinsam geprüft und erneut gemessen.</a:t>
            </a:r>
          </a:p>
        </p:txBody>
      </p:sp>
      <p:sp>
        <p:nvSpPr>
          <p:cNvPr id="6" name="">
            <a:extLst xmlns:a="http://schemas.openxmlformats.org/drawingml/2006/main">
              <a:ext uri="{FF2B5EF4-FFF2-40B4-BE49-F238E27FC236}">
                <a16:creationId xmlns:a16="http://schemas.microsoft.com/office/drawing/2014/main" id="{90DF43EF-78F0-4AEE-BF51-F32899BD9062}"/>
              </a:ext>
            </a:extLst>
          </p:cNvPr>
          <p:cNvSpPr>
            <a:spLocks xmlns:a="http://schemas.openxmlformats.org/drawingml/2006/main" noGrp="1"/>
          </p:cNvSpPr>
          <p:nvPr/>
        </p:nvSpPr>
        <p:spPr>
          <a:xfrm xmlns:a="http://schemas.openxmlformats.org/drawingml/2006/main">
            <a:off x="3048000" y="26670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7" name="">
            <a:extLst xmlns:a="http://schemas.openxmlformats.org/drawingml/2006/main">
              <a:ext uri="{FF2B5EF4-FFF2-40B4-BE49-F238E27FC236}">
                <a16:creationId xmlns:a16="http://schemas.microsoft.com/office/drawing/2014/main" id="{7523D72A-1D4B-476B-AF99-6F0426B52618}"/>
              </a:ext>
            </a:extLst>
          </p:cNvPr>
          <p:cNvSpPr>
            <a:spLocks xmlns:a="http://schemas.openxmlformats.org/drawingml/2006/main" noGrp="1"/>
          </p:cNvSpPr>
          <p:nvPr/>
        </p:nvSpPr>
        <p:spPr>
          <a:xfrm xmlns:a="http://schemas.openxmlformats.org/drawingml/2006/main">
            <a:off x="3048000" y="41148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8EF3C699-228A-4F4B-A237-30927237B377}"/>
              </a:ext>
            </a:extLst>
          </p:cNvPr>
          <p:cNvSpPr>
            <a:spLocks xmlns:a="http://schemas.openxmlformats.org/drawingml/2006/main" noGrp="1"/>
          </p:cNvSpPr>
          <p:nvPr/>
        </p:nvSpPr>
        <p:spPr>
          <a:xfrm xmlns:a="http://schemas.openxmlformats.org/drawingml/2006/main">
            <a:off x="3048000" y="55626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9622B2A4-E5B4-409B-B961-CE1F5EA876BF}"/>
              </a:ext>
            </a:extLst>
          </p:cNvPr>
          <p:cNvSpPr>
            <a:spLocks xmlns:a="http://schemas.openxmlformats.org/drawingml/2006/main" noGrp="1"/>
          </p:cNvSpPr>
          <p:nvPr/>
        </p:nvSpPr>
        <p:spPr>
          <a:xfrm xmlns:a="http://schemas.openxmlformats.org/drawingml/2006/main">
            <a:off x="6972300" y="26670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D2C5E58B-D495-4AA4-887D-3A19FB5858D5}"/>
              </a:ext>
            </a:extLst>
          </p:cNvPr>
          <p:cNvSpPr>
            <a:spLocks xmlns:a="http://schemas.openxmlformats.org/drawingml/2006/main" noGrp="1"/>
          </p:cNvSpPr>
          <p:nvPr/>
        </p:nvSpPr>
        <p:spPr>
          <a:xfrm xmlns:a="http://schemas.openxmlformats.org/drawingml/2006/main">
            <a:off x="6972300" y="41148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1" name="">
            <a:extLst xmlns:a="http://schemas.openxmlformats.org/drawingml/2006/main">
              <a:ext uri="{FF2B5EF4-FFF2-40B4-BE49-F238E27FC236}">
                <a16:creationId xmlns:a16="http://schemas.microsoft.com/office/drawing/2014/main" id="{F4B5D866-B5AB-4C5A-BBD8-EC7401604D32}"/>
              </a:ext>
            </a:extLst>
          </p:cNvPr>
          <p:cNvSpPr>
            <a:spLocks xmlns:a="http://schemas.openxmlformats.org/drawingml/2006/main" noGrp="1"/>
          </p:cNvSpPr>
          <p:nvPr/>
        </p:nvSpPr>
        <p:spPr>
          <a:xfrm xmlns:a="http://schemas.openxmlformats.org/drawingml/2006/main">
            <a:off x="6972300" y="55626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2" name="">
            <a:extLst xmlns:a="http://schemas.openxmlformats.org/drawingml/2006/main">
              <a:ext uri="{FF2B5EF4-FFF2-40B4-BE49-F238E27FC236}">
                <a16:creationId xmlns:a16="http://schemas.microsoft.com/office/drawing/2014/main" id="{5D264A76-21E3-4AE0-9676-EA9C8F1BD00F}"/>
              </a:ext>
            </a:extLst>
          </p:cNvPr>
          <p:cNvSpPr>
            <a:spLocks xmlns:a="http://schemas.openxmlformats.org/drawingml/2006/main" noGrp="1"/>
          </p:cNvSpPr>
          <p:nvPr/>
        </p:nvSpPr>
        <p:spPr>
          <a:xfrm xmlns:a="http://schemas.openxmlformats.org/drawingml/2006/main">
            <a:off x="5219700" y="2895600"/>
            <a:ext cx="1752600" cy="17526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4A4CCA9-D828-4C98-9CE7-8D5BAD61BD9C}"/>
              </a:ext>
            </a:extLst>
          </p:cNvPr>
          <p:cNvSpPr>
            <a:spLocks xmlns:a="http://schemas.openxmlformats.org/drawingml/2006/main" noGrp="1"/>
          </p:cNvSpPr>
          <p:nvPr/>
        </p:nvSpPr>
        <p:spPr>
          <a:xfrm xmlns:a="http://schemas.openxmlformats.org/drawingml/2006/main">
            <a:off x="5410200" y="3429000"/>
            <a:ext cx="1371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ctr">
              <a:buNone/>
              <a:defRPr sz="1875" b="1">
                <a:solidFill>
                  <a:srgbClr val="FFFFFF"/>
                </a:solidFill>
                <a:latin typeface="Noto Sans JP"/>
                <a:ea typeface="Noto Sans JP"/>
                <a:cs typeface="Noto Sans JP"/>
              </a:defRPr>
            </a:pPr>
            <a:r>
              <a:rPr sz="1875" b="1">
                <a:solidFill>
                  <a:srgbClr val="FFFFFF"/>
                </a:solidFill>
                <a:latin typeface="Noto Sans JP"/>
                <a:ea typeface="Noto Sans JP"/>
                <a:cs typeface="Noto Sans JP"/>
              </a:rPr>
              <a:t>CHECKION</a:t>
            </a:r>
          </a:p>
        </p:txBody>
      </p:sp>
      <p:sp>
        <p:nvSpPr>
          <p:cNvPr id="14" name="">
            <a:extLst xmlns:a="http://schemas.openxmlformats.org/drawingml/2006/main">
              <a:ext uri="{FF2B5EF4-FFF2-40B4-BE49-F238E27FC236}">
                <a16:creationId xmlns:a16="http://schemas.microsoft.com/office/drawing/2014/main" id="{FC435D1A-2709-4361-B517-4779431D2AB4}"/>
              </a:ext>
            </a:extLst>
          </p:cNvPr>
          <p:cNvSpPr>
            <a:spLocks xmlns:a="http://schemas.openxmlformats.org/drawingml/2006/main" noGrp="1"/>
          </p:cNvSpPr>
          <p:nvPr/>
        </p:nvSpPr>
        <p:spPr>
          <a:xfrm xmlns:a="http://schemas.openxmlformats.org/drawingml/2006/main">
            <a:off x="5429250" y="38671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API · MCP · CRAWL</a:t>
            </a:r>
          </a:p>
        </p:txBody>
      </p:sp>
      <p:sp>
        <p:nvSpPr>
          <p:cNvPr id="15" name="">
            <a:extLst xmlns:a="http://schemas.openxmlformats.org/drawingml/2006/main">
              <a:ext uri="{FF2B5EF4-FFF2-40B4-BE49-F238E27FC236}">
                <a16:creationId xmlns:a16="http://schemas.microsoft.com/office/drawing/2014/main" id="{E1B70083-3D24-4736-B9E2-C54DC4C85168}"/>
              </a:ext>
            </a:extLst>
          </p:cNvPr>
          <p:cNvSpPr>
            <a:spLocks xmlns:a="http://schemas.openxmlformats.org/drawingml/2006/main" noGrp="1"/>
          </p:cNvSpPr>
          <p:nvPr/>
        </p:nvSpPr>
        <p:spPr>
          <a:xfrm xmlns:a="http://schemas.openxmlformats.org/drawingml/2006/main">
            <a:off x="6667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16" name="">
            <a:extLst xmlns:a="http://schemas.openxmlformats.org/drawingml/2006/main">
              <a:ext uri="{FF2B5EF4-FFF2-40B4-BE49-F238E27FC236}">
                <a16:creationId xmlns:a16="http://schemas.microsoft.com/office/drawing/2014/main" id="{2912B856-4B36-4CB7-AA59-0EBFAC778785}"/>
              </a:ext>
            </a:extLst>
          </p:cNvPr>
          <p:cNvSpPr>
            <a:spLocks xmlns:a="http://schemas.openxmlformats.org/drawingml/2006/main" noGrp="1"/>
          </p:cNvSpPr>
          <p:nvPr/>
        </p:nvSpPr>
        <p:spPr>
          <a:xfrm xmlns:a="http://schemas.openxmlformats.org/drawingml/2006/main">
            <a:off x="8001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MULTI-AUDIT</a:t>
            </a:r>
          </a:p>
        </p:txBody>
      </p:sp>
      <p:sp>
        <p:nvSpPr>
          <p:cNvPr id="17" name="">
            <a:extLst xmlns:a="http://schemas.openxmlformats.org/drawingml/2006/main">
              <a:ext uri="{FF2B5EF4-FFF2-40B4-BE49-F238E27FC236}">
                <a16:creationId xmlns:a16="http://schemas.microsoft.com/office/drawing/2014/main" id="{06C14084-57C2-430B-ABCC-4E584F263381}"/>
              </a:ext>
            </a:extLst>
          </p:cNvPr>
          <p:cNvSpPr>
            <a:spLocks xmlns:a="http://schemas.openxmlformats.org/drawingml/2006/main" noGrp="1"/>
          </p:cNvSpPr>
          <p:nvPr/>
        </p:nvSpPr>
        <p:spPr>
          <a:xfrm xmlns:a="http://schemas.openxmlformats.org/drawingml/2006/main">
            <a:off x="8001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SEO, GEO, Content und UX</a:t>
            </a:r>
          </a:p>
        </p:txBody>
      </p:sp>
      <p:sp>
        <p:nvSpPr>
          <p:cNvPr id="18" name="">
            <a:extLst xmlns:a="http://schemas.openxmlformats.org/drawingml/2006/main">
              <a:ext uri="{FF2B5EF4-FFF2-40B4-BE49-F238E27FC236}">
                <a16:creationId xmlns:a16="http://schemas.microsoft.com/office/drawing/2014/main" id="{AA4C994A-5E5E-40B3-BF81-8C4A7A2169F1}"/>
              </a:ext>
            </a:extLst>
          </p:cNvPr>
          <p:cNvSpPr>
            <a:spLocks xmlns:a="http://schemas.openxmlformats.org/drawingml/2006/main" noGrp="1"/>
          </p:cNvSpPr>
          <p:nvPr/>
        </p:nvSpPr>
        <p:spPr>
          <a:xfrm xmlns:a="http://schemas.openxmlformats.org/drawingml/2006/main">
            <a:off x="666750" y="3714750"/>
            <a:ext cx="2381250" cy="800100"/>
          </a:xfrm>
          <a:prstGeom xmlns:a="http://schemas.openxmlformats.org/drawingml/2006/main" prst="rect">
            <a:avLst/>
          </a:prstGeom>
          <a:solidFill xmlns:a="http://schemas.openxmlformats.org/drawingml/2006/main">
            <a:srgbClr val="FFD0C1"/>
          </a:solidFill>
          <a:ln xmlns:a="http://schemas.openxmlformats.org/drawingml/2006/main" w="0">
            <a:solidFill>
              <a:srgbClr val="FFD0C1"/>
            </a:solidFill>
            <a:prstDash val="solid"/>
          </a:ln>
        </p:spPr>
      </p:sp>
      <p:sp>
        <p:nvSpPr>
          <p:cNvPr id="19" name="">
            <a:extLst xmlns:a="http://schemas.openxmlformats.org/drawingml/2006/main">
              <a:ext uri="{FF2B5EF4-FFF2-40B4-BE49-F238E27FC236}">
                <a16:creationId xmlns:a16="http://schemas.microsoft.com/office/drawing/2014/main" id="{97A8329C-3288-4FAF-8E1C-0D8A7A840B61}"/>
              </a:ext>
            </a:extLst>
          </p:cNvPr>
          <p:cNvSpPr>
            <a:spLocks xmlns:a="http://schemas.openxmlformats.org/drawingml/2006/main" noGrp="1"/>
          </p:cNvSpPr>
          <p:nvPr/>
        </p:nvSpPr>
        <p:spPr>
          <a:xfrm xmlns:a="http://schemas.openxmlformats.org/drawingml/2006/main">
            <a:off x="8001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TECHNICAL CHECK</a:t>
            </a:r>
          </a:p>
        </p:txBody>
      </p:sp>
      <p:sp>
        <p:nvSpPr>
          <p:cNvPr id="20" name="">
            <a:extLst xmlns:a="http://schemas.openxmlformats.org/drawingml/2006/main">
              <a:ext uri="{FF2B5EF4-FFF2-40B4-BE49-F238E27FC236}">
                <a16:creationId xmlns:a16="http://schemas.microsoft.com/office/drawing/2014/main" id="{1DEF0CF8-3E53-4E78-844B-3A9968DFFE3E}"/>
              </a:ext>
            </a:extLst>
          </p:cNvPr>
          <p:cNvSpPr>
            <a:spLocks xmlns:a="http://schemas.openxmlformats.org/drawingml/2006/main" noGrp="1"/>
          </p:cNvSpPr>
          <p:nvPr/>
        </p:nvSpPr>
        <p:spPr>
          <a:xfrm xmlns:a="http://schemas.openxmlformats.org/drawingml/2006/main">
            <a:off x="8001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Performance, Accessibility, Technik</a:t>
            </a:r>
          </a:p>
        </p:txBody>
      </p:sp>
      <p:sp>
        <p:nvSpPr>
          <p:cNvPr id="21" name="">
            <a:extLst xmlns:a="http://schemas.openxmlformats.org/drawingml/2006/main">
              <a:ext uri="{FF2B5EF4-FFF2-40B4-BE49-F238E27FC236}">
                <a16:creationId xmlns:a16="http://schemas.microsoft.com/office/drawing/2014/main" id="{65EE329D-A7DD-4B88-B65C-B32106A3C212}"/>
              </a:ext>
            </a:extLst>
          </p:cNvPr>
          <p:cNvSpPr>
            <a:spLocks xmlns:a="http://schemas.openxmlformats.org/drawingml/2006/main" noGrp="1"/>
          </p:cNvSpPr>
          <p:nvPr/>
        </p:nvSpPr>
        <p:spPr>
          <a:xfrm xmlns:a="http://schemas.openxmlformats.org/drawingml/2006/main">
            <a:off x="666750" y="5162550"/>
            <a:ext cx="2381250" cy="800100"/>
          </a:xfrm>
          <a:prstGeom xmlns:a="http://schemas.openxmlformats.org/drawingml/2006/main" prst="rect">
            <a:avLst/>
          </a:prstGeom>
          <a:solidFill xmlns:a="http://schemas.openxmlformats.org/drawingml/2006/main">
            <a:srgbClr val="FFF8AA"/>
          </a:solidFill>
          <a:ln xmlns:a="http://schemas.openxmlformats.org/drawingml/2006/main" w="0">
            <a:solidFill>
              <a:srgbClr val="FFF8AA"/>
            </a:solidFill>
            <a:prstDash val="solid"/>
          </a:ln>
        </p:spPr>
      </p:sp>
      <p:sp>
        <p:nvSpPr>
          <p:cNvPr id="22" name="">
            <a:extLst xmlns:a="http://schemas.openxmlformats.org/drawingml/2006/main">
              <a:ext uri="{FF2B5EF4-FFF2-40B4-BE49-F238E27FC236}">
                <a16:creationId xmlns:a16="http://schemas.microsoft.com/office/drawing/2014/main" id="{CDA5212A-2621-44A0-8EEC-573D649F5B03}"/>
              </a:ext>
            </a:extLst>
          </p:cNvPr>
          <p:cNvSpPr>
            <a:spLocks xmlns:a="http://schemas.openxmlformats.org/drawingml/2006/main" noGrp="1"/>
          </p:cNvSpPr>
          <p:nvPr/>
        </p:nvSpPr>
        <p:spPr>
          <a:xfrm xmlns:a="http://schemas.openxmlformats.org/drawingml/2006/main">
            <a:off x="8001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RERUN &amp; TRACK</a:t>
            </a:r>
          </a:p>
        </p:txBody>
      </p:sp>
      <p:sp>
        <p:nvSpPr>
          <p:cNvPr id="23" name="">
            <a:extLst xmlns:a="http://schemas.openxmlformats.org/drawingml/2006/main">
              <a:ext uri="{FF2B5EF4-FFF2-40B4-BE49-F238E27FC236}">
                <a16:creationId xmlns:a16="http://schemas.microsoft.com/office/drawing/2014/main" id="{661A58F6-9EE1-4FB3-8FF0-1EF24FA81E0A}"/>
              </a:ext>
            </a:extLst>
          </p:cNvPr>
          <p:cNvSpPr>
            <a:spLocks xmlns:a="http://schemas.openxmlformats.org/drawingml/2006/main" noGrp="1"/>
          </p:cNvSpPr>
          <p:nvPr/>
        </p:nvSpPr>
        <p:spPr>
          <a:xfrm xmlns:a="http://schemas.openxmlformats.org/drawingml/2006/main">
            <a:off x="8001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Wiederholen, vergleichen, priorisieren</a:t>
            </a:r>
          </a:p>
        </p:txBody>
      </p:sp>
      <p:sp>
        <p:nvSpPr>
          <p:cNvPr id="24" name="">
            <a:extLst xmlns:a="http://schemas.openxmlformats.org/drawingml/2006/main">
              <a:ext uri="{FF2B5EF4-FFF2-40B4-BE49-F238E27FC236}">
                <a16:creationId xmlns:a16="http://schemas.microsoft.com/office/drawing/2014/main" id="{0A7506C4-6421-4EC3-AC15-AAB2B19934D9}"/>
              </a:ext>
            </a:extLst>
          </p:cNvPr>
          <p:cNvSpPr>
            <a:spLocks xmlns:a="http://schemas.openxmlformats.org/drawingml/2006/main" noGrp="1"/>
          </p:cNvSpPr>
          <p:nvPr/>
        </p:nvSpPr>
        <p:spPr>
          <a:xfrm xmlns:a="http://schemas.openxmlformats.org/drawingml/2006/main">
            <a:off x="86296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25" name="">
            <a:extLst xmlns:a="http://schemas.openxmlformats.org/drawingml/2006/main">
              <a:ext uri="{FF2B5EF4-FFF2-40B4-BE49-F238E27FC236}">
                <a16:creationId xmlns:a16="http://schemas.microsoft.com/office/drawing/2014/main" id="{E965F2BD-66F8-45E5-B348-9C879AEC2A97}"/>
              </a:ext>
            </a:extLst>
          </p:cNvPr>
          <p:cNvSpPr>
            <a:spLocks xmlns:a="http://schemas.openxmlformats.org/drawingml/2006/main" noGrp="1"/>
          </p:cNvSpPr>
          <p:nvPr/>
        </p:nvSpPr>
        <p:spPr>
          <a:xfrm xmlns:a="http://schemas.openxmlformats.org/drawingml/2006/main">
            <a:off x="87630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LAUNCH GATE</a:t>
            </a:r>
          </a:p>
        </p:txBody>
      </p:sp>
      <p:sp>
        <p:nvSpPr>
          <p:cNvPr id="26" name="">
            <a:extLst xmlns:a="http://schemas.openxmlformats.org/drawingml/2006/main">
              <a:ext uri="{FF2B5EF4-FFF2-40B4-BE49-F238E27FC236}">
                <a16:creationId xmlns:a16="http://schemas.microsoft.com/office/drawing/2014/main" id="{93535A01-A02B-4B6A-9073-4C26C504A2CA}"/>
              </a:ext>
            </a:extLst>
          </p:cNvPr>
          <p:cNvSpPr>
            <a:spLocks xmlns:a="http://schemas.openxmlformats.org/drawingml/2006/main" noGrp="1"/>
          </p:cNvSpPr>
          <p:nvPr/>
        </p:nvSpPr>
        <p:spPr>
          <a:xfrm xmlns:a="http://schemas.openxmlformats.org/drawingml/2006/main">
            <a:off x="87630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Vor Veröffentlichung absichern</a:t>
            </a:r>
          </a:p>
        </p:txBody>
      </p:sp>
      <p:sp>
        <p:nvSpPr>
          <p:cNvPr id="27" name="">
            <a:extLst xmlns:a="http://schemas.openxmlformats.org/drawingml/2006/main">
              <a:ext uri="{FF2B5EF4-FFF2-40B4-BE49-F238E27FC236}">
                <a16:creationId xmlns:a16="http://schemas.microsoft.com/office/drawing/2014/main" id="{80F42F01-E838-447C-BCE9-B4E7E921484E}"/>
              </a:ext>
            </a:extLst>
          </p:cNvPr>
          <p:cNvSpPr>
            <a:spLocks xmlns:a="http://schemas.openxmlformats.org/drawingml/2006/main" noGrp="1"/>
          </p:cNvSpPr>
          <p:nvPr/>
        </p:nvSpPr>
        <p:spPr>
          <a:xfrm xmlns:a="http://schemas.openxmlformats.org/drawingml/2006/main">
            <a:off x="8629650" y="3714750"/>
            <a:ext cx="2381250" cy="80010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28" name="">
            <a:extLst xmlns:a="http://schemas.openxmlformats.org/drawingml/2006/main">
              <a:ext uri="{FF2B5EF4-FFF2-40B4-BE49-F238E27FC236}">
                <a16:creationId xmlns:a16="http://schemas.microsoft.com/office/drawing/2014/main" id="{41291871-09DC-4F50-A73F-712057FA8801}"/>
              </a:ext>
            </a:extLst>
          </p:cNvPr>
          <p:cNvSpPr>
            <a:spLocks xmlns:a="http://schemas.openxmlformats.org/drawingml/2006/main" noGrp="1"/>
          </p:cNvSpPr>
          <p:nvPr/>
        </p:nvSpPr>
        <p:spPr>
          <a:xfrm xmlns:a="http://schemas.openxmlformats.org/drawingml/2006/main">
            <a:off x="87630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ALWAYS-ON LOOP</a:t>
            </a:r>
          </a:p>
        </p:txBody>
      </p:sp>
      <p:sp>
        <p:nvSpPr>
          <p:cNvPr id="29" name="">
            <a:extLst xmlns:a="http://schemas.openxmlformats.org/drawingml/2006/main">
              <a:ext uri="{FF2B5EF4-FFF2-40B4-BE49-F238E27FC236}">
                <a16:creationId xmlns:a16="http://schemas.microsoft.com/office/drawing/2014/main" id="{8E44F83F-12CF-4FC6-B02F-47C8AE4B5EE2}"/>
              </a:ext>
            </a:extLst>
          </p:cNvPr>
          <p:cNvSpPr>
            <a:spLocks xmlns:a="http://schemas.openxmlformats.org/drawingml/2006/main" noGrp="1"/>
          </p:cNvSpPr>
          <p:nvPr/>
        </p:nvSpPr>
        <p:spPr>
          <a:xfrm xmlns:a="http://schemas.openxmlformats.org/drawingml/2006/main">
            <a:off x="87630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Veränderungen regelmäßig prüfen</a:t>
            </a:r>
          </a:p>
        </p:txBody>
      </p:sp>
      <p:sp>
        <p:nvSpPr>
          <p:cNvPr id="30" name="">
            <a:extLst xmlns:a="http://schemas.openxmlformats.org/drawingml/2006/main">
              <a:ext uri="{FF2B5EF4-FFF2-40B4-BE49-F238E27FC236}">
                <a16:creationId xmlns:a16="http://schemas.microsoft.com/office/drawing/2014/main" id="{71478748-36BA-4DE0-9284-22D23298D482}"/>
              </a:ext>
            </a:extLst>
          </p:cNvPr>
          <p:cNvSpPr>
            <a:spLocks xmlns:a="http://schemas.openxmlformats.org/drawingml/2006/main" noGrp="1"/>
          </p:cNvSpPr>
          <p:nvPr/>
        </p:nvSpPr>
        <p:spPr>
          <a:xfrm xmlns:a="http://schemas.openxmlformats.org/drawingml/2006/main">
            <a:off x="8629650" y="5162550"/>
            <a:ext cx="2381250" cy="80010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31" name="">
            <a:extLst xmlns:a="http://schemas.openxmlformats.org/drawingml/2006/main">
              <a:ext uri="{FF2B5EF4-FFF2-40B4-BE49-F238E27FC236}">
                <a16:creationId xmlns:a16="http://schemas.microsoft.com/office/drawing/2014/main" id="{0EF56151-888B-4D72-B780-048F481FD74A}"/>
              </a:ext>
            </a:extLst>
          </p:cNvPr>
          <p:cNvSpPr>
            <a:spLocks xmlns:a="http://schemas.openxmlformats.org/drawingml/2006/main" noGrp="1"/>
          </p:cNvSpPr>
          <p:nvPr/>
        </p:nvSpPr>
        <p:spPr>
          <a:xfrm xmlns:a="http://schemas.openxmlformats.org/drawingml/2006/main">
            <a:off x="87630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GEO READINESS</a:t>
            </a:r>
          </a:p>
        </p:txBody>
      </p:sp>
      <p:sp>
        <p:nvSpPr>
          <p:cNvPr id="32" name="">
            <a:extLst xmlns:a="http://schemas.openxmlformats.org/drawingml/2006/main">
              <a:ext uri="{FF2B5EF4-FFF2-40B4-BE49-F238E27FC236}">
                <a16:creationId xmlns:a16="http://schemas.microsoft.com/office/drawing/2014/main" id="{E7EE31D7-5985-4D32-99D1-CF2F2A199969}"/>
              </a:ext>
            </a:extLst>
          </p:cNvPr>
          <p:cNvSpPr>
            <a:spLocks xmlns:a="http://schemas.openxmlformats.org/drawingml/2006/main" noGrp="1"/>
          </p:cNvSpPr>
          <p:nvPr/>
        </p:nvSpPr>
        <p:spPr>
          <a:xfrm xmlns:a="http://schemas.openxmlformats.org/drawingml/2006/main">
            <a:off x="87630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AUDION-Fragen gegen Inhalte testen</a:t>
            </a:r>
          </a:p>
        </p:txBody>
      </p:sp>
      <p:sp>
        <p:nvSpPr>
          <p:cNvPr id="33" name="">
            <a:extLst xmlns:a="http://schemas.openxmlformats.org/drawingml/2006/main">
              <a:ext uri="{FF2B5EF4-FFF2-40B4-BE49-F238E27FC236}">
                <a16:creationId xmlns:a16="http://schemas.microsoft.com/office/drawing/2014/main" id="{57A32362-492C-40BA-9407-576E60F98CDC}"/>
              </a:ext>
            </a:extLst>
          </p:cNvPr>
          <p:cNvSpPr>
            <a:spLocks xmlns:a="http://schemas.openxmlformats.org/drawingml/2006/main" noGrp="1"/>
          </p:cNvSpPr>
          <p:nvPr/>
        </p:nvSpPr>
        <p:spPr>
          <a:xfrm xmlns:a="http://schemas.openxmlformats.org/drawingml/2006/main">
            <a:off x="4857750" y="21526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SCHNITTSTELLEN</a:t>
            </a:r>
          </a:p>
        </p:txBody>
      </p:sp>
      <p:sp>
        <p:nvSpPr>
          <p:cNvPr id="34" name="">
            <a:extLst xmlns:a="http://schemas.openxmlformats.org/drawingml/2006/main">
              <a:ext uri="{FF2B5EF4-FFF2-40B4-BE49-F238E27FC236}">
                <a16:creationId xmlns:a16="http://schemas.microsoft.com/office/drawing/2014/main" id="{A58EDD4C-09EE-40F5-AD30-2FBB93EFD2FA}"/>
              </a:ext>
            </a:extLst>
          </p:cNvPr>
          <p:cNvSpPr>
            <a:spLocks xmlns:a="http://schemas.openxmlformats.org/drawingml/2006/main" noGrp="1"/>
          </p:cNvSpPr>
          <p:nvPr/>
        </p:nvSpPr>
        <p:spPr>
          <a:xfrm xmlns:a="http://schemas.openxmlformats.org/drawingml/2006/main">
            <a:off x="4171950" y="4953000"/>
            <a:ext cx="3848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00CA55"/>
                </a:solidFill>
                <a:latin typeface="IBM Plex Mono"/>
                <a:ea typeface="IBM Plex Mono"/>
                <a:cs typeface="IBM Plex Mono"/>
              </a:defRPr>
            </a:pPr>
            <a:r>
              <a:rPr sz="750" b="1">
                <a:solidFill>
                  <a:srgbClr val="00CA55"/>
                </a:solidFill>
                <a:latin typeface="IBM Plex Mono"/>
                <a:ea typeface="IBM Plex Mono"/>
                <a:cs typeface="IBM Plex Mono"/>
              </a:rPr>
              <a:t>WEBSITE · ANALYTICS · CI/CD · REPORTING</a:t>
            </a:r>
          </a:p>
        </p:txBody>
      </p:sp>
      <p:sp>
        <p:nvSpPr>
          <p:cNvPr id="35" name="">
            <a:extLst xmlns:a="http://schemas.openxmlformats.org/drawingml/2006/main">
              <a:ext uri="{FF2B5EF4-FFF2-40B4-BE49-F238E27FC236}">
                <a16:creationId xmlns:a16="http://schemas.microsoft.com/office/drawing/2014/main" id="{9DAA6830-8D0C-4564-A935-9C1A72C308F7}"/>
              </a:ext>
            </a:extLst>
          </p:cNvPr>
          <p:cNvSpPr>
            <a:spLocks xmlns:a="http://schemas.openxmlformats.org/drawingml/2006/main" noGrp="1"/>
          </p:cNvSpPr>
          <p:nvPr/>
        </p:nvSpPr>
        <p:spPr>
          <a:xfrm xmlns:a="http://schemas.openxmlformats.org/drawingml/2006/main">
            <a:off x="457200" y="6419850"/>
            <a:ext cx="1000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Beispiele via Adapter: Search Console · Siteimprove · CI/CD · Analytics. Keine Ranking- oder Conversion-Garantie.</a:t>
            </a:r>
          </a:p>
        </p:txBody>
      </p:sp>
    </p:spTree>
    <p:extLst>
      <p:ext uri="{BB962C8B-B14F-4D97-AF65-F5344CB8AC3E}">
        <p14:creationId xmlns:p14="http://schemas.microsoft.com/office/powerpoint/2010/main" val="19900508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306AA7D-B207-42F1-842D-2497A0815388}"/>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OFFENES ÖKOSYSTEM</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5a3c4b05e31411c"/>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B57203-8C7E-4404-876F-699D9FC42138}"/>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17</a:t>
            </a:r>
          </a:p>
        </p:txBody>
      </p:sp>
      <p:sp>
        <p:nvSpPr>
          <p:cNvPr id="4" name="">
            <a:extLst xmlns:a="http://schemas.openxmlformats.org/drawingml/2006/main">
              <a:ext uri="{FF2B5EF4-FFF2-40B4-BE49-F238E27FC236}">
                <a16:creationId xmlns:a16="http://schemas.microsoft.com/office/drawing/2014/main" id="{7E2F8192-821B-49F1-8DA2-11CA2433478A}"/>
              </a:ext>
            </a:extLst>
          </p:cNvPr>
          <p:cNvSpPr>
            <a:spLocks xmlns:a="http://schemas.openxmlformats.org/drawingml/2006/main" noGrp="1"/>
          </p:cNvSpPr>
          <p:nvPr/>
        </p:nvSpPr>
        <p:spPr>
          <a:xfrm xmlns:a="http://schemas.openxmlformats.org/drawingml/2006/main">
            <a:off x="457200" y="7810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PLEXON arbeitet mit Ihrem Stack. Nicht gegen ihn.</a:t>
            </a:r>
          </a:p>
        </p:txBody>
      </p:sp>
      <p:sp>
        <p:nvSpPr>
          <p:cNvPr id="5" name="">
            <a:extLst xmlns:a="http://schemas.openxmlformats.org/drawingml/2006/main">
              <a:ext uri="{FF2B5EF4-FFF2-40B4-BE49-F238E27FC236}">
                <a16:creationId xmlns:a16="http://schemas.microsoft.com/office/drawing/2014/main" id="{1F227C2B-6DCD-4AF7-8780-81F8621429C4}"/>
              </a:ext>
            </a:extLst>
          </p:cNvPr>
          <p:cNvSpPr>
            <a:spLocks xmlns:a="http://schemas.openxmlformats.org/drawingml/2006/main" noGrp="1"/>
          </p:cNvSpPr>
          <p:nvPr/>
        </p:nvSpPr>
        <p:spPr>
          <a:xfrm xmlns:a="http://schemas.openxmlformats.org/drawingml/2006/main">
            <a:off x="457200" y="14097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111111"/>
                </a:solidFill>
                <a:latin typeface="Noto Sans JP Light"/>
                <a:ea typeface="Noto Sans JP Light"/>
                <a:cs typeface="Noto Sans JP Light"/>
              </a:defRPr>
            </a:pPr>
            <a:r>
              <a:rPr sz="1200" b="1">
                <a:solidFill>
                  <a:srgbClr val="111111"/>
                </a:solidFill>
                <a:latin typeface="Noto Sans JP Light"/>
                <a:ea typeface="Noto Sans JP Light"/>
                <a:cs typeface="Noto Sans JP Light"/>
              </a:rPr>
              <a:t>Neue Systeme werden über MCP, APIs oder Webhooks angebunden – mit Adapter, Berechtigung und Projektkonfiguration.</a:t>
            </a:r>
          </a:p>
        </p:txBody>
      </p:sp>
      <p:sp>
        <p:nvSpPr>
          <p:cNvPr id="6" name="">
            <a:extLst xmlns:a="http://schemas.openxmlformats.org/drawingml/2006/main">
              <a:ext uri="{FF2B5EF4-FFF2-40B4-BE49-F238E27FC236}">
                <a16:creationId xmlns:a16="http://schemas.microsoft.com/office/drawing/2014/main" id="{90DF43EF-78F0-4AEE-BF51-F32899BD9062}"/>
              </a:ext>
            </a:extLst>
          </p:cNvPr>
          <p:cNvSpPr>
            <a:spLocks xmlns:a="http://schemas.openxmlformats.org/drawingml/2006/main" noGrp="1"/>
          </p:cNvSpPr>
          <p:nvPr/>
        </p:nvSpPr>
        <p:spPr>
          <a:xfrm xmlns:a="http://schemas.openxmlformats.org/drawingml/2006/main">
            <a:off x="3048000" y="26670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7" name="">
            <a:extLst xmlns:a="http://schemas.openxmlformats.org/drawingml/2006/main">
              <a:ext uri="{FF2B5EF4-FFF2-40B4-BE49-F238E27FC236}">
                <a16:creationId xmlns:a16="http://schemas.microsoft.com/office/drawing/2014/main" id="{7523D72A-1D4B-476B-AF99-6F0426B52618}"/>
              </a:ext>
            </a:extLst>
          </p:cNvPr>
          <p:cNvSpPr>
            <a:spLocks xmlns:a="http://schemas.openxmlformats.org/drawingml/2006/main" noGrp="1"/>
          </p:cNvSpPr>
          <p:nvPr/>
        </p:nvSpPr>
        <p:spPr>
          <a:xfrm xmlns:a="http://schemas.openxmlformats.org/drawingml/2006/main">
            <a:off x="3048000" y="41148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8EF3C699-228A-4F4B-A237-30927237B377}"/>
              </a:ext>
            </a:extLst>
          </p:cNvPr>
          <p:cNvSpPr>
            <a:spLocks xmlns:a="http://schemas.openxmlformats.org/drawingml/2006/main" noGrp="1"/>
          </p:cNvSpPr>
          <p:nvPr/>
        </p:nvSpPr>
        <p:spPr>
          <a:xfrm xmlns:a="http://schemas.openxmlformats.org/drawingml/2006/main">
            <a:off x="3048000" y="55626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9622B2A4-E5B4-409B-B961-CE1F5EA876BF}"/>
              </a:ext>
            </a:extLst>
          </p:cNvPr>
          <p:cNvSpPr>
            <a:spLocks xmlns:a="http://schemas.openxmlformats.org/drawingml/2006/main" noGrp="1"/>
          </p:cNvSpPr>
          <p:nvPr/>
        </p:nvSpPr>
        <p:spPr>
          <a:xfrm xmlns:a="http://schemas.openxmlformats.org/drawingml/2006/main">
            <a:off x="6972300" y="26670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D2C5E58B-D495-4AA4-887D-3A19FB5858D5}"/>
              </a:ext>
            </a:extLst>
          </p:cNvPr>
          <p:cNvSpPr>
            <a:spLocks xmlns:a="http://schemas.openxmlformats.org/drawingml/2006/main" noGrp="1"/>
          </p:cNvSpPr>
          <p:nvPr/>
        </p:nvSpPr>
        <p:spPr>
          <a:xfrm xmlns:a="http://schemas.openxmlformats.org/drawingml/2006/main">
            <a:off x="6972300" y="41148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1" name="">
            <a:extLst xmlns:a="http://schemas.openxmlformats.org/drawingml/2006/main">
              <a:ext uri="{FF2B5EF4-FFF2-40B4-BE49-F238E27FC236}">
                <a16:creationId xmlns:a16="http://schemas.microsoft.com/office/drawing/2014/main" id="{F4B5D866-B5AB-4C5A-BBD8-EC7401604D32}"/>
              </a:ext>
            </a:extLst>
          </p:cNvPr>
          <p:cNvSpPr>
            <a:spLocks xmlns:a="http://schemas.openxmlformats.org/drawingml/2006/main" noGrp="1"/>
          </p:cNvSpPr>
          <p:nvPr/>
        </p:nvSpPr>
        <p:spPr>
          <a:xfrm xmlns:a="http://schemas.openxmlformats.org/drawingml/2006/main">
            <a:off x="6972300" y="55626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2" name="">
            <a:extLst xmlns:a="http://schemas.openxmlformats.org/drawingml/2006/main">
              <a:ext uri="{FF2B5EF4-FFF2-40B4-BE49-F238E27FC236}">
                <a16:creationId xmlns:a16="http://schemas.microsoft.com/office/drawing/2014/main" id="{5D264A76-21E3-4AE0-9676-EA9C8F1BD00F}"/>
              </a:ext>
            </a:extLst>
          </p:cNvPr>
          <p:cNvSpPr>
            <a:spLocks xmlns:a="http://schemas.openxmlformats.org/drawingml/2006/main" noGrp="1"/>
          </p:cNvSpPr>
          <p:nvPr/>
        </p:nvSpPr>
        <p:spPr>
          <a:xfrm xmlns:a="http://schemas.openxmlformats.org/drawingml/2006/main">
            <a:off x="5219700" y="2895600"/>
            <a:ext cx="1752600" cy="17526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4A4CCA9-D828-4C98-9CE7-8D5BAD61BD9C}"/>
              </a:ext>
            </a:extLst>
          </p:cNvPr>
          <p:cNvSpPr>
            <a:spLocks xmlns:a="http://schemas.openxmlformats.org/drawingml/2006/main" noGrp="1"/>
          </p:cNvSpPr>
          <p:nvPr/>
        </p:nvSpPr>
        <p:spPr>
          <a:xfrm xmlns:a="http://schemas.openxmlformats.org/drawingml/2006/main">
            <a:off x="5410200" y="3429000"/>
            <a:ext cx="1371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ctr">
              <a:buNone/>
              <a:defRPr sz="1875" b="1">
                <a:solidFill>
                  <a:srgbClr val="FFFFFF"/>
                </a:solidFill>
                <a:latin typeface="Noto Sans JP"/>
                <a:ea typeface="Noto Sans JP"/>
                <a:cs typeface="Noto Sans JP"/>
              </a:defRPr>
            </a:pPr>
            <a:r>
              <a:rPr sz="1875" b="1">
                <a:solidFill>
                  <a:srgbClr val="FFFFFF"/>
                </a:solidFill>
                <a:latin typeface="Noto Sans JP"/>
                <a:ea typeface="Noto Sans JP"/>
                <a:cs typeface="Noto Sans JP"/>
              </a:rPr>
              <a:t>PLEXON</a:t>
            </a:r>
          </a:p>
        </p:txBody>
      </p:sp>
      <p:sp>
        <p:nvSpPr>
          <p:cNvPr id="14" name="">
            <a:extLst xmlns:a="http://schemas.openxmlformats.org/drawingml/2006/main">
              <a:ext uri="{FF2B5EF4-FFF2-40B4-BE49-F238E27FC236}">
                <a16:creationId xmlns:a16="http://schemas.microsoft.com/office/drawing/2014/main" id="{FC435D1A-2709-4361-B517-4779431D2AB4}"/>
              </a:ext>
            </a:extLst>
          </p:cNvPr>
          <p:cNvSpPr>
            <a:spLocks xmlns:a="http://schemas.openxmlformats.org/drawingml/2006/main" noGrp="1"/>
          </p:cNvSpPr>
          <p:nvPr/>
        </p:nvSpPr>
        <p:spPr>
          <a:xfrm xmlns:a="http://schemas.openxmlformats.org/drawingml/2006/main">
            <a:off x="5429250" y="38671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KONTEXT + FLOWS</a:t>
            </a:r>
          </a:p>
        </p:txBody>
      </p:sp>
      <p:sp>
        <p:nvSpPr>
          <p:cNvPr id="15" name="">
            <a:extLst xmlns:a="http://schemas.openxmlformats.org/drawingml/2006/main">
              <a:ext uri="{FF2B5EF4-FFF2-40B4-BE49-F238E27FC236}">
                <a16:creationId xmlns:a16="http://schemas.microsoft.com/office/drawing/2014/main" id="{E1B70083-3D24-4736-B9E2-C54DC4C85168}"/>
              </a:ext>
            </a:extLst>
          </p:cNvPr>
          <p:cNvSpPr>
            <a:spLocks xmlns:a="http://schemas.openxmlformats.org/drawingml/2006/main" noGrp="1"/>
          </p:cNvSpPr>
          <p:nvPr/>
        </p:nvSpPr>
        <p:spPr>
          <a:xfrm xmlns:a="http://schemas.openxmlformats.org/drawingml/2006/main">
            <a:off x="6667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16" name="">
            <a:extLst xmlns:a="http://schemas.openxmlformats.org/drawingml/2006/main">
              <a:ext uri="{FF2B5EF4-FFF2-40B4-BE49-F238E27FC236}">
                <a16:creationId xmlns:a16="http://schemas.microsoft.com/office/drawing/2014/main" id="{2912B856-4B36-4CB7-AA59-0EBFAC778785}"/>
              </a:ext>
            </a:extLst>
          </p:cNvPr>
          <p:cNvSpPr>
            <a:spLocks xmlns:a="http://schemas.openxmlformats.org/drawingml/2006/main" noGrp="1"/>
          </p:cNvSpPr>
          <p:nvPr/>
        </p:nvSpPr>
        <p:spPr>
          <a:xfrm xmlns:a="http://schemas.openxmlformats.org/drawingml/2006/main">
            <a:off x="8001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MARKT / RESEARCH</a:t>
            </a:r>
          </a:p>
        </p:txBody>
      </p:sp>
      <p:sp>
        <p:nvSpPr>
          <p:cNvPr id="17" name="">
            <a:extLst xmlns:a="http://schemas.openxmlformats.org/drawingml/2006/main">
              <a:ext uri="{FF2B5EF4-FFF2-40B4-BE49-F238E27FC236}">
                <a16:creationId xmlns:a16="http://schemas.microsoft.com/office/drawing/2014/main" id="{06C14084-57C2-430B-ABCC-4E584F263381}"/>
              </a:ext>
            </a:extLst>
          </p:cNvPr>
          <p:cNvSpPr>
            <a:spLocks xmlns:a="http://schemas.openxmlformats.org/drawingml/2006/main" noGrp="1"/>
          </p:cNvSpPr>
          <p:nvPr/>
        </p:nvSpPr>
        <p:spPr>
          <a:xfrm xmlns:a="http://schemas.openxmlformats.org/drawingml/2006/main">
            <a:off x="8001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Brandwatch · Qualtrics</a:t>
            </a:r>
          </a:p>
        </p:txBody>
      </p:sp>
      <p:sp>
        <p:nvSpPr>
          <p:cNvPr id="18" name="">
            <a:extLst xmlns:a="http://schemas.openxmlformats.org/drawingml/2006/main">
              <a:ext uri="{FF2B5EF4-FFF2-40B4-BE49-F238E27FC236}">
                <a16:creationId xmlns:a16="http://schemas.microsoft.com/office/drawing/2014/main" id="{AA4C994A-5E5E-40B3-BF81-8C4A7A2169F1}"/>
              </a:ext>
            </a:extLst>
          </p:cNvPr>
          <p:cNvSpPr>
            <a:spLocks xmlns:a="http://schemas.openxmlformats.org/drawingml/2006/main" noGrp="1"/>
          </p:cNvSpPr>
          <p:nvPr/>
        </p:nvSpPr>
        <p:spPr>
          <a:xfrm xmlns:a="http://schemas.openxmlformats.org/drawingml/2006/main">
            <a:off x="666750" y="3714750"/>
            <a:ext cx="2381250" cy="800100"/>
          </a:xfrm>
          <a:prstGeom xmlns:a="http://schemas.openxmlformats.org/drawingml/2006/main" prst="rect">
            <a:avLst/>
          </a:prstGeom>
          <a:solidFill xmlns:a="http://schemas.openxmlformats.org/drawingml/2006/main">
            <a:srgbClr val="FFD0C1"/>
          </a:solidFill>
          <a:ln xmlns:a="http://schemas.openxmlformats.org/drawingml/2006/main" w="0">
            <a:solidFill>
              <a:srgbClr val="FFD0C1"/>
            </a:solidFill>
            <a:prstDash val="solid"/>
          </a:ln>
        </p:spPr>
      </p:sp>
      <p:sp>
        <p:nvSpPr>
          <p:cNvPr id="19" name="">
            <a:extLst xmlns:a="http://schemas.openxmlformats.org/drawingml/2006/main">
              <a:ext uri="{FF2B5EF4-FFF2-40B4-BE49-F238E27FC236}">
                <a16:creationId xmlns:a16="http://schemas.microsoft.com/office/drawing/2014/main" id="{97A8329C-3288-4FAF-8E1C-0D8A7A840B61}"/>
              </a:ext>
            </a:extLst>
          </p:cNvPr>
          <p:cNvSpPr>
            <a:spLocks xmlns:a="http://schemas.openxmlformats.org/drawingml/2006/main" noGrp="1"/>
          </p:cNvSpPr>
          <p:nvPr/>
        </p:nvSpPr>
        <p:spPr>
          <a:xfrm xmlns:a="http://schemas.openxmlformats.org/drawingml/2006/main">
            <a:off x="8001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DESIGN / BRAND</a:t>
            </a:r>
          </a:p>
        </p:txBody>
      </p:sp>
      <p:sp>
        <p:nvSpPr>
          <p:cNvPr id="20" name="">
            <a:extLst xmlns:a="http://schemas.openxmlformats.org/drawingml/2006/main">
              <a:ext uri="{FF2B5EF4-FFF2-40B4-BE49-F238E27FC236}">
                <a16:creationId xmlns:a16="http://schemas.microsoft.com/office/drawing/2014/main" id="{1DEF0CF8-3E53-4E78-844B-3A9968DFFE3E}"/>
              </a:ext>
            </a:extLst>
          </p:cNvPr>
          <p:cNvSpPr>
            <a:spLocks xmlns:a="http://schemas.openxmlformats.org/drawingml/2006/main" noGrp="1"/>
          </p:cNvSpPr>
          <p:nvPr/>
        </p:nvSpPr>
        <p:spPr>
          <a:xfrm xmlns:a="http://schemas.openxmlformats.org/drawingml/2006/main">
            <a:off x="8001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Figma · Frontify · Bynder</a:t>
            </a:r>
          </a:p>
        </p:txBody>
      </p:sp>
      <p:sp>
        <p:nvSpPr>
          <p:cNvPr id="21" name="">
            <a:extLst xmlns:a="http://schemas.openxmlformats.org/drawingml/2006/main">
              <a:ext uri="{FF2B5EF4-FFF2-40B4-BE49-F238E27FC236}">
                <a16:creationId xmlns:a16="http://schemas.microsoft.com/office/drawing/2014/main" id="{65EE329D-A7DD-4B88-B65C-B32106A3C212}"/>
              </a:ext>
            </a:extLst>
          </p:cNvPr>
          <p:cNvSpPr>
            <a:spLocks xmlns:a="http://schemas.openxmlformats.org/drawingml/2006/main" noGrp="1"/>
          </p:cNvSpPr>
          <p:nvPr/>
        </p:nvSpPr>
        <p:spPr>
          <a:xfrm xmlns:a="http://schemas.openxmlformats.org/drawingml/2006/main">
            <a:off x="666750" y="5162550"/>
            <a:ext cx="2381250" cy="800100"/>
          </a:xfrm>
          <a:prstGeom xmlns:a="http://schemas.openxmlformats.org/drawingml/2006/main" prst="rect">
            <a:avLst/>
          </a:prstGeom>
          <a:solidFill xmlns:a="http://schemas.openxmlformats.org/drawingml/2006/main">
            <a:srgbClr val="FFF8AA"/>
          </a:solidFill>
          <a:ln xmlns:a="http://schemas.openxmlformats.org/drawingml/2006/main" w="0">
            <a:solidFill>
              <a:srgbClr val="FFF8AA"/>
            </a:solidFill>
            <a:prstDash val="solid"/>
          </a:ln>
        </p:spPr>
      </p:sp>
      <p:sp>
        <p:nvSpPr>
          <p:cNvPr id="22" name="">
            <a:extLst xmlns:a="http://schemas.openxmlformats.org/drawingml/2006/main">
              <a:ext uri="{FF2B5EF4-FFF2-40B4-BE49-F238E27FC236}">
                <a16:creationId xmlns:a16="http://schemas.microsoft.com/office/drawing/2014/main" id="{CDA5212A-2621-44A0-8EEC-573D649F5B03}"/>
              </a:ext>
            </a:extLst>
          </p:cNvPr>
          <p:cNvSpPr>
            <a:spLocks xmlns:a="http://schemas.openxmlformats.org/drawingml/2006/main" noGrp="1"/>
          </p:cNvSpPr>
          <p:nvPr/>
        </p:nvSpPr>
        <p:spPr>
          <a:xfrm xmlns:a="http://schemas.openxmlformats.org/drawingml/2006/main">
            <a:off x="8001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CMS / EXPERIENCE</a:t>
            </a:r>
          </a:p>
        </p:txBody>
      </p:sp>
      <p:sp>
        <p:nvSpPr>
          <p:cNvPr id="23" name="">
            <a:extLst xmlns:a="http://schemas.openxmlformats.org/drawingml/2006/main">
              <a:ext uri="{FF2B5EF4-FFF2-40B4-BE49-F238E27FC236}">
                <a16:creationId xmlns:a16="http://schemas.microsoft.com/office/drawing/2014/main" id="{661A58F6-9EE1-4FB3-8FF0-1EF24FA81E0A}"/>
              </a:ext>
            </a:extLst>
          </p:cNvPr>
          <p:cNvSpPr>
            <a:spLocks xmlns:a="http://schemas.openxmlformats.org/drawingml/2006/main" noGrp="1"/>
          </p:cNvSpPr>
          <p:nvPr/>
        </p:nvSpPr>
        <p:spPr>
          <a:xfrm xmlns:a="http://schemas.openxmlformats.org/drawingml/2006/main">
            <a:off x="8001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Contentful · Storyblok · AEM</a:t>
            </a:r>
          </a:p>
        </p:txBody>
      </p:sp>
      <p:sp>
        <p:nvSpPr>
          <p:cNvPr id="24" name="">
            <a:extLst xmlns:a="http://schemas.openxmlformats.org/drawingml/2006/main">
              <a:ext uri="{FF2B5EF4-FFF2-40B4-BE49-F238E27FC236}">
                <a16:creationId xmlns:a16="http://schemas.microsoft.com/office/drawing/2014/main" id="{0A7506C4-6421-4EC3-AC15-AAB2B19934D9}"/>
              </a:ext>
            </a:extLst>
          </p:cNvPr>
          <p:cNvSpPr>
            <a:spLocks xmlns:a="http://schemas.openxmlformats.org/drawingml/2006/main" noGrp="1"/>
          </p:cNvSpPr>
          <p:nvPr/>
        </p:nvSpPr>
        <p:spPr>
          <a:xfrm xmlns:a="http://schemas.openxmlformats.org/drawingml/2006/main">
            <a:off x="86296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25" name="">
            <a:extLst xmlns:a="http://schemas.openxmlformats.org/drawingml/2006/main">
              <a:ext uri="{FF2B5EF4-FFF2-40B4-BE49-F238E27FC236}">
                <a16:creationId xmlns:a16="http://schemas.microsoft.com/office/drawing/2014/main" id="{E965F2BD-66F8-45E5-B348-9C879AEC2A97}"/>
              </a:ext>
            </a:extLst>
          </p:cNvPr>
          <p:cNvSpPr>
            <a:spLocks xmlns:a="http://schemas.openxmlformats.org/drawingml/2006/main" noGrp="1"/>
          </p:cNvSpPr>
          <p:nvPr/>
        </p:nvSpPr>
        <p:spPr>
          <a:xfrm xmlns:a="http://schemas.openxmlformats.org/drawingml/2006/main">
            <a:off x="87630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ANALYTICS / QUALITY</a:t>
            </a:r>
          </a:p>
        </p:txBody>
      </p:sp>
      <p:sp>
        <p:nvSpPr>
          <p:cNvPr id="26" name="">
            <a:extLst xmlns:a="http://schemas.openxmlformats.org/drawingml/2006/main">
              <a:ext uri="{FF2B5EF4-FFF2-40B4-BE49-F238E27FC236}">
                <a16:creationId xmlns:a16="http://schemas.microsoft.com/office/drawing/2014/main" id="{93535A01-A02B-4B6A-9073-4C26C504A2CA}"/>
              </a:ext>
            </a:extLst>
          </p:cNvPr>
          <p:cNvSpPr>
            <a:spLocks xmlns:a="http://schemas.openxmlformats.org/drawingml/2006/main" noGrp="1"/>
          </p:cNvSpPr>
          <p:nvPr/>
        </p:nvSpPr>
        <p:spPr>
          <a:xfrm xmlns:a="http://schemas.openxmlformats.org/drawingml/2006/main">
            <a:off x="87630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Search Console · Siteimprove</a:t>
            </a:r>
          </a:p>
        </p:txBody>
      </p:sp>
      <p:sp>
        <p:nvSpPr>
          <p:cNvPr id="27" name="">
            <a:extLst xmlns:a="http://schemas.openxmlformats.org/drawingml/2006/main">
              <a:ext uri="{FF2B5EF4-FFF2-40B4-BE49-F238E27FC236}">
                <a16:creationId xmlns:a16="http://schemas.microsoft.com/office/drawing/2014/main" id="{80F42F01-E838-447C-BCE9-B4E7E921484E}"/>
              </a:ext>
            </a:extLst>
          </p:cNvPr>
          <p:cNvSpPr>
            <a:spLocks xmlns:a="http://schemas.openxmlformats.org/drawingml/2006/main" noGrp="1"/>
          </p:cNvSpPr>
          <p:nvPr/>
        </p:nvSpPr>
        <p:spPr>
          <a:xfrm xmlns:a="http://schemas.openxmlformats.org/drawingml/2006/main">
            <a:off x="8629650" y="3714750"/>
            <a:ext cx="2381250" cy="80010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28" name="">
            <a:extLst xmlns:a="http://schemas.openxmlformats.org/drawingml/2006/main">
              <a:ext uri="{FF2B5EF4-FFF2-40B4-BE49-F238E27FC236}">
                <a16:creationId xmlns:a16="http://schemas.microsoft.com/office/drawing/2014/main" id="{41291871-09DC-4F50-A73F-712057FA8801}"/>
              </a:ext>
            </a:extLst>
          </p:cNvPr>
          <p:cNvSpPr>
            <a:spLocks xmlns:a="http://schemas.openxmlformats.org/drawingml/2006/main" noGrp="1"/>
          </p:cNvSpPr>
          <p:nvPr/>
        </p:nvSpPr>
        <p:spPr>
          <a:xfrm xmlns:a="http://schemas.openxmlformats.org/drawingml/2006/main">
            <a:off x="87630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COLLABORATION</a:t>
            </a:r>
          </a:p>
        </p:txBody>
      </p:sp>
      <p:sp>
        <p:nvSpPr>
          <p:cNvPr id="29" name="">
            <a:extLst xmlns:a="http://schemas.openxmlformats.org/drawingml/2006/main">
              <a:ext uri="{FF2B5EF4-FFF2-40B4-BE49-F238E27FC236}">
                <a16:creationId xmlns:a16="http://schemas.microsoft.com/office/drawing/2014/main" id="{8E44F83F-12CF-4FC6-B02F-47C8AE4B5EE2}"/>
              </a:ext>
            </a:extLst>
          </p:cNvPr>
          <p:cNvSpPr>
            <a:spLocks xmlns:a="http://schemas.openxmlformats.org/drawingml/2006/main" noGrp="1"/>
          </p:cNvSpPr>
          <p:nvPr/>
        </p:nvSpPr>
        <p:spPr>
          <a:xfrm xmlns:a="http://schemas.openxmlformats.org/drawingml/2006/main">
            <a:off x="87630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SharePoint · Teams · Slack</a:t>
            </a:r>
          </a:p>
        </p:txBody>
      </p:sp>
      <p:sp>
        <p:nvSpPr>
          <p:cNvPr id="30" name="">
            <a:extLst xmlns:a="http://schemas.openxmlformats.org/drawingml/2006/main">
              <a:ext uri="{FF2B5EF4-FFF2-40B4-BE49-F238E27FC236}">
                <a16:creationId xmlns:a16="http://schemas.microsoft.com/office/drawing/2014/main" id="{71478748-36BA-4DE0-9284-22D23298D482}"/>
              </a:ext>
            </a:extLst>
          </p:cNvPr>
          <p:cNvSpPr>
            <a:spLocks xmlns:a="http://schemas.openxmlformats.org/drawingml/2006/main" noGrp="1"/>
          </p:cNvSpPr>
          <p:nvPr/>
        </p:nvSpPr>
        <p:spPr>
          <a:xfrm xmlns:a="http://schemas.openxmlformats.org/drawingml/2006/main">
            <a:off x="8629650" y="5162550"/>
            <a:ext cx="2381250" cy="80010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31" name="">
            <a:extLst xmlns:a="http://schemas.openxmlformats.org/drawingml/2006/main">
              <a:ext uri="{FF2B5EF4-FFF2-40B4-BE49-F238E27FC236}">
                <a16:creationId xmlns:a16="http://schemas.microsoft.com/office/drawing/2014/main" id="{0EF56151-888B-4D72-B780-048F481FD74A}"/>
              </a:ext>
            </a:extLst>
          </p:cNvPr>
          <p:cNvSpPr>
            <a:spLocks xmlns:a="http://schemas.openxmlformats.org/drawingml/2006/main" noGrp="1"/>
          </p:cNvSpPr>
          <p:nvPr/>
        </p:nvSpPr>
        <p:spPr>
          <a:xfrm xmlns:a="http://schemas.openxmlformats.org/drawingml/2006/main">
            <a:off x="87630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EIGENE SYSTEME</a:t>
            </a:r>
          </a:p>
        </p:txBody>
      </p:sp>
      <p:sp>
        <p:nvSpPr>
          <p:cNvPr id="32" name="">
            <a:extLst xmlns:a="http://schemas.openxmlformats.org/drawingml/2006/main">
              <a:ext uri="{FF2B5EF4-FFF2-40B4-BE49-F238E27FC236}">
                <a16:creationId xmlns:a16="http://schemas.microsoft.com/office/drawing/2014/main" id="{E7EE31D7-5985-4D32-99D1-CF2F2A199969}"/>
              </a:ext>
            </a:extLst>
          </p:cNvPr>
          <p:cNvSpPr>
            <a:spLocks xmlns:a="http://schemas.openxmlformats.org/drawingml/2006/main" noGrp="1"/>
          </p:cNvSpPr>
          <p:nvPr/>
        </p:nvSpPr>
        <p:spPr>
          <a:xfrm xmlns:a="http://schemas.openxmlformats.org/drawingml/2006/main">
            <a:off x="87630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DWH · DAM · PIM · CRM</a:t>
            </a:r>
          </a:p>
        </p:txBody>
      </p:sp>
      <p:sp>
        <p:nvSpPr>
          <p:cNvPr id="33" name="">
            <a:extLst xmlns:a="http://schemas.openxmlformats.org/drawingml/2006/main">
              <a:ext uri="{FF2B5EF4-FFF2-40B4-BE49-F238E27FC236}">
                <a16:creationId xmlns:a16="http://schemas.microsoft.com/office/drawing/2014/main" id="{57A32362-492C-40BA-9407-576E60F98CDC}"/>
              </a:ext>
            </a:extLst>
          </p:cNvPr>
          <p:cNvSpPr>
            <a:spLocks xmlns:a="http://schemas.openxmlformats.org/drawingml/2006/main" noGrp="1"/>
          </p:cNvSpPr>
          <p:nvPr/>
        </p:nvSpPr>
        <p:spPr>
          <a:xfrm xmlns:a="http://schemas.openxmlformats.org/drawingml/2006/main">
            <a:off x="4857750" y="21526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DATEN HINEIN</a:t>
            </a:r>
          </a:p>
        </p:txBody>
      </p:sp>
      <p:sp>
        <p:nvSpPr>
          <p:cNvPr id="34" name="">
            <a:extLst xmlns:a="http://schemas.openxmlformats.org/drawingml/2006/main">
              <a:ext uri="{FF2B5EF4-FFF2-40B4-BE49-F238E27FC236}">
                <a16:creationId xmlns:a16="http://schemas.microsoft.com/office/drawing/2014/main" id="{A58EDD4C-09EE-40F5-AD30-2FBB93EFD2FA}"/>
              </a:ext>
            </a:extLst>
          </p:cNvPr>
          <p:cNvSpPr>
            <a:spLocks xmlns:a="http://schemas.openxmlformats.org/drawingml/2006/main" noGrp="1"/>
          </p:cNvSpPr>
          <p:nvPr/>
        </p:nvSpPr>
        <p:spPr>
          <a:xfrm xmlns:a="http://schemas.openxmlformats.org/drawingml/2006/main">
            <a:off x="4171950" y="4953000"/>
            <a:ext cx="3848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00CA55"/>
                </a:solidFill>
                <a:latin typeface="IBM Plex Mono"/>
                <a:ea typeface="IBM Plex Mono"/>
                <a:cs typeface="IBM Plex Mono"/>
              </a:defRPr>
            </a:pPr>
            <a:r>
              <a:rPr sz="750" b="1">
                <a:solidFill>
                  <a:srgbClr val="00CA55"/>
                </a:solidFill>
                <a:latin typeface="IBM Plex Mono"/>
                <a:ea typeface="IBM Plex Mono"/>
                <a:cs typeface="IBM Plex Mono"/>
              </a:rPr>
              <a:t>AKTIONEN HINAUS · ERKENNTNISSE ZURÜCK</a:t>
            </a:r>
          </a:p>
        </p:txBody>
      </p:sp>
      <p:sp>
        <p:nvSpPr>
          <p:cNvPr id="35" name="">
            <a:extLst xmlns:a="http://schemas.openxmlformats.org/drawingml/2006/main">
              <a:ext uri="{FF2B5EF4-FFF2-40B4-BE49-F238E27FC236}">
                <a16:creationId xmlns:a16="http://schemas.microsoft.com/office/drawing/2014/main" id="{9DAA6830-8D0C-4564-A935-9C1A72C308F7}"/>
              </a:ext>
            </a:extLst>
          </p:cNvPr>
          <p:cNvSpPr>
            <a:spLocks xmlns:a="http://schemas.openxmlformats.org/drawingml/2006/main" noGrp="1"/>
          </p:cNvSpPr>
          <p:nvPr/>
        </p:nvSpPr>
        <p:spPr>
          <a:xfrm xmlns:a="http://schemas.openxmlformats.org/drawingml/2006/main">
            <a:off x="457200" y="6419850"/>
            <a:ext cx="1000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Toolnamen sind Integrationsbeispiele, keine pauschale Zusage einer produktiven Standardintegration.</a:t>
            </a:r>
          </a:p>
        </p:txBody>
      </p:sp>
    </p:spTree>
    <p:extLst>
      <p:ext uri="{BB962C8B-B14F-4D97-AF65-F5344CB8AC3E}">
        <p14:creationId xmlns:p14="http://schemas.microsoft.com/office/powerpoint/2010/main" val="1990050814"/>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0E1F319-E463-4831-B394-B5993A56E8B2}"/>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GOVERNANCE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86cc961d63c491e"/>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BACD419-AF5E-47CB-8239-0408F1602FE7}"/>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18</a:t>
            </a:r>
          </a:p>
        </p:txBody>
      </p:sp>
      <p:sp>
        <p:nvSpPr>
          <p:cNvPr id="4" name="">
            <a:extLst xmlns:a="http://schemas.openxmlformats.org/drawingml/2006/main">
              <a:ext uri="{FF2B5EF4-FFF2-40B4-BE49-F238E27FC236}">
                <a16:creationId xmlns:a16="http://schemas.microsoft.com/office/drawing/2014/main" id="{C282F6B5-79EF-4997-89F9-26D02D24123B}"/>
              </a:ext>
            </a:extLst>
          </p:cNvPr>
          <p:cNvSpPr>
            <a:spLocks xmlns:a="http://schemas.openxmlformats.org/drawingml/2006/main" noGrp="1"/>
          </p:cNvSpPr>
          <p:nvPr/>
        </p:nvSpPr>
        <p:spPr>
          <a:xfrm xmlns:a="http://schemas.openxmlformats.org/drawingml/2006/main">
            <a:off x="457200" y="781050"/>
            <a:ext cx="1019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FFFFFF"/>
                </a:solidFill>
                <a:latin typeface="Noto Sans JP"/>
                <a:ea typeface="Noto Sans JP"/>
                <a:cs typeface="Noto Sans JP"/>
              </a:defRPr>
            </a:pPr>
            <a:r>
              <a:rPr sz="2850" b="1">
                <a:solidFill>
                  <a:srgbClr val="FFFFFF"/>
                </a:solidFill>
                <a:latin typeface="Noto Sans JP"/>
                <a:ea typeface="Noto Sans JP"/>
                <a:cs typeface="Noto Sans JP"/>
              </a:rPr>
              <a:t>Mehr Autonomie braucht bessere Nachvollziehbarkeit.</a:t>
            </a:r>
          </a:p>
        </p:txBody>
      </p:sp>
      <p:sp>
        <p:nvSpPr>
          <p:cNvPr id="5" name="">
            <a:extLst xmlns:a="http://schemas.openxmlformats.org/drawingml/2006/main">
              <a:ext uri="{FF2B5EF4-FFF2-40B4-BE49-F238E27FC236}">
                <a16:creationId xmlns:a16="http://schemas.microsoft.com/office/drawing/2014/main" id="{6F7AA901-43E3-4D60-90D3-8C77EB7E4CC8}"/>
              </a:ext>
            </a:extLst>
          </p:cNvPr>
          <p:cNvSpPr>
            <a:spLocks xmlns:a="http://schemas.openxmlformats.org/drawingml/2006/main" noGrp="1"/>
          </p:cNvSpPr>
          <p:nvPr/>
        </p:nvSpPr>
        <p:spPr>
          <a:xfrm xmlns:a="http://schemas.openxmlformats.org/drawingml/2006/main">
            <a:off x="457200" y="14287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FFFFFF"/>
                </a:solidFill>
                <a:latin typeface="Noto Sans JP Light"/>
                <a:ea typeface="Noto Sans JP Light"/>
                <a:cs typeface="Noto Sans JP Light"/>
              </a:defRPr>
            </a:pPr>
            <a:r>
              <a:rPr sz="1200" b="1">
                <a:solidFill>
                  <a:srgbClr val="FFFFFF"/>
                </a:solidFill>
                <a:latin typeface="Noto Sans JP Light"/>
                <a:ea typeface="Noto Sans JP Light"/>
                <a:cs typeface="Noto Sans JP Light"/>
              </a:rPr>
              <a:t>Jede belastbare Entscheidung braucht Herkunft, Einordnung, Verantwortlichkeit und einen sichtbaren Verlauf.</a:t>
            </a:r>
          </a:p>
        </p:txBody>
      </p:sp>
      <p:sp>
        <p:nvSpPr>
          <p:cNvPr id="6" name="">
            <a:extLst xmlns:a="http://schemas.openxmlformats.org/drawingml/2006/main">
              <a:ext uri="{FF2B5EF4-FFF2-40B4-BE49-F238E27FC236}">
                <a16:creationId xmlns:a16="http://schemas.microsoft.com/office/drawing/2014/main" id="{614AB57F-E0BB-40B6-B4C1-4FF60F55B6F6}"/>
              </a:ext>
            </a:extLst>
          </p:cNvPr>
          <p:cNvSpPr>
            <a:spLocks xmlns:a="http://schemas.openxmlformats.org/drawingml/2006/main" noGrp="1"/>
          </p:cNvSpPr>
          <p:nvPr/>
        </p:nvSpPr>
        <p:spPr>
          <a:xfrm xmlns:a="http://schemas.openxmlformats.org/drawingml/2006/main">
            <a:off x="1047750" y="3190875"/>
            <a:ext cx="9620250" cy="381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4856A9DD-53D2-47EC-9597-9114B080CCB9}"/>
              </a:ext>
            </a:extLst>
          </p:cNvPr>
          <p:cNvSpPr>
            <a:spLocks xmlns:a="http://schemas.openxmlformats.org/drawingml/2006/main" noGrp="1"/>
          </p:cNvSpPr>
          <p:nvPr/>
        </p:nvSpPr>
        <p:spPr>
          <a:xfrm xmlns:a="http://schemas.openxmlformats.org/drawingml/2006/main">
            <a:off x="666750" y="2686050"/>
            <a:ext cx="1676400" cy="110490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8" name="">
            <a:extLst xmlns:a="http://schemas.openxmlformats.org/drawingml/2006/main">
              <a:ext uri="{FF2B5EF4-FFF2-40B4-BE49-F238E27FC236}">
                <a16:creationId xmlns:a16="http://schemas.microsoft.com/office/drawing/2014/main" id="{661ABB91-4C55-4D2F-BBC3-9CE0A6D05B75}"/>
              </a:ext>
            </a:extLst>
          </p:cNvPr>
          <p:cNvSpPr>
            <a:spLocks xmlns:a="http://schemas.openxmlformats.org/drawingml/2006/main" noGrp="1"/>
          </p:cNvSpPr>
          <p:nvPr/>
        </p:nvSpPr>
        <p:spPr>
          <a:xfrm xmlns:a="http://schemas.openxmlformats.org/drawingml/2006/main">
            <a:off x="781050" y="28003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01</a:t>
            </a:r>
          </a:p>
        </p:txBody>
      </p:sp>
      <p:sp>
        <p:nvSpPr>
          <p:cNvPr id="9" name="">
            <a:extLst xmlns:a="http://schemas.openxmlformats.org/drawingml/2006/main">
              <a:ext uri="{FF2B5EF4-FFF2-40B4-BE49-F238E27FC236}">
                <a16:creationId xmlns:a16="http://schemas.microsoft.com/office/drawing/2014/main" id="{E4DFE4CC-1139-4FD0-B0F7-AAD2AE39EFDB}"/>
              </a:ext>
            </a:extLst>
          </p:cNvPr>
          <p:cNvSpPr>
            <a:spLocks xmlns:a="http://schemas.openxmlformats.org/drawingml/2006/main" noGrp="1"/>
          </p:cNvSpPr>
          <p:nvPr/>
        </p:nvSpPr>
        <p:spPr>
          <a:xfrm xmlns:a="http://schemas.openxmlformats.org/drawingml/2006/main">
            <a:off x="781050" y="310515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buNone/>
              <a:defRPr sz="1050" b="1">
                <a:solidFill>
                  <a:srgbClr val="111111"/>
                </a:solidFill>
                <a:latin typeface="Noto Sans JP"/>
                <a:ea typeface="Noto Sans JP"/>
                <a:cs typeface="Noto Sans JP"/>
              </a:defRPr>
            </a:pPr>
            <a:r>
              <a:rPr sz="1050" b="1">
                <a:solidFill>
                  <a:srgbClr val="111111"/>
                </a:solidFill>
                <a:latin typeface="Noto Sans JP"/>
                <a:ea typeface="Noto Sans JP"/>
                <a:cs typeface="Noto Sans JP"/>
              </a:rPr>
              <a:t>QUELLE</a:t>
            </a:r>
          </a:p>
        </p:txBody>
      </p:sp>
      <p:sp>
        <p:nvSpPr>
          <p:cNvPr id="10" name="">
            <a:extLst xmlns:a="http://schemas.openxmlformats.org/drawingml/2006/main">
              <a:ext uri="{FF2B5EF4-FFF2-40B4-BE49-F238E27FC236}">
                <a16:creationId xmlns:a16="http://schemas.microsoft.com/office/drawing/2014/main" id="{ADDF7D13-DA2E-447E-8715-0736668C7E9D}"/>
              </a:ext>
            </a:extLst>
          </p:cNvPr>
          <p:cNvSpPr>
            <a:spLocks xmlns:a="http://schemas.openxmlformats.org/drawingml/2006/main" noGrp="1"/>
          </p:cNvSpPr>
          <p:nvPr/>
        </p:nvSpPr>
        <p:spPr>
          <a:xfrm xmlns:a="http://schemas.openxmlformats.org/drawingml/2006/main">
            <a:off x="781050" y="3390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Herkunft</a:t>
            </a:r>
          </a:p>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 Aktualität</a:t>
            </a:r>
          </a:p>
        </p:txBody>
      </p:sp>
      <p:sp>
        <p:nvSpPr>
          <p:cNvPr id="11" name="">
            <a:extLst xmlns:a="http://schemas.openxmlformats.org/drawingml/2006/main">
              <a:ext uri="{FF2B5EF4-FFF2-40B4-BE49-F238E27FC236}">
                <a16:creationId xmlns:a16="http://schemas.microsoft.com/office/drawing/2014/main" id="{CABB346E-05C6-4360-960B-02BFF458BF42}"/>
              </a:ext>
            </a:extLst>
          </p:cNvPr>
          <p:cNvSpPr>
            <a:spLocks xmlns:a="http://schemas.openxmlformats.org/drawingml/2006/main" noGrp="1"/>
          </p:cNvSpPr>
          <p:nvPr/>
        </p:nvSpPr>
        <p:spPr>
          <a:xfrm xmlns:a="http://schemas.openxmlformats.org/drawingml/2006/main">
            <a:off x="2819400" y="2686050"/>
            <a:ext cx="1676400" cy="11049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2" name="">
            <a:extLst xmlns:a="http://schemas.openxmlformats.org/drawingml/2006/main">
              <a:ext uri="{FF2B5EF4-FFF2-40B4-BE49-F238E27FC236}">
                <a16:creationId xmlns:a16="http://schemas.microsoft.com/office/drawing/2014/main" id="{3C998E26-E935-47FC-A64B-A7F78A23C104}"/>
              </a:ext>
            </a:extLst>
          </p:cNvPr>
          <p:cNvSpPr>
            <a:spLocks xmlns:a="http://schemas.openxmlformats.org/drawingml/2006/main" noGrp="1"/>
          </p:cNvSpPr>
          <p:nvPr/>
        </p:nvSpPr>
        <p:spPr>
          <a:xfrm xmlns:a="http://schemas.openxmlformats.org/drawingml/2006/main">
            <a:off x="2933700" y="28003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02</a:t>
            </a:r>
          </a:p>
        </p:txBody>
      </p:sp>
      <p:sp>
        <p:nvSpPr>
          <p:cNvPr id="13" name="">
            <a:extLst xmlns:a="http://schemas.openxmlformats.org/drawingml/2006/main">
              <a:ext uri="{FF2B5EF4-FFF2-40B4-BE49-F238E27FC236}">
                <a16:creationId xmlns:a16="http://schemas.microsoft.com/office/drawing/2014/main" id="{30CAA6C1-8A14-4A5B-94D1-49E458B17BAC}"/>
              </a:ext>
            </a:extLst>
          </p:cNvPr>
          <p:cNvSpPr>
            <a:spLocks xmlns:a="http://schemas.openxmlformats.org/drawingml/2006/main" noGrp="1"/>
          </p:cNvSpPr>
          <p:nvPr/>
        </p:nvSpPr>
        <p:spPr>
          <a:xfrm xmlns:a="http://schemas.openxmlformats.org/drawingml/2006/main">
            <a:off x="2933700" y="310515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buNone/>
              <a:defRPr sz="1050" b="1">
                <a:solidFill>
                  <a:srgbClr val="111111"/>
                </a:solidFill>
                <a:latin typeface="Noto Sans JP"/>
                <a:ea typeface="Noto Sans JP"/>
                <a:cs typeface="Noto Sans JP"/>
              </a:defRPr>
            </a:pPr>
            <a:r>
              <a:rPr sz="1050" b="1">
                <a:solidFill>
                  <a:srgbClr val="111111"/>
                </a:solidFill>
                <a:latin typeface="Noto Sans JP"/>
                <a:ea typeface="Noto Sans JP"/>
                <a:cs typeface="Noto Sans JP"/>
              </a:rPr>
              <a:t>EINORDNUNG</a:t>
            </a:r>
          </a:p>
        </p:txBody>
      </p:sp>
      <p:sp>
        <p:nvSpPr>
          <p:cNvPr id="14" name="">
            <a:extLst xmlns:a="http://schemas.openxmlformats.org/drawingml/2006/main">
              <a:ext uri="{FF2B5EF4-FFF2-40B4-BE49-F238E27FC236}">
                <a16:creationId xmlns:a16="http://schemas.microsoft.com/office/drawing/2014/main" id="{1A946F83-00ED-4B41-B9EE-944C396C533C}"/>
              </a:ext>
            </a:extLst>
          </p:cNvPr>
          <p:cNvSpPr>
            <a:spLocks xmlns:a="http://schemas.openxmlformats.org/drawingml/2006/main" noGrp="1"/>
          </p:cNvSpPr>
          <p:nvPr/>
        </p:nvSpPr>
        <p:spPr>
          <a:xfrm xmlns:a="http://schemas.openxmlformats.org/drawingml/2006/main">
            <a:off x="2933700" y="3390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Fakt oder</a:t>
            </a:r>
          </a:p>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Interpretation</a:t>
            </a:r>
          </a:p>
        </p:txBody>
      </p:sp>
      <p:sp>
        <p:nvSpPr>
          <p:cNvPr id="15" name="">
            <a:extLst xmlns:a="http://schemas.openxmlformats.org/drawingml/2006/main">
              <a:ext uri="{FF2B5EF4-FFF2-40B4-BE49-F238E27FC236}">
                <a16:creationId xmlns:a16="http://schemas.microsoft.com/office/drawing/2014/main" id="{C323F200-2D7D-423C-8BF4-030BA22FAA86}"/>
              </a:ext>
            </a:extLst>
          </p:cNvPr>
          <p:cNvSpPr>
            <a:spLocks xmlns:a="http://schemas.openxmlformats.org/drawingml/2006/main" noGrp="1"/>
          </p:cNvSpPr>
          <p:nvPr/>
        </p:nvSpPr>
        <p:spPr>
          <a:xfrm xmlns:a="http://schemas.openxmlformats.org/drawingml/2006/main">
            <a:off x="4972050" y="2686050"/>
            <a:ext cx="1676400" cy="110490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16" name="">
            <a:extLst xmlns:a="http://schemas.openxmlformats.org/drawingml/2006/main">
              <a:ext uri="{FF2B5EF4-FFF2-40B4-BE49-F238E27FC236}">
                <a16:creationId xmlns:a16="http://schemas.microsoft.com/office/drawing/2014/main" id="{647C213B-C1D4-4DEC-8AF2-C11FC5B524A2}"/>
              </a:ext>
            </a:extLst>
          </p:cNvPr>
          <p:cNvSpPr>
            <a:spLocks xmlns:a="http://schemas.openxmlformats.org/drawingml/2006/main" noGrp="1"/>
          </p:cNvSpPr>
          <p:nvPr/>
        </p:nvSpPr>
        <p:spPr>
          <a:xfrm xmlns:a="http://schemas.openxmlformats.org/drawingml/2006/main">
            <a:off x="5086350" y="28003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03</a:t>
            </a:r>
          </a:p>
        </p:txBody>
      </p:sp>
      <p:sp>
        <p:nvSpPr>
          <p:cNvPr id="17" name="">
            <a:extLst xmlns:a="http://schemas.openxmlformats.org/drawingml/2006/main">
              <a:ext uri="{FF2B5EF4-FFF2-40B4-BE49-F238E27FC236}">
                <a16:creationId xmlns:a16="http://schemas.microsoft.com/office/drawing/2014/main" id="{7F8FDFBC-78CE-4010-8119-B6EB9A0E3961}"/>
              </a:ext>
            </a:extLst>
          </p:cNvPr>
          <p:cNvSpPr>
            <a:spLocks xmlns:a="http://schemas.openxmlformats.org/drawingml/2006/main" noGrp="1"/>
          </p:cNvSpPr>
          <p:nvPr/>
        </p:nvSpPr>
        <p:spPr>
          <a:xfrm xmlns:a="http://schemas.openxmlformats.org/drawingml/2006/main">
            <a:off x="5086350" y="310515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buNone/>
              <a:defRPr sz="1050" b="1">
                <a:solidFill>
                  <a:srgbClr val="111111"/>
                </a:solidFill>
                <a:latin typeface="Noto Sans JP"/>
                <a:ea typeface="Noto Sans JP"/>
                <a:cs typeface="Noto Sans JP"/>
              </a:defRPr>
            </a:pPr>
            <a:r>
              <a:rPr sz="1050" b="1">
                <a:solidFill>
                  <a:srgbClr val="111111"/>
                </a:solidFill>
                <a:latin typeface="Noto Sans JP"/>
                <a:ea typeface="Noto Sans JP"/>
                <a:cs typeface="Noto Sans JP"/>
              </a:rPr>
              <a:t>SIMULATION</a:t>
            </a:r>
          </a:p>
        </p:txBody>
      </p:sp>
      <p:sp>
        <p:nvSpPr>
          <p:cNvPr id="18" name="">
            <a:extLst xmlns:a="http://schemas.openxmlformats.org/drawingml/2006/main">
              <a:ext uri="{FF2B5EF4-FFF2-40B4-BE49-F238E27FC236}">
                <a16:creationId xmlns:a16="http://schemas.microsoft.com/office/drawing/2014/main" id="{05CBE2E3-0227-4135-80D4-20FE9117AC46}"/>
              </a:ext>
            </a:extLst>
          </p:cNvPr>
          <p:cNvSpPr>
            <a:spLocks xmlns:a="http://schemas.openxmlformats.org/drawingml/2006/main" noGrp="1"/>
          </p:cNvSpPr>
          <p:nvPr/>
        </p:nvSpPr>
        <p:spPr>
          <a:xfrm xmlns:a="http://schemas.openxmlformats.org/drawingml/2006/main">
            <a:off x="5086350" y="3390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Hypothese oder</a:t>
            </a:r>
          </a:p>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Persona-Sicht</a:t>
            </a:r>
          </a:p>
        </p:txBody>
      </p:sp>
      <p:sp>
        <p:nvSpPr>
          <p:cNvPr id="19" name="">
            <a:extLst xmlns:a="http://schemas.openxmlformats.org/drawingml/2006/main">
              <a:ext uri="{FF2B5EF4-FFF2-40B4-BE49-F238E27FC236}">
                <a16:creationId xmlns:a16="http://schemas.microsoft.com/office/drawing/2014/main" id="{F4F5918F-D18A-401A-AED5-1B0889831F42}"/>
              </a:ext>
            </a:extLst>
          </p:cNvPr>
          <p:cNvSpPr>
            <a:spLocks xmlns:a="http://schemas.openxmlformats.org/drawingml/2006/main" noGrp="1"/>
          </p:cNvSpPr>
          <p:nvPr/>
        </p:nvSpPr>
        <p:spPr>
          <a:xfrm xmlns:a="http://schemas.openxmlformats.org/drawingml/2006/main">
            <a:off x="7124700" y="2686050"/>
            <a:ext cx="1676400" cy="110490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0" name="">
            <a:extLst xmlns:a="http://schemas.openxmlformats.org/drawingml/2006/main">
              <a:ext uri="{FF2B5EF4-FFF2-40B4-BE49-F238E27FC236}">
                <a16:creationId xmlns:a16="http://schemas.microsoft.com/office/drawing/2014/main" id="{FBA8D6BD-EAF4-491C-838C-E9079DC3996D}"/>
              </a:ext>
            </a:extLst>
          </p:cNvPr>
          <p:cNvSpPr>
            <a:spLocks xmlns:a="http://schemas.openxmlformats.org/drawingml/2006/main" noGrp="1"/>
          </p:cNvSpPr>
          <p:nvPr/>
        </p:nvSpPr>
        <p:spPr>
          <a:xfrm xmlns:a="http://schemas.openxmlformats.org/drawingml/2006/main">
            <a:off x="7239000" y="28003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04</a:t>
            </a:r>
          </a:p>
        </p:txBody>
      </p:sp>
      <p:sp>
        <p:nvSpPr>
          <p:cNvPr id="21" name="">
            <a:extLst xmlns:a="http://schemas.openxmlformats.org/drawingml/2006/main">
              <a:ext uri="{FF2B5EF4-FFF2-40B4-BE49-F238E27FC236}">
                <a16:creationId xmlns:a16="http://schemas.microsoft.com/office/drawing/2014/main" id="{A294E914-CFC9-4D03-9FE0-BE827246AC8B}"/>
              </a:ext>
            </a:extLst>
          </p:cNvPr>
          <p:cNvSpPr>
            <a:spLocks xmlns:a="http://schemas.openxmlformats.org/drawingml/2006/main" noGrp="1"/>
          </p:cNvSpPr>
          <p:nvPr/>
        </p:nvSpPr>
        <p:spPr>
          <a:xfrm xmlns:a="http://schemas.openxmlformats.org/drawingml/2006/main">
            <a:off x="7239000" y="310515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buNone/>
              <a:defRPr sz="1050" b="1">
                <a:solidFill>
                  <a:srgbClr val="111111"/>
                </a:solidFill>
                <a:latin typeface="Noto Sans JP"/>
                <a:ea typeface="Noto Sans JP"/>
                <a:cs typeface="Noto Sans JP"/>
              </a:defRPr>
            </a:pPr>
            <a:r>
              <a:rPr sz="1050" b="1">
                <a:solidFill>
                  <a:srgbClr val="111111"/>
                </a:solidFill>
                <a:latin typeface="Noto Sans JP"/>
                <a:ea typeface="Noto Sans JP"/>
                <a:cs typeface="Noto Sans JP"/>
              </a:rPr>
              <a:t>FREIGABE</a:t>
            </a:r>
          </a:p>
        </p:txBody>
      </p:sp>
      <p:sp>
        <p:nvSpPr>
          <p:cNvPr id="22" name="">
            <a:extLst xmlns:a="http://schemas.openxmlformats.org/drawingml/2006/main">
              <a:ext uri="{FF2B5EF4-FFF2-40B4-BE49-F238E27FC236}">
                <a16:creationId xmlns:a16="http://schemas.microsoft.com/office/drawing/2014/main" id="{562FF2BA-CCE6-400B-86AD-454EDC9AD910}"/>
              </a:ext>
            </a:extLst>
          </p:cNvPr>
          <p:cNvSpPr>
            <a:spLocks xmlns:a="http://schemas.openxmlformats.org/drawingml/2006/main" noGrp="1"/>
          </p:cNvSpPr>
          <p:nvPr/>
        </p:nvSpPr>
        <p:spPr>
          <a:xfrm xmlns:a="http://schemas.openxmlformats.org/drawingml/2006/main">
            <a:off x="7239000" y="3390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Rolle · Gate</a:t>
            </a:r>
          </a:p>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Entscheidung</a:t>
            </a:r>
          </a:p>
        </p:txBody>
      </p:sp>
      <p:sp>
        <p:nvSpPr>
          <p:cNvPr id="23" name="">
            <a:extLst xmlns:a="http://schemas.openxmlformats.org/drawingml/2006/main">
              <a:ext uri="{FF2B5EF4-FFF2-40B4-BE49-F238E27FC236}">
                <a16:creationId xmlns:a16="http://schemas.microsoft.com/office/drawing/2014/main" id="{F0079367-1F0A-4080-A37A-07B5B79B2F2E}"/>
              </a:ext>
            </a:extLst>
          </p:cNvPr>
          <p:cNvSpPr>
            <a:spLocks xmlns:a="http://schemas.openxmlformats.org/drawingml/2006/main" noGrp="1"/>
          </p:cNvSpPr>
          <p:nvPr/>
        </p:nvSpPr>
        <p:spPr>
          <a:xfrm xmlns:a="http://schemas.openxmlformats.org/drawingml/2006/main">
            <a:off x="9277350" y="2686050"/>
            <a:ext cx="1676400" cy="110490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24" name="">
            <a:extLst xmlns:a="http://schemas.openxmlformats.org/drawingml/2006/main">
              <a:ext uri="{FF2B5EF4-FFF2-40B4-BE49-F238E27FC236}">
                <a16:creationId xmlns:a16="http://schemas.microsoft.com/office/drawing/2014/main" id="{3D5377A9-EE0D-4787-9035-771AE9A5D930}"/>
              </a:ext>
            </a:extLst>
          </p:cNvPr>
          <p:cNvSpPr>
            <a:spLocks xmlns:a="http://schemas.openxmlformats.org/drawingml/2006/main" noGrp="1"/>
          </p:cNvSpPr>
          <p:nvPr/>
        </p:nvSpPr>
        <p:spPr>
          <a:xfrm xmlns:a="http://schemas.openxmlformats.org/drawingml/2006/main">
            <a:off x="9391650" y="28003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05</a:t>
            </a:r>
          </a:p>
        </p:txBody>
      </p:sp>
      <p:sp>
        <p:nvSpPr>
          <p:cNvPr id="25" name="">
            <a:extLst xmlns:a="http://schemas.openxmlformats.org/drawingml/2006/main">
              <a:ext uri="{FF2B5EF4-FFF2-40B4-BE49-F238E27FC236}">
                <a16:creationId xmlns:a16="http://schemas.microsoft.com/office/drawing/2014/main" id="{5CE97445-FFC4-4B08-B9D6-6649A8B5F6B4}"/>
              </a:ext>
            </a:extLst>
          </p:cNvPr>
          <p:cNvSpPr>
            <a:spLocks xmlns:a="http://schemas.openxmlformats.org/drawingml/2006/main" noGrp="1"/>
          </p:cNvSpPr>
          <p:nvPr/>
        </p:nvSpPr>
        <p:spPr>
          <a:xfrm xmlns:a="http://schemas.openxmlformats.org/drawingml/2006/main">
            <a:off x="9391650" y="310515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buNone/>
              <a:defRPr sz="1050" b="1">
                <a:solidFill>
                  <a:srgbClr val="111111"/>
                </a:solidFill>
                <a:latin typeface="Noto Sans JP"/>
                <a:ea typeface="Noto Sans JP"/>
                <a:cs typeface="Noto Sans JP"/>
              </a:defRPr>
            </a:pPr>
            <a:r>
              <a:rPr sz="1050" b="1">
                <a:solidFill>
                  <a:srgbClr val="111111"/>
                </a:solidFill>
                <a:latin typeface="Noto Sans JP"/>
                <a:ea typeface="Noto Sans JP"/>
                <a:cs typeface="Noto Sans JP"/>
              </a:rPr>
              <a:t>AUDIT TRAIL</a:t>
            </a:r>
          </a:p>
        </p:txBody>
      </p:sp>
      <p:sp>
        <p:nvSpPr>
          <p:cNvPr id="26" name="">
            <a:extLst xmlns:a="http://schemas.openxmlformats.org/drawingml/2006/main">
              <a:ext uri="{FF2B5EF4-FFF2-40B4-BE49-F238E27FC236}">
                <a16:creationId xmlns:a16="http://schemas.microsoft.com/office/drawing/2014/main" id="{86ADD1B0-1873-4F3C-B6D7-8910DA290623}"/>
              </a:ext>
            </a:extLst>
          </p:cNvPr>
          <p:cNvSpPr>
            <a:spLocks xmlns:a="http://schemas.openxmlformats.org/drawingml/2006/main" noGrp="1"/>
          </p:cNvSpPr>
          <p:nvPr/>
        </p:nvSpPr>
        <p:spPr>
          <a:xfrm xmlns:a="http://schemas.openxmlformats.org/drawingml/2006/main">
            <a:off x="9391650" y="3390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Run · Ergebnis</a:t>
            </a:r>
          </a:p>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Version</a:t>
            </a:r>
          </a:p>
        </p:txBody>
      </p:sp>
      <p:sp>
        <p:nvSpPr>
          <p:cNvPr id="27" name="">
            <a:extLst xmlns:a="http://schemas.openxmlformats.org/drawingml/2006/main">
              <a:ext uri="{FF2B5EF4-FFF2-40B4-BE49-F238E27FC236}">
                <a16:creationId xmlns:a16="http://schemas.microsoft.com/office/drawing/2014/main" id="{C5B1B171-6699-4FDE-9AFE-816F63F132DA}"/>
              </a:ext>
            </a:extLst>
          </p:cNvPr>
          <p:cNvSpPr>
            <a:spLocks xmlns:a="http://schemas.openxmlformats.org/drawingml/2006/main" noGrp="1"/>
          </p:cNvSpPr>
          <p:nvPr/>
        </p:nvSpPr>
        <p:spPr>
          <a:xfrm xmlns:a="http://schemas.openxmlformats.org/drawingml/2006/main">
            <a:off x="457200" y="4514850"/>
            <a:ext cx="11277600" cy="1238250"/>
          </a:xfrm>
          <a:prstGeom xmlns:a="http://schemas.openxmlformats.org/drawingml/2006/main" prst="rect">
            <a:avLst/>
          </a:prstGeom>
          <a:solidFill xmlns:a="http://schemas.openxmlformats.org/drawingml/2006/main">
            <a:srgbClr val="111111"/>
          </a:solidFill>
          <a:ln xmlns:a="http://schemas.openxmlformats.org/drawingml/2006/main" w="9525">
            <a:solidFill>
              <a:srgbClr val="686868"/>
            </a:solidFill>
            <a:prstDash val="solid"/>
          </a:ln>
        </p:spPr>
      </p:sp>
      <p:sp>
        <p:nvSpPr>
          <p:cNvPr id="28" name="">
            <a:extLst xmlns:a="http://schemas.openxmlformats.org/drawingml/2006/main">
              <a:ext uri="{FF2B5EF4-FFF2-40B4-BE49-F238E27FC236}">
                <a16:creationId xmlns:a16="http://schemas.microsoft.com/office/drawing/2014/main" id="{39BF5492-11AE-4595-9E14-D88E314CB251}"/>
              </a:ext>
            </a:extLst>
          </p:cNvPr>
          <p:cNvSpPr>
            <a:spLocks xmlns:a="http://schemas.openxmlformats.org/drawingml/2006/main" noGrp="1"/>
          </p:cNvSpPr>
          <p:nvPr/>
        </p:nvSpPr>
        <p:spPr>
          <a:xfrm xmlns:a="http://schemas.openxmlformats.org/drawingml/2006/main">
            <a:off x="628650" y="46863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KLARE GRENZEN</a:t>
            </a:r>
          </a:p>
        </p:txBody>
      </p:sp>
      <p:sp>
        <p:nvSpPr>
          <p:cNvPr id="29" name="">
            <a:extLst xmlns:a="http://schemas.openxmlformats.org/drawingml/2006/main">
              <a:ext uri="{FF2B5EF4-FFF2-40B4-BE49-F238E27FC236}">
                <a16:creationId xmlns:a16="http://schemas.microsoft.com/office/drawing/2014/main" id="{C9C2EC29-B2D8-42A7-BD2F-39EBF3051CF2}"/>
              </a:ext>
            </a:extLst>
          </p:cNvPr>
          <p:cNvSpPr>
            <a:spLocks xmlns:a="http://schemas.openxmlformats.org/drawingml/2006/main" noGrp="1"/>
          </p:cNvSpPr>
          <p:nvPr/>
        </p:nvSpPr>
        <p:spPr>
          <a:xfrm xmlns:a="http://schemas.openxmlformats.org/drawingml/2006/main">
            <a:off x="628650" y="50673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FFFFFF"/>
                </a:solidFill>
                <a:latin typeface="Noto Sans JP"/>
                <a:ea typeface="Noto Sans JP"/>
                <a:cs typeface="Noto Sans JP"/>
              </a:defRPr>
            </a:pPr>
            <a:r>
              <a:rPr sz="1200" b="1">
                <a:solidFill>
                  <a:srgbClr val="FFFFFF"/>
                </a:solidFill>
                <a:latin typeface="Noto Sans JP"/>
                <a:ea typeface="Noto Sans JP"/>
                <a:cs typeface="Noto Sans JP"/>
              </a:rPr>
              <a:t>Modellantwort ≠ Fakt</a:t>
            </a:r>
          </a:p>
        </p:txBody>
      </p:sp>
      <p:sp>
        <p:nvSpPr>
          <p:cNvPr id="30" name="">
            <a:extLst xmlns:a="http://schemas.openxmlformats.org/drawingml/2006/main">
              <a:ext uri="{FF2B5EF4-FFF2-40B4-BE49-F238E27FC236}">
                <a16:creationId xmlns:a16="http://schemas.microsoft.com/office/drawing/2014/main" id="{899EB0C9-F788-43FA-ADD7-99C1C9623F05}"/>
              </a:ext>
            </a:extLst>
          </p:cNvPr>
          <p:cNvSpPr>
            <a:spLocks xmlns:a="http://schemas.openxmlformats.org/drawingml/2006/main" noGrp="1"/>
          </p:cNvSpPr>
          <p:nvPr/>
        </p:nvSpPr>
        <p:spPr>
          <a:xfrm xmlns:a="http://schemas.openxmlformats.org/drawingml/2006/main">
            <a:off x="3905250" y="50673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FFFFFF"/>
                </a:solidFill>
                <a:latin typeface="Noto Sans JP"/>
                <a:ea typeface="Noto Sans JP"/>
                <a:cs typeface="Noto Sans JP"/>
              </a:defRPr>
            </a:pPr>
            <a:r>
              <a:rPr sz="1200" b="1">
                <a:solidFill>
                  <a:srgbClr val="FFFFFF"/>
                </a:solidFill>
                <a:latin typeface="Noto Sans JP"/>
                <a:ea typeface="Noto Sans JP"/>
                <a:cs typeface="Noto Sans JP"/>
              </a:rPr>
              <a:t>Persona ≠ empirischer Nachweis</a:t>
            </a:r>
          </a:p>
        </p:txBody>
      </p:sp>
      <p:sp>
        <p:nvSpPr>
          <p:cNvPr id="31" name="">
            <a:extLst xmlns:a="http://schemas.openxmlformats.org/drawingml/2006/main">
              <a:ext uri="{FF2B5EF4-FFF2-40B4-BE49-F238E27FC236}">
                <a16:creationId xmlns:a16="http://schemas.microsoft.com/office/drawing/2014/main" id="{8A6EC1E6-AF50-4C8A-ABE3-67D97D134F6C}"/>
              </a:ext>
            </a:extLst>
          </p:cNvPr>
          <p:cNvSpPr>
            <a:spLocks xmlns:a="http://schemas.openxmlformats.org/drawingml/2006/main" noGrp="1"/>
          </p:cNvSpPr>
          <p:nvPr/>
        </p:nvSpPr>
        <p:spPr>
          <a:xfrm xmlns:a="http://schemas.openxmlformats.org/drawingml/2006/main">
            <a:off x="7581900" y="50673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FFFFFF"/>
                </a:solidFill>
                <a:latin typeface="Noto Sans JP"/>
                <a:ea typeface="Noto Sans JP"/>
                <a:cs typeface="Noto Sans JP"/>
              </a:defRPr>
            </a:pPr>
            <a:r>
              <a:rPr sz="1200" b="1">
                <a:solidFill>
                  <a:srgbClr val="FFFFFF"/>
                </a:solidFill>
                <a:latin typeface="Noto Sans JP"/>
                <a:ea typeface="Noto Sans JP"/>
                <a:cs typeface="Noto Sans JP"/>
              </a:rPr>
              <a:t>Automation ≠ unbeschränkte Autonomie</a:t>
            </a:r>
          </a:p>
        </p:txBody>
      </p:sp>
      <p:sp>
        <p:nvSpPr>
          <p:cNvPr id="32" name="">
            <a:extLst xmlns:a="http://schemas.openxmlformats.org/drawingml/2006/main">
              <a:ext uri="{FF2B5EF4-FFF2-40B4-BE49-F238E27FC236}">
                <a16:creationId xmlns:a16="http://schemas.microsoft.com/office/drawing/2014/main" id="{BD9D4FA8-3D06-412B-AAEF-52D098C860E6}"/>
              </a:ext>
            </a:extLst>
          </p:cNvPr>
          <p:cNvSpPr>
            <a:spLocks xmlns:a="http://schemas.openxmlformats.org/drawingml/2006/main" noGrp="1"/>
          </p:cNvSpPr>
          <p:nvPr/>
        </p:nvSpPr>
        <p:spPr>
          <a:xfrm xmlns:a="http://schemas.openxmlformats.org/drawingml/2006/main">
            <a:off x="457200" y="61531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Rollen · Freigaben · Quellenstatus · Statuskennzeichnung · Run-Historie</a:t>
            </a:r>
          </a:p>
        </p:txBody>
      </p:sp>
    </p:spTree>
    <p:extLst>
      <p:ext uri="{BB962C8B-B14F-4D97-AF65-F5344CB8AC3E}">
        <p14:creationId xmlns:p14="http://schemas.microsoft.com/office/powerpoint/2010/main" val="137874191"/>
      </p:ext>
    </p:extLst>
  </p:cSld>
</p:sld>
</file>

<file path=ppt/slides/slide19.xml><?xml version="1.0" encoding="utf-8"?>
<p:sld xmlns:p="http://schemas.openxmlformats.org/presentationml/2006/main">
  <p:cSld>
    <p:bg>
      <p:bgPr>
        <a:solidFill xmlns:a="http://schemas.openxmlformats.org/drawingml/2006/main">
          <a:srgbClr val="F256B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3CCCACC-C5EC-464C-8B7B-95B00CE8A510}"/>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WIRKUNG + KPIS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dfadddf7eff483f"/>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844B869-CF2D-44CD-8FE2-FAC3F12106AE}"/>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19</a:t>
            </a:r>
          </a:p>
        </p:txBody>
      </p:sp>
      <p:sp>
        <p:nvSpPr>
          <p:cNvPr id="4" name="">
            <a:extLst xmlns:a="http://schemas.openxmlformats.org/drawingml/2006/main">
              <a:ext uri="{FF2B5EF4-FFF2-40B4-BE49-F238E27FC236}">
                <a16:creationId xmlns:a16="http://schemas.microsoft.com/office/drawing/2014/main" id="{06FBA928-9B73-4903-BC5F-1B0D6BEB23B2}"/>
              </a:ext>
            </a:extLst>
          </p:cNvPr>
          <p:cNvSpPr>
            <a:spLocks xmlns:a="http://schemas.openxmlformats.org/drawingml/2006/main" noGrp="1"/>
          </p:cNvSpPr>
          <p:nvPr/>
        </p:nvSpPr>
        <p:spPr>
          <a:xfrm xmlns:a="http://schemas.openxmlformats.org/drawingml/2006/main">
            <a:off x="457200" y="7620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75" b="1">
                <a:solidFill>
                  <a:srgbClr val="111111"/>
                </a:solidFill>
                <a:latin typeface="Noto Sans JP"/>
                <a:ea typeface="Noto Sans JP"/>
                <a:cs typeface="Noto Sans JP"/>
              </a:defRPr>
            </a:pPr>
            <a:r>
              <a:rPr sz="2775" b="1">
                <a:solidFill>
                  <a:srgbClr val="111111"/>
                </a:solidFill>
                <a:latin typeface="Noto Sans JP"/>
                <a:ea typeface="Noto Sans JP"/>
                <a:cs typeface="Noto Sans JP"/>
              </a:rPr>
              <a:t>Was kontinuierlich lernt, muss kontinuierlich messbar sein.</a:t>
            </a:r>
          </a:p>
        </p:txBody>
      </p:sp>
      <p:sp>
        <p:nvSpPr>
          <p:cNvPr id="5" name="">
            <a:extLst xmlns:a="http://schemas.openxmlformats.org/drawingml/2006/main">
              <a:ext uri="{FF2B5EF4-FFF2-40B4-BE49-F238E27FC236}">
                <a16:creationId xmlns:a16="http://schemas.microsoft.com/office/drawing/2014/main" id="{9874ACE3-D88E-40C5-B8EB-46CC049B7B14}"/>
              </a:ext>
            </a:extLst>
          </p:cNvPr>
          <p:cNvSpPr>
            <a:spLocks xmlns:a="http://schemas.openxmlformats.org/drawingml/2006/main" noGrp="1"/>
          </p:cNvSpPr>
          <p:nvPr/>
        </p:nvSpPr>
        <p:spPr>
          <a:xfrm xmlns:a="http://schemas.openxmlformats.org/drawingml/2006/main">
            <a:off x="457200" y="1390650"/>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111111"/>
                </a:solidFill>
                <a:latin typeface="Noto Sans JP Light"/>
                <a:ea typeface="Noto Sans JP Light"/>
                <a:cs typeface="Noto Sans JP Light"/>
              </a:defRPr>
            </a:pPr>
            <a:r>
              <a:rPr sz="1200" b="1">
                <a:solidFill>
                  <a:srgbClr val="111111"/>
                </a:solidFill>
                <a:latin typeface="Noto Sans JP Light"/>
                <a:ea typeface="Noto Sans JP Light"/>
                <a:cs typeface="Noto Sans JP Light"/>
              </a:rPr>
              <a:t>Produkt-KPIs zeigen Leistung. Pilot-KPIs zeigen den gewünschten Business-Effekt.</a:t>
            </a:r>
          </a:p>
        </p:txBody>
      </p:sp>
      <p:sp>
        <p:nvSpPr>
          <p:cNvPr id="6" name="">
            <a:extLst xmlns:a="http://schemas.openxmlformats.org/drawingml/2006/main">
              <a:ext uri="{FF2B5EF4-FFF2-40B4-BE49-F238E27FC236}">
                <a16:creationId xmlns:a16="http://schemas.microsoft.com/office/drawing/2014/main" id="{F8002C72-37BB-427F-8F55-FAE5B98A26EE}"/>
              </a:ext>
            </a:extLst>
          </p:cNvPr>
          <p:cNvSpPr>
            <a:spLocks xmlns:a="http://schemas.openxmlformats.org/drawingml/2006/main" noGrp="1"/>
          </p:cNvSpPr>
          <p:nvPr/>
        </p:nvSpPr>
        <p:spPr>
          <a:xfrm xmlns:a="http://schemas.openxmlformats.org/drawingml/2006/main">
            <a:off x="457200" y="2057400"/>
            <a:ext cx="11277600" cy="10668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FA898675-1CF6-4CBF-A411-BA1F3845525C}"/>
              </a:ext>
            </a:extLst>
          </p:cNvPr>
          <p:cNvSpPr>
            <a:spLocks xmlns:a="http://schemas.openxmlformats.org/drawingml/2006/main" noGrp="1"/>
          </p:cNvSpPr>
          <p:nvPr/>
        </p:nvSpPr>
        <p:spPr>
          <a:xfrm xmlns:a="http://schemas.openxmlformats.org/drawingml/2006/main">
            <a:off x="666750" y="22669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FFFFFF"/>
                </a:solidFill>
                <a:latin typeface="Noto Sans JP"/>
                <a:ea typeface="Noto Sans JP"/>
                <a:cs typeface="Noto Sans JP"/>
              </a:defRPr>
            </a:pPr>
            <a:r>
              <a:rPr sz="1800" b="1">
                <a:solidFill>
                  <a:srgbClr val="FFFFFF"/>
                </a:solidFill>
                <a:latin typeface="Noto Sans JP"/>
                <a:ea typeface="Noto Sans JP"/>
                <a:cs typeface="Noto Sans JP"/>
              </a:rPr>
              <a:t>SCHNELLER</a:t>
            </a:r>
          </a:p>
          <a:p xmlns:a="http://schemas.openxmlformats.org/drawingml/2006/main">
            <a:pPr algn="l">
              <a:buNone/>
              <a:defRPr sz="1800" b="1">
                <a:solidFill>
                  <a:srgbClr val="FFFFFF"/>
                </a:solidFill>
                <a:latin typeface="Noto Sans JP"/>
                <a:ea typeface="Noto Sans JP"/>
                <a:cs typeface="Noto Sans JP"/>
              </a:defRPr>
            </a:pPr>
            <a:r>
              <a:rPr sz="1800" b="1">
                <a:solidFill>
                  <a:srgbClr val="FFFFFF"/>
                </a:solidFill>
                <a:latin typeface="Noto Sans JP"/>
                <a:ea typeface="Noto Sans JP"/>
                <a:cs typeface="Noto Sans JP"/>
              </a:rPr>
              <a:t>ENTSCHEIDEN</a:t>
            </a:r>
          </a:p>
        </p:txBody>
      </p:sp>
      <p:sp>
        <p:nvSpPr>
          <p:cNvPr id="8" name="">
            <a:extLst xmlns:a="http://schemas.openxmlformats.org/drawingml/2006/main">
              <a:ext uri="{FF2B5EF4-FFF2-40B4-BE49-F238E27FC236}">
                <a16:creationId xmlns:a16="http://schemas.microsoft.com/office/drawing/2014/main" id="{1AED7E5C-4DC7-435C-AAF8-DFE14DE5EFDD}"/>
              </a:ext>
            </a:extLst>
          </p:cNvPr>
          <p:cNvSpPr>
            <a:spLocks xmlns:a="http://schemas.openxmlformats.org/drawingml/2006/main" noGrp="1"/>
          </p:cNvSpPr>
          <p:nvPr/>
        </p:nvSpPr>
        <p:spPr>
          <a:xfrm xmlns:a="http://schemas.openxmlformats.org/drawingml/2006/main">
            <a:off x="4667250" y="22669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PRODUKT-KPI</a:t>
            </a:r>
          </a:p>
        </p:txBody>
      </p:sp>
      <p:sp>
        <p:nvSpPr>
          <p:cNvPr id="9" name="">
            <a:extLst xmlns:a="http://schemas.openxmlformats.org/drawingml/2006/main">
              <a:ext uri="{FF2B5EF4-FFF2-40B4-BE49-F238E27FC236}">
                <a16:creationId xmlns:a16="http://schemas.microsoft.com/office/drawing/2014/main" id="{9736C245-6257-4089-8E66-9A771E38D53E}"/>
              </a:ext>
            </a:extLst>
          </p:cNvPr>
          <p:cNvSpPr>
            <a:spLocks xmlns:a="http://schemas.openxmlformats.org/drawingml/2006/main" noGrp="1"/>
          </p:cNvSpPr>
          <p:nvPr/>
        </p:nvSpPr>
        <p:spPr>
          <a:xfrm xmlns:a="http://schemas.openxmlformats.org/drawingml/2006/main">
            <a:off x="4667250" y="2533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FFFFFF"/>
                </a:solidFill>
                <a:latin typeface="Noto Sans JP Light"/>
                <a:ea typeface="Noto Sans JP Light"/>
                <a:cs typeface="Noto Sans JP Light"/>
              </a:defRPr>
            </a:pPr>
            <a:r>
              <a:rPr sz="1125" b="1">
                <a:solidFill>
                  <a:srgbClr val="FFFFFF"/>
                </a:solidFill>
                <a:latin typeface="Noto Sans JP Light"/>
                <a:ea typeface="Noto Sans JP Light"/>
                <a:cs typeface="Noto Sans JP Light"/>
              </a:rPr>
              <a:t>Signal → Research Brief</a:t>
            </a:r>
          </a:p>
        </p:txBody>
      </p:sp>
      <p:sp>
        <p:nvSpPr>
          <p:cNvPr id="10" name="">
            <a:extLst xmlns:a="http://schemas.openxmlformats.org/drawingml/2006/main">
              <a:ext uri="{FF2B5EF4-FFF2-40B4-BE49-F238E27FC236}">
                <a16:creationId xmlns:a16="http://schemas.microsoft.com/office/drawing/2014/main" id="{75CDB977-C97A-47F1-8004-CFC4CE9F737B}"/>
              </a:ext>
            </a:extLst>
          </p:cNvPr>
          <p:cNvSpPr>
            <a:spLocks xmlns:a="http://schemas.openxmlformats.org/drawingml/2006/main" noGrp="1"/>
          </p:cNvSpPr>
          <p:nvPr/>
        </p:nvSpPr>
        <p:spPr>
          <a:xfrm xmlns:a="http://schemas.openxmlformats.org/drawingml/2006/main">
            <a:off x="8096250" y="22669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PILOT-KPI</a:t>
            </a:r>
          </a:p>
        </p:txBody>
      </p:sp>
      <p:sp>
        <p:nvSpPr>
          <p:cNvPr id="11" name="">
            <a:extLst xmlns:a="http://schemas.openxmlformats.org/drawingml/2006/main">
              <a:ext uri="{FF2B5EF4-FFF2-40B4-BE49-F238E27FC236}">
                <a16:creationId xmlns:a16="http://schemas.microsoft.com/office/drawing/2014/main" id="{4A44D032-CC53-4F78-804C-27A3D4054174}"/>
              </a:ext>
            </a:extLst>
          </p:cNvPr>
          <p:cNvSpPr>
            <a:spLocks xmlns:a="http://schemas.openxmlformats.org/drawingml/2006/main" noGrp="1"/>
          </p:cNvSpPr>
          <p:nvPr/>
        </p:nvSpPr>
        <p:spPr>
          <a:xfrm xmlns:a="http://schemas.openxmlformats.org/drawingml/2006/main">
            <a:off x="8096250" y="25336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FFFFFF"/>
                </a:solidFill>
                <a:latin typeface="Noto Sans JP Light"/>
                <a:ea typeface="Noto Sans JP Light"/>
                <a:cs typeface="Noto Sans JP Light"/>
              </a:defRPr>
            </a:pPr>
            <a:r>
              <a:rPr sz="1125" b="1">
                <a:solidFill>
                  <a:srgbClr val="FFFFFF"/>
                </a:solidFill>
                <a:latin typeface="Noto Sans JP Light"/>
                <a:ea typeface="Noto Sans JP Light"/>
                <a:cs typeface="Noto Sans JP Light"/>
              </a:rPr>
              <a:t>Time-to-Insight</a:t>
            </a:r>
          </a:p>
        </p:txBody>
      </p:sp>
      <p:sp>
        <p:nvSpPr>
          <p:cNvPr id="12" name="">
            <a:extLst xmlns:a="http://schemas.openxmlformats.org/drawingml/2006/main">
              <a:ext uri="{FF2B5EF4-FFF2-40B4-BE49-F238E27FC236}">
                <a16:creationId xmlns:a16="http://schemas.microsoft.com/office/drawing/2014/main" id="{309C53C9-A9BB-4088-A896-616363D21992}"/>
              </a:ext>
            </a:extLst>
          </p:cNvPr>
          <p:cNvSpPr>
            <a:spLocks xmlns:a="http://schemas.openxmlformats.org/drawingml/2006/main" noGrp="1"/>
          </p:cNvSpPr>
          <p:nvPr/>
        </p:nvSpPr>
        <p:spPr>
          <a:xfrm xmlns:a="http://schemas.openxmlformats.org/drawingml/2006/main">
            <a:off x="457200" y="3352800"/>
            <a:ext cx="11277600" cy="106680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13" name="">
            <a:extLst xmlns:a="http://schemas.openxmlformats.org/drawingml/2006/main">
              <a:ext uri="{FF2B5EF4-FFF2-40B4-BE49-F238E27FC236}">
                <a16:creationId xmlns:a16="http://schemas.microsoft.com/office/drawing/2014/main" id="{1AF1789D-55DB-4CDF-84E2-729FE63E5141}"/>
              </a:ext>
            </a:extLst>
          </p:cNvPr>
          <p:cNvSpPr>
            <a:spLocks xmlns:a="http://schemas.openxmlformats.org/drawingml/2006/main" noGrp="1"/>
          </p:cNvSpPr>
          <p:nvPr/>
        </p:nvSpPr>
        <p:spPr>
          <a:xfrm xmlns:a="http://schemas.openxmlformats.org/drawingml/2006/main">
            <a:off x="666750" y="35623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111111"/>
                </a:solidFill>
                <a:latin typeface="Noto Sans JP"/>
                <a:ea typeface="Noto Sans JP"/>
                <a:cs typeface="Noto Sans JP"/>
              </a:defRPr>
            </a:pPr>
            <a:r>
              <a:rPr sz="1800" b="1">
                <a:solidFill>
                  <a:srgbClr val="111111"/>
                </a:solidFill>
                <a:latin typeface="Noto Sans JP"/>
                <a:ea typeface="Noto Sans JP"/>
                <a:cs typeface="Noto Sans JP"/>
              </a:rPr>
              <a:t>RELEVANTER</a:t>
            </a:r>
          </a:p>
          <a:p xmlns:a="http://schemas.openxmlformats.org/drawingml/2006/main">
            <a:pPr algn="l">
              <a:buNone/>
              <a:defRPr sz="1800" b="1">
                <a:solidFill>
                  <a:srgbClr val="111111"/>
                </a:solidFill>
                <a:latin typeface="Noto Sans JP"/>
                <a:ea typeface="Noto Sans JP"/>
                <a:cs typeface="Noto Sans JP"/>
              </a:defRPr>
            </a:pPr>
            <a:r>
              <a:rPr sz="1800" b="1">
                <a:solidFill>
                  <a:srgbClr val="111111"/>
                </a:solidFill>
                <a:latin typeface="Noto Sans JP"/>
                <a:ea typeface="Noto Sans JP"/>
                <a:cs typeface="Noto Sans JP"/>
              </a:rPr>
              <a:t>GESTALTEN</a:t>
            </a:r>
          </a:p>
        </p:txBody>
      </p:sp>
      <p:sp>
        <p:nvSpPr>
          <p:cNvPr id="14" name="">
            <a:extLst xmlns:a="http://schemas.openxmlformats.org/drawingml/2006/main">
              <a:ext uri="{FF2B5EF4-FFF2-40B4-BE49-F238E27FC236}">
                <a16:creationId xmlns:a16="http://schemas.microsoft.com/office/drawing/2014/main" id="{FCCC1817-9D3B-4394-9712-450FAA6A086D}"/>
              </a:ext>
            </a:extLst>
          </p:cNvPr>
          <p:cNvSpPr>
            <a:spLocks xmlns:a="http://schemas.openxmlformats.org/drawingml/2006/main" noGrp="1"/>
          </p:cNvSpPr>
          <p:nvPr/>
        </p:nvSpPr>
        <p:spPr>
          <a:xfrm xmlns:a="http://schemas.openxmlformats.org/drawingml/2006/main">
            <a:off x="4667250" y="35623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686868"/>
                </a:solidFill>
                <a:latin typeface="IBM Plex Mono"/>
                <a:ea typeface="IBM Plex Mono"/>
                <a:cs typeface="IBM Plex Mono"/>
              </a:defRPr>
            </a:pPr>
            <a:r>
              <a:rPr sz="675" b="1">
                <a:solidFill>
                  <a:srgbClr val="686868"/>
                </a:solidFill>
                <a:latin typeface="IBM Plex Mono"/>
                <a:ea typeface="IBM Plex Mono"/>
                <a:cs typeface="IBM Plex Mono"/>
              </a:rPr>
              <a:t>PRODUKT-KPI</a:t>
            </a:r>
          </a:p>
        </p:txBody>
      </p:sp>
      <p:sp>
        <p:nvSpPr>
          <p:cNvPr id="15" name="">
            <a:extLst xmlns:a="http://schemas.openxmlformats.org/drawingml/2006/main">
              <a:ext uri="{FF2B5EF4-FFF2-40B4-BE49-F238E27FC236}">
                <a16:creationId xmlns:a16="http://schemas.microsoft.com/office/drawing/2014/main" id="{7D8159CF-548E-4990-9979-109BEE5C00E0}"/>
              </a:ext>
            </a:extLst>
          </p:cNvPr>
          <p:cNvSpPr>
            <a:spLocks xmlns:a="http://schemas.openxmlformats.org/drawingml/2006/main" noGrp="1"/>
          </p:cNvSpPr>
          <p:nvPr/>
        </p:nvSpPr>
        <p:spPr>
          <a:xfrm xmlns:a="http://schemas.openxmlformats.org/drawingml/2006/main">
            <a:off x="4667250" y="38290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Evidence Coverage · Persona-Feedback</a:t>
            </a:r>
          </a:p>
        </p:txBody>
      </p:sp>
      <p:sp>
        <p:nvSpPr>
          <p:cNvPr id="16" name="">
            <a:extLst xmlns:a="http://schemas.openxmlformats.org/drawingml/2006/main">
              <a:ext uri="{FF2B5EF4-FFF2-40B4-BE49-F238E27FC236}">
                <a16:creationId xmlns:a16="http://schemas.microsoft.com/office/drawing/2014/main" id="{84F900C5-2DD1-4E68-99FD-85DCAC7B41D6}"/>
              </a:ext>
            </a:extLst>
          </p:cNvPr>
          <p:cNvSpPr>
            <a:spLocks xmlns:a="http://schemas.openxmlformats.org/drawingml/2006/main" noGrp="1"/>
          </p:cNvSpPr>
          <p:nvPr/>
        </p:nvSpPr>
        <p:spPr>
          <a:xfrm xmlns:a="http://schemas.openxmlformats.org/drawingml/2006/main">
            <a:off x="8096250" y="35623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686868"/>
                </a:solidFill>
                <a:latin typeface="IBM Plex Mono"/>
                <a:ea typeface="IBM Plex Mono"/>
                <a:cs typeface="IBM Plex Mono"/>
              </a:defRPr>
            </a:pPr>
            <a:r>
              <a:rPr sz="675" b="1">
                <a:solidFill>
                  <a:srgbClr val="686868"/>
                </a:solidFill>
                <a:latin typeface="IBM Plex Mono"/>
                <a:ea typeface="IBM Plex Mono"/>
                <a:cs typeface="IBM Plex Mono"/>
              </a:rPr>
              <a:t>PILOT-KPI</a:t>
            </a:r>
          </a:p>
        </p:txBody>
      </p:sp>
      <p:sp>
        <p:nvSpPr>
          <p:cNvPr id="17" name="">
            <a:extLst xmlns:a="http://schemas.openxmlformats.org/drawingml/2006/main">
              <a:ext uri="{FF2B5EF4-FFF2-40B4-BE49-F238E27FC236}">
                <a16:creationId xmlns:a16="http://schemas.microsoft.com/office/drawing/2014/main" id="{FD62744F-D255-43D8-8C8A-4480BE075905}"/>
              </a:ext>
            </a:extLst>
          </p:cNvPr>
          <p:cNvSpPr>
            <a:spLocks xmlns:a="http://schemas.openxmlformats.org/drawingml/2006/main" noGrp="1"/>
          </p:cNvSpPr>
          <p:nvPr/>
        </p:nvSpPr>
        <p:spPr>
          <a:xfrm xmlns:a="http://schemas.openxmlformats.org/drawingml/2006/main">
            <a:off x="8096250" y="38290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Validierungszeit · späte Änderungen</a:t>
            </a:r>
          </a:p>
        </p:txBody>
      </p:sp>
      <p:sp>
        <p:nvSpPr>
          <p:cNvPr id="18" name="">
            <a:extLst xmlns:a="http://schemas.openxmlformats.org/drawingml/2006/main">
              <a:ext uri="{FF2B5EF4-FFF2-40B4-BE49-F238E27FC236}">
                <a16:creationId xmlns:a16="http://schemas.microsoft.com/office/drawing/2014/main" id="{66E10580-3FE5-47D3-837B-BBE0F64B685A}"/>
              </a:ext>
            </a:extLst>
          </p:cNvPr>
          <p:cNvSpPr>
            <a:spLocks xmlns:a="http://schemas.openxmlformats.org/drawingml/2006/main" noGrp="1"/>
          </p:cNvSpPr>
          <p:nvPr/>
        </p:nvSpPr>
        <p:spPr>
          <a:xfrm xmlns:a="http://schemas.openxmlformats.org/drawingml/2006/main">
            <a:off x="457200" y="4648200"/>
            <a:ext cx="11277600" cy="10668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9" name="">
            <a:extLst xmlns:a="http://schemas.openxmlformats.org/drawingml/2006/main">
              <a:ext uri="{FF2B5EF4-FFF2-40B4-BE49-F238E27FC236}">
                <a16:creationId xmlns:a16="http://schemas.microsoft.com/office/drawing/2014/main" id="{D49DDBC3-DAC8-4362-A871-3067299D50E6}"/>
              </a:ext>
            </a:extLst>
          </p:cNvPr>
          <p:cNvSpPr>
            <a:spLocks xmlns:a="http://schemas.openxmlformats.org/drawingml/2006/main" noGrp="1"/>
          </p:cNvSpPr>
          <p:nvPr/>
        </p:nvSpPr>
        <p:spPr>
          <a:xfrm xmlns:a="http://schemas.openxmlformats.org/drawingml/2006/main">
            <a:off x="666750" y="48577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111111"/>
                </a:solidFill>
                <a:latin typeface="Noto Sans JP"/>
                <a:ea typeface="Noto Sans JP"/>
                <a:cs typeface="Noto Sans JP"/>
              </a:defRPr>
            </a:pPr>
            <a:r>
              <a:rPr sz="1800" b="1">
                <a:solidFill>
                  <a:srgbClr val="111111"/>
                </a:solidFill>
                <a:latin typeface="Noto Sans JP"/>
                <a:ea typeface="Noto Sans JP"/>
                <a:cs typeface="Noto Sans JP"/>
              </a:rPr>
              <a:t>SICHERER</a:t>
            </a:r>
          </a:p>
          <a:p xmlns:a="http://schemas.openxmlformats.org/drawingml/2006/main">
            <a:pPr algn="l">
              <a:buNone/>
              <a:defRPr sz="1800" b="1">
                <a:solidFill>
                  <a:srgbClr val="111111"/>
                </a:solidFill>
                <a:latin typeface="Noto Sans JP"/>
                <a:ea typeface="Noto Sans JP"/>
                <a:cs typeface="Noto Sans JP"/>
              </a:defRPr>
            </a:pPr>
            <a:r>
              <a:rPr sz="1800" b="1">
                <a:solidFill>
                  <a:srgbClr val="111111"/>
                </a:solidFill>
                <a:latin typeface="Noto Sans JP"/>
                <a:ea typeface="Noto Sans JP"/>
                <a:cs typeface="Noto Sans JP"/>
              </a:rPr>
              <a:t>AUSSPIELEN</a:t>
            </a:r>
          </a:p>
        </p:txBody>
      </p:sp>
      <p:sp>
        <p:nvSpPr>
          <p:cNvPr id="20" name="">
            <a:extLst xmlns:a="http://schemas.openxmlformats.org/drawingml/2006/main">
              <a:ext uri="{FF2B5EF4-FFF2-40B4-BE49-F238E27FC236}">
                <a16:creationId xmlns:a16="http://schemas.microsoft.com/office/drawing/2014/main" id="{21823369-C018-46C1-94FC-369590F8DD51}"/>
              </a:ext>
            </a:extLst>
          </p:cNvPr>
          <p:cNvSpPr>
            <a:spLocks xmlns:a="http://schemas.openxmlformats.org/drawingml/2006/main" noGrp="1"/>
          </p:cNvSpPr>
          <p:nvPr/>
        </p:nvSpPr>
        <p:spPr>
          <a:xfrm xmlns:a="http://schemas.openxmlformats.org/drawingml/2006/main">
            <a:off x="4667250" y="48577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686868"/>
                </a:solidFill>
                <a:latin typeface="IBM Plex Mono"/>
                <a:ea typeface="IBM Plex Mono"/>
                <a:cs typeface="IBM Plex Mono"/>
              </a:defRPr>
            </a:pPr>
            <a:r>
              <a:rPr sz="675" b="1">
                <a:solidFill>
                  <a:srgbClr val="686868"/>
                </a:solidFill>
                <a:latin typeface="IBM Plex Mono"/>
                <a:ea typeface="IBM Plex Mono"/>
                <a:cs typeface="IBM Plex Mono"/>
              </a:rPr>
              <a:t>PRODUKT-KPI</a:t>
            </a:r>
          </a:p>
        </p:txBody>
      </p:sp>
      <p:sp>
        <p:nvSpPr>
          <p:cNvPr id="21" name="">
            <a:extLst xmlns:a="http://schemas.openxmlformats.org/drawingml/2006/main">
              <a:ext uri="{FF2B5EF4-FFF2-40B4-BE49-F238E27FC236}">
                <a16:creationId xmlns:a16="http://schemas.microsoft.com/office/drawing/2014/main" id="{599CEB99-E821-4095-A4E8-FD75349E3569}"/>
              </a:ext>
            </a:extLst>
          </p:cNvPr>
          <p:cNvSpPr>
            <a:spLocks xmlns:a="http://schemas.openxmlformats.org/drawingml/2006/main" noGrp="1"/>
          </p:cNvSpPr>
          <p:nvPr/>
        </p:nvSpPr>
        <p:spPr>
          <a:xfrm xmlns:a="http://schemas.openxmlformats.org/drawingml/2006/main">
            <a:off x="4667250" y="5124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Pass-Rate · Issues · Coverage</a:t>
            </a:r>
          </a:p>
        </p:txBody>
      </p:sp>
      <p:sp>
        <p:nvSpPr>
          <p:cNvPr id="22" name="">
            <a:extLst xmlns:a="http://schemas.openxmlformats.org/drawingml/2006/main">
              <a:ext uri="{FF2B5EF4-FFF2-40B4-BE49-F238E27FC236}">
                <a16:creationId xmlns:a16="http://schemas.microsoft.com/office/drawing/2014/main" id="{664BFDD5-312A-4E7E-98DC-93074B1B4661}"/>
              </a:ext>
            </a:extLst>
          </p:cNvPr>
          <p:cNvSpPr>
            <a:spLocks xmlns:a="http://schemas.openxmlformats.org/drawingml/2006/main" noGrp="1"/>
          </p:cNvSpPr>
          <p:nvPr/>
        </p:nvSpPr>
        <p:spPr>
          <a:xfrm xmlns:a="http://schemas.openxmlformats.org/drawingml/2006/main">
            <a:off x="8096250" y="48577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686868"/>
                </a:solidFill>
                <a:latin typeface="IBM Plex Mono"/>
                <a:ea typeface="IBM Plex Mono"/>
                <a:cs typeface="IBM Plex Mono"/>
              </a:defRPr>
            </a:pPr>
            <a:r>
              <a:rPr sz="675" b="1">
                <a:solidFill>
                  <a:srgbClr val="686868"/>
                </a:solidFill>
                <a:latin typeface="IBM Plex Mono"/>
                <a:ea typeface="IBM Plex Mono"/>
                <a:cs typeface="IBM Plex Mono"/>
              </a:rPr>
              <a:t>PILOT-KPI</a:t>
            </a:r>
          </a:p>
        </p:txBody>
      </p:sp>
      <p:sp>
        <p:nvSpPr>
          <p:cNvPr id="23" name="">
            <a:extLst xmlns:a="http://schemas.openxmlformats.org/drawingml/2006/main">
              <a:ext uri="{FF2B5EF4-FFF2-40B4-BE49-F238E27FC236}">
                <a16:creationId xmlns:a16="http://schemas.microsoft.com/office/drawing/2014/main" id="{F22D8ED6-A369-48AC-AD4D-785D5A693A73}"/>
              </a:ext>
            </a:extLst>
          </p:cNvPr>
          <p:cNvSpPr>
            <a:spLocks xmlns:a="http://schemas.openxmlformats.org/drawingml/2006/main" noGrp="1"/>
          </p:cNvSpPr>
          <p:nvPr/>
        </p:nvSpPr>
        <p:spPr>
          <a:xfrm xmlns:a="http://schemas.openxmlformats.org/drawingml/2006/main">
            <a:off x="8096250" y="51244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Freigabedauer · Regressionen</a:t>
            </a:r>
          </a:p>
        </p:txBody>
      </p:sp>
      <p:sp>
        <p:nvSpPr>
          <p:cNvPr id="24" name="">
            <a:extLst xmlns:a="http://schemas.openxmlformats.org/drawingml/2006/main">
              <a:ext uri="{FF2B5EF4-FFF2-40B4-BE49-F238E27FC236}">
                <a16:creationId xmlns:a16="http://schemas.microsoft.com/office/drawing/2014/main" id="{1D8983F3-7D0E-4915-B072-7D783DFD29EE}"/>
              </a:ext>
            </a:extLst>
          </p:cNvPr>
          <p:cNvSpPr>
            <a:spLocks xmlns:a="http://schemas.openxmlformats.org/drawingml/2006/main" noGrp="1"/>
          </p:cNvSpPr>
          <p:nvPr/>
        </p:nvSpPr>
        <p:spPr>
          <a:xfrm xmlns:a="http://schemas.openxmlformats.org/drawingml/2006/main">
            <a:off x="457200" y="6191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Zielkorridore werden nach der Baseline im Pilot festgelegt – nicht vorher behauptet.</a:t>
            </a:r>
          </a:p>
        </p:txBody>
      </p:sp>
    </p:spTree>
    <p:extLst>
      <p:ext uri="{BB962C8B-B14F-4D97-AF65-F5344CB8AC3E}">
        <p14:creationId xmlns:p14="http://schemas.microsoft.com/office/powerpoint/2010/main" val="1609584193"/>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159a7c34b5a4ed0"/>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750605-0117-46CB-AD02-A67D04745380}"/>
              </a:ext>
            </a:extLst>
          </p:cNvPr>
          <p:cNvSpPr>
            <a:spLocks xmlns:a="http://schemas.openxmlformats.org/drawingml/2006/main" noGrp="1"/>
          </p:cNvSpPr>
          <p:nvPr/>
        </p:nvSpPr>
        <p:spPr>
          <a:xfrm xmlns:a="http://schemas.openxmlformats.org/drawingml/2006/main">
            <a:off x="457200" y="381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F256B6"/>
                </a:solidFill>
                <a:latin typeface="IBM Plex Mono"/>
                <a:ea typeface="IBM Plex Mono"/>
                <a:cs typeface="IBM Plex Mono"/>
              </a:defRPr>
            </a:pPr>
            <a:r>
              <a:rPr sz="825" b="1">
                <a:solidFill>
                  <a:srgbClr val="F256B6"/>
                </a:solidFill>
                <a:latin typeface="IBM Plex Mono"/>
                <a:ea typeface="IBM Plex Mono"/>
                <a:cs typeface="IBM Plex Mono"/>
              </a:rPr>
              <a:t>EINSTIEG</a:t>
            </a:r>
          </a:p>
        </p:txBody>
      </p:sp>
      <p:sp>
        <p:nvSpPr>
          <p:cNvPr id="3" name="">
            <a:extLst xmlns:a="http://schemas.openxmlformats.org/drawingml/2006/main">
              <a:ext uri="{FF2B5EF4-FFF2-40B4-BE49-F238E27FC236}">
                <a16:creationId xmlns:a16="http://schemas.microsoft.com/office/drawing/2014/main" id="{85C1BC9E-E349-4C48-8BE4-6EC1BB7774CC}"/>
              </a:ext>
            </a:extLst>
          </p:cNvPr>
          <p:cNvSpPr>
            <a:spLocks xmlns:a="http://schemas.openxmlformats.org/drawingml/2006/main" noGrp="1"/>
          </p:cNvSpPr>
          <p:nvPr/>
        </p:nvSpPr>
        <p:spPr>
          <a:xfrm xmlns:a="http://schemas.openxmlformats.org/drawingml/2006/main">
            <a:off x="457200" y="1028700"/>
            <a:ext cx="7429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300" b="1">
                <a:solidFill>
                  <a:srgbClr val="FFFFFF"/>
                </a:solidFill>
                <a:latin typeface="Noto Sans JP"/>
                <a:ea typeface="Noto Sans JP"/>
                <a:cs typeface="Noto Sans JP"/>
              </a:defRPr>
            </a:pPr>
            <a:r>
              <a:rPr sz="3300" b="1">
                <a:solidFill>
                  <a:srgbClr val="FFFFFF"/>
                </a:solidFill>
                <a:latin typeface="Noto Sans JP"/>
                <a:ea typeface="Noto Sans JP"/>
                <a:cs typeface="Noto Sans JP"/>
              </a:rPr>
              <a:t>Nicht mit allen Tools starten.</a:t>
            </a:r>
          </a:p>
          <a:p xmlns:a="http://schemas.openxmlformats.org/drawingml/2006/main">
            <a:pPr algn="l">
              <a:buNone/>
              <a:defRPr sz="3300" b="1">
                <a:solidFill>
                  <a:srgbClr val="FFFFFF"/>
                </a:solidFill>
                <a:latin typeface="Noto Sans JP"/>
                <a:ea typeface="Noto Sans JP"/>
                <a:cs typeface="Noto Sans JP"/>
              </a:defRPr>
            </a:pPr>
            <a:r>
              <a:rPr sz="3300" b="1">
                <a:solidFill>
                  <a:srgbClr val="FFFFFF"/>
                </a:solidFill>
                <a:latin typeface="Noto Sans JP"/>
                <a:ea typeface="Noto Sans JP"/>
                <a:cs typeface="Noto Sans JP"/>
              </a:rPr>
              <a:t>Mit einem echten Prozess.</a:t>
            </a:r>
          </a:p>
        </p:txBody>
      </p:sp>
      <p:sp>
        <p:nvSpPr>
          <p:cNvPr id="4" name="">
            <a:extLst xmlns:a="http://schemas.openxmlformats.org/drawingml/2006/main">
              <a:ext uri="{FF2B5EF4-FFF2-40B4-BE49-F238E27FC236}">
                <a16:creationId xmlns:a16="http://schemas.microsoft.com/office/drawing/2014/main" id="{3EC040B0-765B-45A3-8CE8-08D993972169}"/>
              </a:ext>
            </a:extLst>
          </p:cNvPr>
          <p:cNvSpPr>
            <a:spLocks xmlns:a="http://schemas.openxmlformats.org/drawingml/2006/main" noGrp="1"/>
          </p:cNvSpPr>
          <p:nvPr/>
        </p:nvSpPr>
        <p:spPr>
          <a:xfrm xmlns:a="http://schemas.openxmlformats.org/drawingml/2006/main">
            <a:off x="457200" y="2381250"/>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FFFFF"/>
                </a:solidFill>
                <a:latin typeface="Noto Sans JP Light"/>
                <a:ea typeface="Noto Sans JP Light"/>
                <a:cs typeface="Noto Sans JP Light"/>
              </a:defRPr>
            </a:pPr>
            <a:r>
              <a:rPr sz="1275" b="1">
                <a:solidFill>
                  <a:srgbClr val="FFFFFF"/>
                </a:solidFill>
                <a:latin typeface="Noto Sans JP Light"/>
                <a:ea typeface="Noto Sans JP Light"/>
                <a:cs typeface="Noto Sans JP Light"/>
              </a:rPr>
              <a:t>Ein Pilot macht Wert, Grenzen und Erweiterungsbedarf sichtbar – bevor skaliert wird.</a:t>
            </a:r>
          </a:p>
        </p:txBody>
      </p:sp>
      <p:sp>
        <p:nvSpPr>
          <p:cNvPr id="5" name="">
            <a:extLst xmlns:a="http://schemas.openxmlformats.org/drawingml/2006/main">
              <a:ext uri="{FF2B5EF4-FFF2-40B4-BE49-F238E27FC236}">
                <a16:creationId xmlns:a16="http://schemas.microsoft.com/office/drawing/2014/main" id="{F8ACE293-9605-4D03-9DC1-6963A0026888}"/>
              </a:ext>
            </a:extLst>
          </p:cNvPr>
          <p:cNvSpPr>
            <a:spLocks xmlns:a="http://schemas.openxmlformats.org/drawingml/2006/main" noGrp="1"/>
          </p:cNvSpPr>
          <p:nvPr/>
        </p:nvSpPr>
        <p:spPr>
          <a:xfrm xmlns:a="http://schemas.openxmlformats.org/drawingml/2006/main">
            <a:off x="1066800" y="4000500"/>
            <a:ext cx="9334500" cy="476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AEDDDD3C-C358-4BF4-8DD1-47EBB6D92271}"/>
              </a:ext>
            </a:extLst>
          </p:cNvPr>
          <p:cNvSpPr>
            <a:spLocks xmlns:a="http://schemas.openxmlformats.org/drawingml/2006/main" noGrp="1"/>
          </p:cNvSpPr>
          <p:nvPr/>
        </p:nvSpPr>
        <p:spPr>
          <a:xfrm xmlns:a="http://schemas.openxmlformats.org/drawingml/2006/main">
            <a:off x="590550" y="3429000"/>
            <a:ext cx="2057400" cy="125730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7" name="">
            <a:extLst xmlns:a="http://schemas.openxmlformats.org/drawingml/2006/main">
              <a:ext uri="{FF2B5EF4-FFF2-40B4-BE49-F238E27FC236}">
                <a16:creationId xmlns:a16="http://schemas.microsoft.com/office/drawing/2014/main" id="{9A6D11F4-3241-48FF-9953-3638B40ED1FA}"/>
              </a:ext>
            </a:extLst>
          </p:cNvPr>
          <p:cNvSpPr>
            <a:spLocks xmlns:a="http://schemas.openxmlformats.org/drawingml/2006/main" noGrp="1"/>
          </p:cNvSpPr>
          <p:nvPr/>
        </p:nvSpPr>
        <p:spPr>
          <a:xfrm xmlns:a="http://schemas.openxmlformats.org/drawingml/2006/main">
            <a:off x="723900" y="3562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01</a:t>
            </a:r>
          </a:p>
        </p:txBody>
      </p:sp>
      <p:sp>
        <p:nvSpPr>
          <p:cNvPr id="8" name="">
            <a:extLst xmlns:a="http://schemas.openxmlformats.org/drawingml/2006/main">
              <a:ext uri="{FF2B5EF4-FFF2-40B4-BE49-F238E27FC236}">
                <a16:creationId xmlns:a16="http://schemas.microsoft.com/office/drawing/2014/main" id="{F3BA2167-3651-439B-AB1D-CA4C7063DC15}"/>
              </a:ext>
            </a:extLst>
          </p:cNvPr>
          <p:cNvSpPr>
            <a:spLocks xmlns:a="http://schemas.openxmlformats.org/drawingml/2006/main" noGrp="1"/>
          </p:cNvSpPr>
          <p:nvPr/>
        </p:nvSpPr>
        <p:spPr>
          <a:xfrm xmlns:a="http://schemas.openxmlformats.org/drawingml/2006/main">
            <a:off x="723900" y="3867150"/>
            <a:ext cx="1790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16"/>
          </a:bodyPr>
          <a:lstStyle xmlns:a="http://schemas.openxmlformats.org/drawingml/2006/main"/>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ECHTER</a:t>
            </a:r>
          </a:p>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PROZESS</a:t>
            </a:r>
          </a:p>
        </p:txBody>
      </p:sp>
      <p:sp>
        <p:nvSpPr>
          <p:cNvPr id="9" name="">
            <a:extLst xmlns:a="http://schemas.openxmlformats.org/drawingml/2006/main">
              <a:ext uri="{FF2B5EF4-FFF2-40B4-BE49-F238E27FC236}">
                <a16:creationId xmlns:a16="http://schemas.microsoft.com/office/drawing/2014/main" id="{F0EB05E5-39B4-416C-B43D-EB516DE1FCFF}"/>
              </a:ext>
            </a:extLst>
          </p:cNvPr>
          <p:cNvSpPr>
            <a:spLocks xmlns:a="http://schemas.openxmlformats.org/drawingml/2006/main" noGrp="1"/>
          </p:cNvSpPr>
          <p:nvPr/>
        </p:nvSpPr>
        <p:spPr>
          <a:xfrm xmlns:a="http://schemas.openxmlformats.org/drawingml/2006/main">
            <a:off x="723900" y="44386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Eine relevante Frage</a:t>
            </a:r>
          </a:p>
        </p:txBody>
      </p:sp>
      <p:sp>
        <p:nvSpPr>
          <p:cNvPr id="10" name="">
            <a:extLst xmlns:a="http://schemas.openxmlformats.org/drawingml/2006/main">
              <a:ext uri="{FF2B5EF4-FFF2-40B4-BE49-F238E27FC236}">
                <a16:creationId xmlns:a16="http://schemas.microsoft.com/office/drawing/2014/main" id="{DF2B9E9D-6614-4787-BC43-4E2660F1FC64}"/>
              </a:ext>
            </a:extLst>
          </p:cNvPr>
          <p:cNvSpPr>
            <a:spLocks xmlns:a="http://schemas.openxmlformats.org/drawingml/2006/main" noGrp="1"/>
          </p:cNvSpPr>
          <p:nvPr/>
        </p:nvSpPr>
        <p:spPr>
          <a:xfrm xmlns:a="http://schemas.openxmlformats.org/drawingml/2006/main">
            <a:off x="3257550" y="3429000"/>
            <a:ext cx="2057400" cy="125730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11" name="">
            <a:extLst xmlns:a="http://schemas.openxmlformats.org/drawingml/2006/main">
              <a:ext uri="{FF2B5EF4-FFF2-40B4-BE49-F238E27FC236}">
                <a16:creationId xmlns:a16="http://schemas.microsoft.com/office/drawing/2014/main" id="{33AB9407-A317-4C11-8BAF-458CDB415317}"/>
              </a:ext>
            </a:extLst>
          </p:cNvPr>
          <p:cNvSpPr>
            <a:spLocks xmlns:a="http://schemas.openxmlformats.org/drawingml/2006/main" noGrp="1"/>
          </p:cNvSpPr>
          <p:nvPr/>
        </p:nvSpPr>
        <p:spPr>
          <a:xfrm xmlns:a="http://schemas.openxmlformats.org/drawingml/2006/main">
            <a:off x="3390900" y="3562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02</a:t>
            </a:r>
          </a:p>
        </p:txBody>
      </p:sp>
      <p:sp>
        <p:nvSpPr>
          <p:cNvPr id="12" name="">
            <a:extLst xmlns:a="http://schemas.openxmlformats.org/drawingml/2006/main">
              <a:ext uri="{FF2B5EF4-FFF2-40B4-BE49-F238E27FC236}">
                <a16:creationId xmlns:a16="http://schemas.microsoft.com/office/drawing/2014/main" id="{DF5B16C9-8515-4AEE-A197-AAFA812FBD6A}"/>
              </a:ext>
            </a:extLst>
          </p:cNvPr>
          <p:cNvSpPr>
            <a:spLocks xmlns:a="http://schemas.openxmlformats.org/drawingml/2006/main" noGrp="1"/>
          </p:cNvSpPr>
          <p:nvPr/>
        </p:nvSpPr>
        <p:spPr>
          <a:xfrm xmlns:a="http://schemas.openxmlformats.org/drawingml/2006/main">
            <a:off x="3390900" y="3867150"/>
            <a:ext cx="1790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16"/>
          </a:bodyPr>
          <a:lstStyle xmlns:a="http://schemas.openxmlformats.org/drawingml/2006/main"/>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BASELINE +</a:t>
            </a:r>
          </a:p>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ZIELKORRIDOR</a:t>
            </a:r>
          </a:p>
        </p:txBody>
      </p:sp>
      <p:sp>
        <p:nvSpPr>
          <p:cNvPr id="13" name="">
            <a:extLst xmlns:a="http://schemas.openxmlformats.org/drawingml/2006/main">
              <a:ext uri="{FF2B5EF4-FFF2-40B4-BE49-F238E27FC236}">
                <a16:creationId xmlns:a16="http://schemas.microsoft.com/office/drawing/2014/main" id="{11FDFFF9-91DD-48F4-959D-EE64A73FF9EB}"/>
              </a:ext>
            </a:extLst>
          </p:cNvPr>
          <p:cNvSpPr>
            <a:spLocks xmlns:a="http://schemas.openxmlformats.org/drawingml/2006/main" noGrp="1"/>
          </p:cNvSpPr>
          <p:nvPr/>
        </p:nvSpPr>
        <p:spPr>
          <a:xfrm xmlns:a="http://schemas.openxmlformats.org/drawingml/2006/main">
            <a:off x="3390900" y="44386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Messbar starten</a:t>
            </a:r>
          </a:p>
        </p:txBody>
      </p:sp>
      <p:sp>
        <p:nvSpPr>
          <p:cNvPr id="14" name="">
            <a:extLst xmlns:a="http://schemas.openxmlformats.org/drawingml/2006/main">
              <a:ext uri="{FF2B5EF4-FFF2-40B4-BE49-F238E27FC236}">
                <a16:creationId xmlns:a16="http://schemas.microsoft.com/office/drawing/2014/main" id="{666CB9BC-B702-4ECF-8E85-24B0B622622F}"/>
              </a:ext>
            </a:extLst>
          </p:cNvPr>
          <p:cNvSpPr>
            <a:spLocks xmlns:a="http://schemas.openxmlformats.org/drawingml/2006/main" noGrp="1"/>
          </p:cNvSpPr>
          <p:nvPr/>
        </p:nvSpPr>
        <p:spPr>
          <a:xfrm xmlns:a="http://schemas.openxmlformats.org/drawingml/2006/main">
            <a:off x="5924550" y="3429000"/>
            <a:ext cx="2057400" cy="125730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15" name="">
            <a:extLst xmlns:a="http://schemas.openxmlformats.org/drawingml/2006/main">
              <a:ext uri="{FF2B5EF4-FFF2-40B4-BE49-F238E27FC236}">
                <a16:creationId xmlns:a16="http://schemas.microsoft.com/office/drawing/2014/main" id="{76C329F8-1642-46E7-9BE6-FE39C7740803}"/>
              </a:ext>
            </a:extLst>
          </p:cNvPr>
          <p:cNvSpPr>
            <a:spLocks xmlns:a="http://schemas.openxmlformats.org/drawingml/2006/main" noGrp="1"/>
          </p:cNvSpPr>
          <p:nvPr/>
        </p:nvSpPr>
        <p:spPr>
          <a:xfrm xmlns:a="http://schemas.openxmlformats.org/drawingml/2006/main">
            <a:off x="6057900" y="3562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03</a:t>
            </a:r>
          </a:p>
        </p:txBody>
      </p:sp>
      <p:sp>
        <p:nvSpPr>
          <p:cNvPr id="16" name="">
            <a:extLst xmlns:a="http://schemas.openxmlformats.org/drawingml/2006/main">
              <a:ext uri="{FF2B5EF4-FFF2-40B4-BE49-F238E27FC236}">
                <a16:creationId xmlns:a16="http://schemas.microsoft.com/office/drawing/2014/main" id="{7846CCDC-6AED-4422-B298-7F6259F4AB0E}"/>
              </a:ext>
            </a:extLst>
          </p:cNvPr>
          <p:cNvSpPr>
            <a:spLocks xmlns:a="http://schemas.openxmlformats.org/drawingml/2006/main" noGrp="1"/>
          </p:cNvSpPr>
          <p:nvPr/>
        </p:nvSpPr>
        <p:spPr>
          <a:xfrm xmlns:a="http://schemas.openxmlformats.org/drawingml/2006/main">
            <a:off x="6057900" y="3867150"/>
            <a:ext cx="1790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16"/>
          </a:bodyPr>
          <a:lstStyle xmlns:a="http://schemas.openxmlformats.org/drawingml/2006/main"/>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MESSBARER</a:t>
            </a:r>
          </a:p>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WORKFLOW</a:t>
            </a:r>
          </a:p>
        </p:txBody>
      </p:sp>
      <p:sp>
        <p:nvSpPr>
          <p:cNvPr id="17" name="">
            <a:extLst xmlns:a="http://schemas.openxmlformats.org/drawingml/2006/main">
              <a:ext uri="{FF2B5EF4-FFF2-40B4-BE49-F238E27FC236}">
                <a16:creationId xmlns:a16="http://schemas.microsoft.com/office/drawing/2014/main" id="{F2D303CD-1A8D-43F2-8689-2D875E3F6B98}"/>
              </a:ext>
            </a:extLst>
          </p:cNvPr>
          <p:cNvSpPr>
            <a:spLocks xmlns:a="http://schemas.openxmlformats.org/drawingml/2006/main" noGrp="1"/>
          </p:cNvSpPr>
          <p:nvPr/>
        </p:nvSpPr>
        <p:spPr>
          <a:xfrm xmlns:a="http://schemas.openxmlformats.org/drawingml/2006/main">
            <a:off x="6057900" y="44386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Loop im Alltag</a:t>
            </a:r>
          </a:p>
        </p:txBody>
      </p:sp>
      <p:sp>
        <p:nvSpPr>
          <p:cNvPr id="18" name="">
            <a:extLst xmlns:a="http://schemas.openxmlformats.org/drawingml/2006/main">
              <a:ext uri="{FF2B5EF4-FFF2-40B4-BE49-F238E27FC236}">
                <a16:creationId xmlns:a16="http://schemas.microsoft.com/office/drawing/2014/main" id="{3D0E7D06-BE7A-441E-ABD1-33B5C2B93550}"/>
              </a:ext>
            </a:extLst>
          </p:cNvPr>
          <p:cNvSpPr>
            <a:spLocks xmlns:a="http://schemas.openxmlformats.org/drawingml/2006/main" noGrp="1"/>
          </p:cNvSpPr>
          <p:nvPr/>
        </p:nvSpPr>
        <p:spPr>
          <a:xfrm xmlns:a="http://schemas.openxmlformats.org/drawingml/2006/main">
            <a:off x="8591550" y="3429000"/>
            <a:ext cx="2057400" cy="125730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19" name="">
            <a:extLst xmlns:a="http://schemas.openxmlformats.org/drawingml/2006/main">
              <a:ext uri="{FF2B5EF4-FFF2-40B4-BE49-F238E27FC236}">
                <a16:creationId xmlns:a16="http://schemas.microsoft.com/office/drawing/2014/main" id="{E602DFCE-7A3E-493C-9224-C972AC2786C4}"/>
              </a:ext>
            </a:extLst>
          </p:cNvPr>
          <p:cNvSpPr>
            <a:spLocks xmlns:a="http://schemas.openxmlformats.org/drawingml/2006/main" noGrp="1"/>
          </p:cNvSpPr>
          <p:nvPr/>
        </p:nvSpPr>
        <p:spPr>
          <a:xfrm xmlns:a="http://schemas.openxmlformats.org/drawingml/2006/main">
            <a:off x="8724900" y="3562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04</a:t>
            </a:r>
          </a:p>
        </p:txBody>
      </p:sp>
      <p:sp>
        <p:nvSpPr>
          <p:cNvPr id="20" name="">
            <a:extLst xmlns:a="http://schemas.openxmlformats.org/drawingml/2006/main">
              <a:ext uri="{FF2B5EF4-FFF2-40B4-BE49-F238E27FC236}">
                <a16:creationId xmlns:a16="http://schemas.microsoft.com/office/drawing/2014/main" id="{4CA80B89-A6C9-41DC-8A98-8767ACCA997C}"/>
              </a:ext>
            </a:extLst>
          </p:cNvPr>
          <p:cNvSpPr>
            <a:spLocks xmlns:a="http://schemas.openxmlformats.org/drawingml/2006/main" noGrp="1"/>
          </p:cNvSpPr>
          <p:nvPr/>
        </p:nvSpPr>
        <p:spPr>
          <a:xfrm xmlns:a="http://schemas.openxmlformats.org/drawingml/2006/main">
            <a:off x="8724900" y="3867150"/>
            <a:ext cx="1790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16"/>
          </a:bodyPr>
          <a:lstStyle xmlns:a="http://schemas.openxmlformats.org/drawingml/2006/main"/>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SKALIEREN</a:t>
            </a:r>
          </a:p>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ODER STOPPEN</a:t>
            </a:r>
          </a:p>
        </p:txBody>
      </p:sp>
      <p:sp>
        <p:nvSpPr>
          <p:cNvPr id="21" name="">
            <a:extLst xmlns:a="http://schemas.openxmlformats.org/drawingml/2006/main">
              <a:ext uri="{FF2B5EF4-FFF2-40B4-BE49-F238E27FC236}">
                <a16:creationId xmlns:a16="http://schemas.microsoft.com/office/drawing/2014/main" id="{413C498B-73D6-4CF9-8E0B-1D5115ABF7B2}"/>
              </a:ext>
            </a:extLst>
          </p:cNvPr>
          <p:cNvSpPr>
            <a:spLocks xmlns:a="http://schemas.openxmlformats.org/drawingml/2006/main" noGrp="1"/>
          </p:cNvSpPr>
          <p:nvPr/>
        </p:nvSpPr>
        <p:spPr>
          <a:xfrm xmlns:a="http://schemas.openxmlformats.org/drawingml/2006/main">
            <a:off x="8724900" y="44386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Evidenz statt Hype</a:t>
            </a:r>
          </a:p>
        </p:txBody>
      </p:sp>
      <p:sp>
        <p:nvSpPr>
          <p:cNvPr id="22" name="">
            <a:extLst xmlns:a="http://schemas.openxmlformats.org/drawingml/2006/main">
              <a:ext uri="{FF2B5EF4-FFF2-40B4-BE49-F238E27FC236}">
                <a16:creationId xmlns:a16="http://schemas.microsoft.com/office/drawing/2014/main" id="{25F8D82B-5590-41BE-B934-EC994110A2B1}"/>
              </a:ext>
            </a:extLst>
          </p:cNvPr>
          <p:cNvSpPr>
            <a:spLocks xmlns:a="http://schemas.openxmlformats.org/drawingml/2006/main" noGrp="1"/>
          </p:cNvSpPr>
          <p:nvPr/>
        </p:nvSpPr>
        <p:spPr>
          <a:xfrm xmlns:a="http://schemas.openxmlformats.org/drawingml/2006/main">
            <a:off x="457200" y="54483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250" b="1">
                <a:solidFill>
                  <a:srgbClr val="F256B6"/>
                </a:solidFill>
                <a:latin typeface="Noto Sans JP"/>
                <a:ea typeface="Noto Sans JP"/>
                <a:cs typeface="Noto Sans JP"/>
              </a:defRPr>
            </a:pPr>
            <a:r>
              <a:rPr sz="2250" b="1">
                <a:solidFill>
                  <a:srgbClr val="F256B6"/>
                </a:solidFill>
                <a:latin typeface="Noto Sans JP"/>
                <a:ea typeface="Noto Sans JP"/>
                <a:cs typeface="Noto Sans JP"/>
              </a:rPr>
              <a:t>Welchen Prozess nehmen wir zuerst?</a:t>
            </a:r>
          </a:p>
        </p:txBody>
      </p:sp>
      <p:sp>
        <p:nvSpPr>
          <p:cNvPr id="23" name="">
            <a:extLst xmlns:a="http://schemas.openxmlformats.org/drawingml/2006/main">
              <a:ext uri="{FF2B5EF4-FFF2-40B4-BE49-F238E27FC236}">
                <a16:creationId xmlns:a16="http://schemas.microsoft.com/office/drawing/2014/main" id="{6FFB48F7-643C-4981-99D7-DAADA80F0908}"/>
              </a:ext>
            </a:extLst>
          </p:cNvPr>
          <p:cNvSpPr>
            <a:spLocks xmlns:a="http://schemas.openxmlformats.org/drawingml/2006/main" noGrp="1"/>
          </p:cNvSpPr>
          <p:nvPr/>
        </p:nvSpPr>
        <p:spPr>
          <a:xfrm xmlns:a="http://schemas.openxmlformats.org/drawingml/2006/main">
            <a:off x="457200" y="64198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PLEXON AI Suite · MSQ DX</a:t>
            </a:r>
          </a:p>
        </p:txBody>
      </p:sp>
      <p:sp>
        <p:nvSpPr>
          <p:cNvPr id="24" name="">
            <a:extLst xmlns:a="http://schemas.openxmlformats.org/drawingml/2006/main">
              <a:ext uri="{FF2B5EF4-FFF2-40B4-BE49-F238E27FC236}">
                <a16:creationId xmlns:a16="http://schemas.microsoft.com/office/drawing/2014/main" id="{BC05AAEC-768B-49C2-840C-3E18C8998AE8}"/>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20</a:t>
            </a:r>
          </a:p>
        </p:txBody>
      </p:sp>
    </p:spTree>
    <p:extLst>
      <p:ext uri="{BB962C8B-B14F-4D97-AF65-F5344CB8AC3E}">
        <p14:creationId xmlns:p14="http://schemas.microsoft.com/office/powerpoint/2010/main" val="16487051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2026-08-26T17:42:52.0100000Z</dcterms:created>
  <dcterms:modified xsi:type="dcterms:W3CDTF">2026-08-26T17:42:52.0100000Z</dcterms:modified>
</coreProperties>
</file>